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1"/>
  </p:sldMasterIdLst>
  <p:notesMasterIdLst>
    <p:notesMasterId r:id="rId117"/>
  </p:notesMasterIdLst>
  <p:handoutMasterIdLst>
    <p:handoutMasterId r:id="rId118"/>
  </p:handoutMasterIdLst>
  <p:sldIdLst>
    <p:sldId id="260" r:id="rId2"/>
    <p:sldId id="286" r:id="rId3"/>
    <p:sldId id="366" r:id="rId4"/>
    <p:sldId id="367" r:id="rId5"/>
    <p:sldId id="368" r:id="rId6"/>
    <p:sldId id="369" r:id="rId7"/>
    <p:sldId id="370" r:id="rId8"/>
    <p:sldId id="371" r:id="rId9"/>
    <p:sldId id="401" r:id="rId10"/>
    <p:sldId id="402" r:id="rId11"/>
    <p:sldId id="403" r:id="rId12"/>
    <p:sldId id="404" r:id="rId13"/>
    <p:sldId id="405" r:id="rId14"/>
    <p:sldId id="372" r:id="rId15"/>
    <p:sldId id="373" r:id="rId16"/>
    <p:sldId id="376" r:id="rId17"/>
    <p:sldId id="377" r:id="rId18"/>
    <p:sldId id="378" r:id="rId19"/>
    <p:sldId id="374" r:id="rId20"/>
    <p:sldId id="375" r:id="rId21"/>
    <p:sldId id="379" r:id="rId22"/>
    <p:sldId id="380" r:id="rId23"/>
    <p:sldId id="381" r:id="rId24"/>
    <p:sldId id="384" r:id="rId25"/>
    <p:sldId id="385" r:id="rId26"/>
    <p:sldId id="386" r:id="rId27"/>
    <p:sldId id="387" r:id="rId28"/>
    <p:sldId id="388" r:id="rId29"/>
    <p:sldId id="389" r:id="rId30"/>
    <p:sldId id="390" r:id="rId31"/>
    <p:sldId id="391" r:id="rId32"/>
    <p:sldId id="392" r:id="rId33"/>
    <p:sldId id="393" r:id="rId34"/>
    <p:sldId id="394" r:id="rId35"/>
    <p:sldId id="395" r:id="rId36"/>
    <p:sldId id="382" r:id="rId37"/>
    <p:sldId id="397" r:id="rId38"/>
    <p:sldId id="398" r:id="rId39"/>
    <p:sldId id="399" r:id="rId40"/>
    <p:sldId id="400" r:id="rId41"/>
    <p:sldId id="383" r:id="rId42"/>
    <p:sldId id="396" r:id="rId43"/>
    <p:sldId id="365" r:id="rId44"/>
    <p:sldId id="304" r:id="rId45"/>
    <p:sldId id="406" r:id="rId46"/>
    <p:sldId id="407" r:id="rId47"/>
    <p:sldId id="408" r:id="rId48"/>
    <p:sldId id="409" r:id="rId49"/>
    <p:sldId id="410" r:id="rId50"/>
    <p:sldId id="411" r:id="rId51"/>
    <p:sldId id="412" r:id="rId52"/>
    <p:sldId id="413" r:id="rId53"/>
    <p:sldId id="414" r:id="rId54"/>
    <p:sldId id="415" r:id="rId55"/>
    <p:sldId id="416" r:id="rId56"/>
    <p:sldId id="305" r:id="rId57"/>
    <p:sldId id="289" r:id="rId58"/>
    <p:sldId id="417" r:id="rId59"/>
    <p:sldId id="418" r:id="rId60"/>
    <p:sldId id="419" r:id="rId61"/>
    <p:sldId id="420" r:id="rId62"/>
    <p:sldId id="421" r:id="rId63"/>
    <p:sldId id="422" r:id="rId64"/>
    <p:sldId id="423" r:id="rId65"/>
    <p:sldId id="424" r:id="rId66"/>
    <p:sldId id="425" r:id="rId67"/>
    <p:sldId id="426" r:id="rId68"/>
    <p:sldId id="427" r:id="rId69"/>
    <p:sldId id="428" r:id="rId70"/>
    <p:sldId id="429" r:id="rId71"/>
    <p:sldId id="430" r:id="rId72"/>
    <p:sldId id="431" r:id="rId73"/>
    <p:sldId id="432" r:id="rId74"/>
    <p:sldId id="433" r:id="rId75"/>
    <p:sldId id="434" r:id="rId76"/>
    <p:sldId id="435" r:id="rId77"/>
    <p:sldId id="436" r:id="rId78"/>
    <p:sldId id="437" r:id="rId79"/>
    <p:sldId id="438" r:id="rId80"/>
    <p:sldId id="439" r:id="rId81"/>
    <p:sldId id="440" r:id="rId82"/>
    <p:sldId id="441" r:id="rId83"/>
    <p:sldId id="442" r:id="rId84"/>
    <p:sldId id="287" r:id="rId85"/>
    <p:sldId id="290" r:id="rId86"/>
    <p:sldId id="335" r:id="rId87"/>
    <p:sldId id="306" r:id="rId88"/>
    <p:sldId id="336" r:id="rId89"/>
    <p:sldId id="345" r:id="rId90"/>
    <p:sldId id="337" r:id="rId91"/>
    <p:sldId id="346" r:id="rId92"/>
    <p:sldId id="350" r:id="rId93"/>
    <p:sldId id="347" r:id="rId94"/>
    <p:sldId id="348" r:id="rId95"/>
    <p:sldId id="349" r:id="rId96"/>
    <p:sldId id="351" r:id="rId97"/>
    <p:sldId id="338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39" r:id="rId107"/>
    <p:sldId id="360" r:id="rId108"/>
    <p:sldId id="361" r:id="rId109"/>
    <p:sldId id="340" r:id="rId110"/>
    <p:sldId id="362" r:id="rId111"/>
    <p:sldId id="292" r:id="rId112"/>
    <p:sldId id="363" r:id="rId113"/>
    <p:sldId id="364" r:id="rId114"/>
    <p:sldId id="295" r:id="rId115"/>
    <p:sldId id="296" r:id="rId116"/>
  </p:sldIdLst>
  <p:sldSz cx="9144000" cy="6858000" type="screen4x3"/>
  <p:notesSz cx="6858000" cy="9144000"/>
  <p:custDataLst>
    <p:tags r:id="rId119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aff 45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D7FF"/>
    <a:srgbClr val="F9B073"/>
    <a:srgbClr val="BD92DE"/>
    <a:srgbClr val="A7D971"/>
    <a:srgbClr val="93E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135F30-5CA7-4946-BCA2-4D42D6683931}" v="4" dt="2022-02-27T23:07:00.9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81" autoAdjust="0"/>
    <p:restoredTop sz="95714" autoAdjust="0"/>
  </p:normalViewPr>
  <p:slideViewPr>
    <p:cSldViewPr snapToGrid="0" snapToObjects="1">
      <p:cViewPr>
        <p:scale>
          <a:sx n="50" d="100"/>
          <a:sy n="50" d="100"/>
        </p:scale>
        <p:origin x="1212" y="4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>
        <p:scale>
          <a:sx n="100" d="100"/>
          <a:sy n="100" d="100"/>
        </p:scale>
        <p:origin x="-1632" y="176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handoutMaster" Target="handoutMasters/handout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ags" Target="tags/tag1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commentAuthors" Target="commentAuthors.xml"/><Relationship Id="rId125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 McIntosh" userId="80c4542c76bccb85" providerId="LiveId" clId="{E8135F30-5CA7-4946-BCA2-4D42D6683931}"/>
    <pc:docChg chg="undo custSel modSld">
      <pc:chgData name="Tim McIntosh" userId="80c4542c76bccb85" providerId="LiveId" clId="{E8135F30-5CA7-4946-BCA2-4D42D6683931}" dt="2022-02-27T23:09:33.224" v="205" actId="20577"/>
      <pc:docMkLst>
        <pc:docMk/>
      </pc:docMkLst>
      <pc:sldChg chg="modSp mod">
        <pc:chgData name="Tim McIntosh" userId="80c4542c76bccb85" providerId="LiveId" clId="{E8135F30-5CA7-4946-BCA2-4D42D6683931}" dt="2022-02-27T22:37:24.804" v="5" actId="20577"/>
        <pc:sldMkLst>
          <pc:docMk/>
          <pc:sldMk cId="0" sldId="263"/>
        </pc:sldMkLst>
        <pc:spChg chg="mod">
          <ac:chgData name="Tim McIntosh" userId="80c4542c76bccb85" providerId="LiveId" clId="{E8135F30-5CA7-4946-BCA2-4D42D6683931}" dt="2022-02-27T22:36:09.572" v="0" actId="404"/>
          <ac:spMkLst>
            <pc:docMk/>
            <pc:sldMk cId="0" sldId="263"/>
            <ac:spMk id="6146" creationId="{190BDBBE-2518-4DC2-A8A5-7B1347851768}"/>
          </ac:spMkLst>
        </pc:spChg>
        <pc:spChg chg="mod">
          <ac:chgData name="Tim McIntosh" userId="80c4542c76bccb85" providerId="LiveId" clId="{E8135F30-5CA7-4946-BCA2-4D42D6683931}" dt="2022-02-27T22:37:24.804" v="5" actId="20577"/>
          <ac:spMkLst>
            <pc:docMk/>
            <pc:sldMk cId="0" sldId="263"/>
            <ac:spMk id="22531" creationId="{11F364B8-9E55-4D33-84A1-D572CD6C3E86}"/>
          </ac:spMkLst>
        </pc:spChg>
      </pc:sldChg>
      <pc:sldChg chg="modSp mod">
        <pc:chgData name="Tim McIntosh" userId="80c4542c76bccb85" providerId="LiveId" clId="{E8135F30-5CA7-4946-BCA2-4D42D6683931}" dt="2022-02-27T22:45:51.433" v="31" actId="255"/>
        <pc:sldMkLst>
          <pc:docMk/>
          <pc:sldMk cId="0" sldId="264"/>
        </pc:sldMkLst>
        <pc:spChg chg="mod">
          <ac:chgData name="Tim McIntosh" userId="80c4542c76bccb85" providerId="LiveId" clId="{E8135F30-5CA7-4946-BCA2-4D42D6683931}" dt="2022-02-27T22:45:51.433" v="31" actId="255"/>
          <ac:spMkLst>
            <pc:docMk/>
            <pc:sldMk cId="0" sldId="264"/>
            <ac:spMk id="6146" creationId="{23420AC8-E61C-458D-9532-7C3A2E114EAB}"/>
          </ac:spMkLst>
        </pc:spChg>
        <pc:spChg chg="mod">
          <ac:chgData name="Tim McIntosh" userId="80c4542c76bccb85" providerId="LiveId" clId="{E8135F30-5CA7-4946-BCA2-4D42D6683931}" dt="2022-02-27T22:45:39.379" v="30" actId="14100"/>
          <ac:spMkLst>
            <pc:docMk/>
            <pc:sldMk cId="0" sldId="264"/>
            <ac:spMk id="23555" creationId="{2D765F26-F4C3-4C79-A70A-3579B29A9517}"/>
          </ac:spMkLst>
        </pc:spChg>
      </pc:sldChg>
      <pc:sldChg chg="modSp mod">
        <pc:chgData name="Tim McIntosh" userId="80c4542c76bccb85" providerId="LiveId" clId="{E8135F30-5CA7-4946-BCA2-4D42D6683931}" dt="2022-02-27T22:49:07.922" v="125" actId="114"/>
        <pc:sldMkLst>
          <pc:docMk/>
          <pc:sldMk cId="3474458692" sldId="266"/>
        </pc:sldMkLst>
        <pc:spChg chg="mod">
          <ac:chgData name="Tim McIntosh" userId="80c4542c76bccb85" providerId="LiveId" clId="{E8135F30-5CA7-4946-BCA2-4D42D6683931}" dt="2022-02-27T22:49:07.922" v="125" actId="114"/>
          <ac:spMkLst>
            <pc:docMk/>
            <pc:sldMk cId="3474458692" sldId="266"/>
            <ac:spMk id="3" creationId="{2A54259D-0124-4F7C-8EC1-4968F0788F20}"/>
          </ac:spMkLst>
        </pc:spChg>
      </pc:sldChg>
      <pc:sldChg chg="modSp mod">
        <pc:chgData name="Tim McIntosh" userId="80c4542c76bccb85" providerId="LiveId" clId="{E8135F30-5CA7-4946-BCA2-4D42D6683931}" dt="2022-02-27T23:01:15.030" v="173" actId="313"/>
        <pc:sldMkLst>
          <pc:docMk/>
          <pc:sldMk cId="2436612075" sldId="267"/>
        </pc:sldMkLst>
        <pc:spChg chg="mod">
          <ac:chgData name="Tim McIntosh" userId="80c4542c76bccb85" providerId="LiveId" clId="{E8135F30-5CA7-4946-BCA2-4D42D6683931}" dt="2022-02-27T23:01:15.030" v="173" actId="313"/>
          <ac:spMkLst>
            <pc:docMk/>
            <pc:sldMk cId="2436612075" sldId="267"/>
            <ac:spMk id="26627" creationId="{C4946B8A-C445-4267-8FE9-0BEEA53361FB}"/>
          </ac:spMkLst>
        </pc:spChg>
      </pc:sldChg>
      <pc:sldChg chg="modSp mod">
        <pc:chgData name="Tim McIntosh" userId="80c4542c76bccb85" providerId="LiveId" clId="{E8135F30-5CA7-4946-BCA2-4D42D6683931}" dt="2022-02-27T23:07:48.068" v="188" actId="20577"/>
        <pc:sldMkLst>
          <pc:docMk/>
          <pc:sldMk cId="827405938" sldId="270"/>
        </pc:sldMkLst>
        <pc:spChg chg="mod">
          <ac:chgData name="Tim McIntosh" userId="80c4542c76bccb85" providerId="LiveId" clId="{E8135F30-5CA7-4946-BCA2-4D42D6683931}" dt="2022-02-27T23:07:48.068" v="188" actId="20577"/>
          <ac:spMkLst>
            <pc:docMk/>
            <pc:sldMk cId="827405938" sldId="270"/>
            <ac:spMk id="29699" creationId="{6234B5D1-3058-450E-9804-6D29F7E2F534}"/>
          </ac:spMkLst>
        </pc:spChg>
      </pc:sldChg>
      <pc:sldChg chg="modSp mod">
        <pc:chgData name="Tim McIntosh" userId="80c4542c76bccb85" providerId="LiveId" clId="{E8135F30-5CA7-4946-BCA2-4D42D6683931}" dt="2022-02-27T23:08:29.058" v="199" actId="20577"/>
        <pc:sldMkLst>
          <pc:docMk/>
          <pc:sldMk cId="2637239155" sldId="271"/>
        </pc:sldMkLst>
        <pc:spChg chg="mod">
          <ac:chgData name="Tim McIntosh" userId="80c4542c76bccb85" providerId="LiveId" clId="{E8135F30-5CA7-4946-BCA2-4D42D6683931}" dt="2022-02-27T23:08:29.058" v="199" actId="20577"/>
          <ac:spMkLst>
            <pc:docMk/>
            <pc:sldMk cId="2637239155" sldId="271"/>
            <ac:spMk id="3" creationId="{2A54259D-0124-4F7C-8EC1-4968F0788F20}"/>
          </ac:spMkLst>
        </pc:spChg>
      </pc:sldChg>
      <pc:sldChg chg="modSp mod">
        <pc:chgData name="Tim McIntosh" userId="80c4542c76bccb85" providerId="LiveId" clId="{E8135F30-5CA7-4946-BCA2-4D42D6683931}" dt="2022-02-27T23:06:28.642" v="175" actId="20577"/>
        <pc:sldMkLst>
          <pc:docMk/>
          <pc:sldMk cId="3171362680" sldId="272"/>
        </pc:sldMkLst>
        <pc:spChg chg="mod">
          <ac:chgData name="Tim McIntosh" userId="80c4542c76bccb85" providerId="LiveId" clId="{E8135F30-5CA7-4946-BCA2-4D42D6683931}" dt="2022-02-27T23:06:28.642" v="175" actId="20577"/>
          <ac:spMkLst>
            <pc:docMk/>
            <pc:sldMk cId="3171362680" sldId="272"/>
            <ac:spMk id="24579" creationId="{F3DF4269-9F66-4FF8-828C-9294965EF791}"/>
          </ac:spMkLst>
        </pc:spChg>
      </pc:sldChg>
      <pc:sldChg chg="modSp mod">
        <pc:chgData name="Tim McIntosh" userId="80c4542c76bccb85" providerId="LiveId" clId="{E8135F30-5CA7-4946-BCA2-4D42D6683931}" dt="2022-02-27T23:06:36.368" v="176" actId="2711"/>
        <pc:sldMkLst>
          <pc:docMk/>
          <pc:sldMk cId="270522772" sldId="273"/>
        </pc:sldMkLst>
        <pc:spChg chg="mod">
          <ac:chgData name="Tim McIntosh" userId="80c4542c76bccb85" providerId="LiveId" clId="{E8135F30-5CA7-4946-BCA2-4D42D6683931}" dt="2022-02-27T22:39:44.388" v="9" actId="404"/>
          <ac:spMkLst>
            <pc:docMk/>
            <pc:sldMk cId="270522772" sldId="273"/>
            <ac:spMk id="6146" creationId="{C12AEA32-63AB-4568-82D8-6CF1315EBB57}"/>
          </ac:spMkLst>
        </pc:spChg>
        <pc:spChg chg="mod">
          <ac:chgData name="Tim McIntosh" userId="80c4542c76bccb85" providerId="LiveId" clId="{E8135F30-5CA7-4946-BCA2-4D42D6683931}" dt="2022-02-27T23:06:36.368" v="176" actId="2711"/>
          <ac:spMkLst>
            <pc:docMk/>
            <pc:sldMk cId="270522772" sldId="273"/>
            <ac:spMk id="24579" creationId="{F3DF4269-9F66-4FF8-828C-9294965EF791}"/>
          </ac:spMkLst>
        </pc:spChg>
      </pc:sldChg>
      <pc:sldChg chg="modSp mod">
        <pc:chgData name="Tim McIntosh" userId="80c4542c76bccb85" providerId="LiveId" clId="{E8135F30-5CA7-4946-BCA2-4D42D6683931}" dt="2022-02-27T22:37:11.349" v="2" actId="27636"/>
        <pc:sldMkLst>
          <pc:docMk/>
          <pc:sldMk cId="3305548535" sldId="274"/>
        </pc:sldMkLst>
        <pc:spChg chg="mod">
          <ac:chgData name="Tim McIntosh" userId="80c4542c76bccb85" providerId="LiveId" clId="{E8135F30-5CA7-4946-BCA2-4D42D6683931}" dt="2022-02-27T22:37:11.349" v="2" actId="27636"/>
          <ac:spMkLst>
            <pc:docMk/>
            <pc:sldMk cId="3305548535" sldId="274"/>
            <ac:spMk id="6146" creationId="{C12AEA32-63AB-4568-82D8-6CF1315EBB57}"/>
          </ac:spMkLst>
        </pc:spChg>
      </pc:sldChg>
      <pc:sldChg chg="modSp mod">
        <pc:chgData name="Tim McIntosh" userId="80c4542c76bccb85" providerId="LiveId" clId="{E8135F30-5CA7-4946-BCA2-4D42D6683931}" dt="2022-02-27T23:07:00.993" v="179" actId="14100"/>
        <pc:sldMkLst>
          <pc:docMk/>
          <pc:sldMk cId="1710677828" sldId="275"/>
        </pc:sldMkLst>
        <pc:spChg chg="mod">
          <ac:chgData name="Tim McIntosh" userId="80c4542c76bccb85" providerId="LiveId" clId="{E8135F30-5CA7-4946-BCA2-4D42D6683931}" dt="2022-02-27T22:40:00.073" v="10" actId="255"/>
          <ac:spMkLst>
            <pc:docMk/>
            <pc:sldMk cId="1710677828" sldId="275"/>
            <ac:spMk id="6146" creationId="{C12AEA32-63AB-4568-82D8-6CF1315EBB57}"/>
          </ac:spMkLst>
        </pc:spChg>
        <pc:spChg chg="mod">
          <ac:chgData name="Tim McIntosh" userId="80c4542c76bccb85" providerId="LiveId" clId="{E8135F30-5CA7-4946-BCA2-4D42D6683931}" dt="2022-02-27T23:07:00.993" v="179" actId="14100"/>
          <ac:spMkLst>
            <pc:docMk/>
            <pc:sldMk cId="1710677828" sldId="275"/>
            <ac:spMk id="24579" creationId="{F3DF4269-9F66-4FF8-828C-9294965EF791}"/>
          </ac:spMkLst>
        </pc:spChg>
      </pc:sldChg>
      <pc:sldChg chg="modSp mod">
        <pc:chgData name="Tim McIntosh" userId="80c4542c76bccb85" providerId="LiveId" clId="{E8135F30-5CA7-4946-BCA2-4D42D6683931}" dt="2022-02-27T23:07:08.295" v="180" actId="2711"/>
        <pc:sldMkLst>
          <pc:docMk/>
          <pc:sldMk cId="1968581442" sldId="276"/>
        </pc:sldMkLst>
        <pc:spChg chg="mod">
          <ac:chgData name="Tim McIntosh" userId="80c4542c76bccb85" providerId="LiveId" clId="{E8135F30-5CA7-4946-BCA2-4D42D6683931}" dt="2022-02-27T23:07:08.295" v="180" actId="2711"/>
          <ac:spMkLst>
            <pc:docMk/>
            <pc:sldMk cId="1968581442" sldId="276"/>
            <ac:spMk id="24579" creationId="{F3DF4269-9F66-4FF8-828C-9294965EF791}"/>
          </ac:spMkLst>
        </pc:spChg>
      </pc:sldChg>
      <pc:sldChg chg="modSp mod">
        <pc:chgData name="Tim McIntosh" userId="80c4542c76bccb85" providerId="LiveId" clId="{E8135F30-5CA7-4946-BCA2-4D42D6683931}" dt="2022-02-27T22:40:35.299" v="11" actId="255"/>
        <pc:sldMkLst>
          <pc:docMk/>
          <pc:sldMk cId="1987218006" sldId="278"/>
        </pc:sldMkLst>
        <pc:spChg chg="mod">
          <ac:chgData name="Tim McIntosh" userId="80c4542c76bccb85" providerId="LiveId" clId="{E8135F30-5CA7-4946-BCA2-4D42D6683931}" dt="2022-02-27T22:40:35.299" v="11" actId="255"/>
          <ac:spMkLst>
            <pc:docMk/>
            <pc:sldMk cId="1987218006" sldId="278"/>
            <ac:spMk id="22531" creationId="{11F364B8-9E55-4D33-84A1-D572CD6C3E86}"/>
          </ac:spMkLst>
        </pc:spChg>
      </pc:sldChg>
      <pc:sldChg chg="modSp mod">
        <pc:chgData name="Tim McIntosh" userId="80c4542c76bccb85" providerId="LiveId" clId="{E8135F30-5CA7-4946-BCA2-4D42D6683931}" dt="2022-02-27T23:09:33.224" v="205" actId="20577"/>
        <pc:sldMkLst>
          <pc:docMk/>
          <pc:sldMk cId="1363475473" sldId="280"/>
        </pc:sldMkLst>
        <pc:spChg chg="mod">
          <ac:chgData name="Tim McIntosh" userId="80c4542c76bccb85" providerId="LiveId" clId="{E8135F30-5CA7-4946-BCA2-4D42D6683931}" dt="2022-02-27T23:09:33.224" v="205" actId="20577"/>
          <ac:spMkLst>
            <pc:docMk/>
            <pc:sldMk cId="1363475473" sldId="280"/>
            <ac:spMk id="6146" creationId="{23420AC8-E61C-458D-9532-7C3A2E114EAB}"/>
          </ac:spMkLst>
        </pc:spChg>
      </pc:sldChg>
      <pc:sldChg chg="modSp mod">
        <pc:chgData name="Tim McIntosh" userId="80c4542c76bccb85" providerId="LiveId" clId="{E8135F30-5CA7-4946-BCA2-4D42D6683931}" dt="2022-02-27T22:46:19.911" v="93" actId="20577"/>
        <pc:sldMkLst>
          <pc:docMk/>
          <pc:sldMk cId="3265590034" sldId="283"/>
        </pc:sldMkLst>
        <pc:spChg chg="mod">
          <ac:chgData name="Tim McIntosh" userId="80c4542c76bccb85" providerId="LiveId" clId="{E8135F30-5CA7-4946-BCA2-4D42D6683931}" dt="2022-02-27T22:46:19.911" v="93" actId="20577"/>
          <ac:spMkLst>
            <pc:docMk/>
            <pc:sldMk cId="3265590034" sldId="283"/>
            <ac:spMk id="23555" creationId="{2D765F26-F4C3-4C79-A70A-3579B29A9517}"/>
          </ac:spMkLst>
        </pc:spChg>
      </pc:sldChg>
      <pc:sldChg chg="modSp mod">
        <pc:chgData name="Tim McIntosh" userId="80c4542c76bccb85" providerId="LiveId" clId="{E8135F30-5CA7-4946-BCA2-4D42D6683931}" dt="2022-02-27T22:37:51.620" v="6" actId="255"/>
        <pc:sldMkLst>
          <pc:docMk/>
          <pc:sldMk cId="2228163726" sldId="286"/>
        </pc:sldMkLst>
        <pc:spChg chg="mod">
          <ac:chgData name="Tim McIntosh" userId="80c4542c76bccb85" providerId="LiveId" clId="{E8135F30-5CA7-4946-BCA2-4D42D6683931}" dt="2022-02-27T22:37:51.620" v="6" actId="255"/>
          <ac:spMkLst>
            <pc:docMk/>
            <pc:sldMk cId="2228163726" sldId="286"/>
            <ac:spMk id="22531" creationId="{11F364B8-9E55-4D33-84A1-D572CD6C3E86}"/>
          </ac:spMkLst>
        </pc:spChg>
      </pc:sldChg>
      <pc:sldChg chg="modSp mod">
        <pc:chgData name="Tim McIntosh" userId="80c4542c76bccb85" providerId="LiveId" clId="{E8135F30-5CA7-4946-BCA2-4D42D6683931}" dt="2022-02-27T22:45:09.402" v="27" actId="20577"/>
        <pc:sldMkLst>
          <pc:docMk/>
          <pc:sldMk cId="1472689301" sldId="314"/>
        </pc:sldMkLst>
        <pc:spChg chg="mod">
          <ac:chgData name="Tim McIntosh" userId="80c4542c76bccb85" providerId="LiveId" clId="{E8135F30-5CA7-4946-BCA2-4D42D6683931}" dt="2022-02-27T22:45:09.402" v="27" actId="20577"/>
          <ac:spMkLst>
            <pc:docMk/>
            <pc:sldMk cId="1472689301" sldId="314"/>
            <ac:spMk id="22531" creationId="{11F364B8-9E55-4D33-84A1-D572CD6C3E86}"/>
          </ac:spMkLst>
        </pc:spChg>
      </pc:sldChg>
    </pc:docChg>
  </pc:docChgLst>
  <pc:docChgLst>
    <pc:chgData name="Tim McIntosh" userId="80c4542c76bccb85" providerId="LiveId" clId="{DB6B0DCF-422C-4353-A4F8-7E457B1A928B}"/>
    <pc:docChg chg="undo custSel addSld delSld modSld delMainMaster modMainMaster">
      <pc:chgData name="Tim McIntosh" userId="80c4542c76bccb85" providerId="LiveId" clId="{DB6B0DCF-422C-4353-A4F8-7E457B1A928B}" dt="2022-02-14T08:27:05.043" v="3576"/>
      <pc:docMkLst>
        <pc:docMk/>
      </pc:docMkLst>
      <pc:sldChg chg="modSp mod">
        <pc:chgData name="Tim McIntosh" userId="80c4542c76bccb85" providerId="LiveId" clId="{DB6B0DCF-422C-4353-A4F8-7E457B1A928B}" dt="2022-02-14T08:25:00.153" v="3545" actId="20577"/>
        <pc:sldMkLst>
          <pc:docMk/>
          <pc:sldMk cId="0" sldId="260"/>
        </pc:sldMkLst>
        <pc:spChg chg="mod">
          <ac:chgData name="Tim McIntosh" userId="80c4542c76bccb85" providerId="LiveId" clId="{DB6B0DCF-422C-4353-A4F8-7E457B1A928B}" dt="2022-02-12T01:55:19.366" v="217" actId="20577"/>
          <ac:spMkLst>
            <pc:docMk/>
            <pc:sldMk cId="0" sldId="260"/>
            <ac:spMk id="18434" creationId="{7011D958-7B17-483C-B07B-1B379F607C55}"/>
          </ac:spMkLst>
        </pc:spChg>
        <pc:spChg chg="mod">
          <ac:chgData name="Tim McIntosh" userId="80c4542c76bccb85" providerId="LiveId" clId="{DB6B0DCF-422C-4353-A4F8-7E457B1A928B}" dt="2022-02-14T08:25:00.153" v="3545" actId="20577"/>
          <ac:spMkLst>
            <pc:docMk/>
            <pc:sldMk cId="0" sldId="260"/>
            <ac:spMk id="18436" creationId="{B585785C-A56D-4F54-80A4-ABEA8B982C83}"/>
          </ac:spMkLst>
        </pc:spChg>
      </pc:sldChg>
      <pc:sldChg chg="modSp mod modAnim">
        <pc:chgData name="Tim McIntosh" userId="80c4542c76bccb85" providerId="LiveId" clId="{DB6B0DCF-422C-4353-A4F8-7E457B1A928B}" dt="2022-02-14T08:25:05.024" v="3546"/>
        <pc:sldMkLst>
          <pc:docMk/>
          <pc:sldMk cId="0" sldId="261"/>
        </pc:sldMkLst>
        <pc:spChg chg="mod">
          <ac:chgData name="Tim McIntosh" userId="80c4542c76bccb85" providerId="LiveId" clId="{DB6B0DCF-422C-4353-A4F8-7E457B1A928B}" dt="2022-02-14T08:25:05.024" v="3546"/>
          <ac:spMkLst>
            <pc:docMk/>
            <pc:sldMk cId="0" sldId="261"/>
            <ac:spMk id="2" creationId="{888A6C54-4984-4FE2-A1F7-5E325BF9B63A}"/>
          </ac:spMkLst>
        </pc:spChg>
        <pc:spChg chg="mod">
          <ac:chgData name="Tim McIntosh" userId="80c4542c76bccb85" providerId="LiveId" clId="{DB6B0DCF-422C-4353-A4F8-7E457B1A928B}" dt="2022-02-12T01:54:27.753" v="215" actId="20577"/>
          <ac:spMkLst>
            <pc:docMk/>
            <pc:sldMk cId="0" sldId="261"/>
            <ac:spMk id="3" creationId="{47E3A1D5-959A-49F9-AB1B-63563D526DDF}"/>
          </ac:spMkLst>
        </pc:spChg>
      </pc:sldChg>
      <pc:sldChg chg="addSp delSp modSp mod">
        <pc:chgData name="Tim McIntosh" userId="80c4542c76bccb85" providerId="LiveId" clId="{DB6B0DCF-422C-4353-A4F8-7E457B1A928B}" dt="2022-02-14T08:25:08.942" v="3547"/>
        <pc:sldMkLst>
          <pc:docMk/>
          <pc:sldMk cId="0" sldId="263"/>
        </pc:sldMkLst>
        <pc:spChg chg="mod">
          <ac:chgData name="Tim McIntosh" userId="80c4542c76bccb85" providerId="LiveId" clId="{DB6B0DCF-422C-4353-A4F8-7E457B1A928B}" dt="2022-02-14T08:25:08.942" v="3547"/>
          <ac:spMkLst>
            <pc:docMk/>
            <pc:sldMk cId="0" sldId="263"/>
            <ac:spMk id="2" creationId="{72275A1D-7D1B-4E23-BF1C-0D30325F6EE6}"/>
          </ac:spMkLst>
        </pc:spChg>
        <pc:graphicFrameChg chg="del mod">
          <ac:chgData name="Tim McIntosh" userId="80c4542c76bccb85" providerId="LiveId" clId="{DB6B0DCF-422C-4353-A4F8-7E457B1A928B}" dt="2022-02-12T05:15:30.757" v="1766"/>
          <ac:graphicFrameMkLst>
            <pc:docMk/>
            <pc:sldMk cId="0" sldId="263"/>
            <ac:graphicFrameMk id="3" creationId="{AAA47554-90B5-425F-832C-8D173D0EFD8E}"/>
          </ac:graphicFrameMkLst>
        </pc:graphicFrameChg>
        <pc:graphicFrameChg chg="add del mod">
          <ac:chgData name="Tim McIntosh" userId="80c4542c76bccb85" providerId="LiveId" clId="{DB6B0DCF-422C-4353-A4F8-7E457B1A928B}" dt="2022-02-12T05:15:30.757" v="1766"/>
          <ac:graphicFrameMkLst>
            <pc:docMk/>
            <pc:sldMk cId="0" sldId="263"/>
            <ac:graphicFrameMk id="4" creationId="{75A6B5F1-3951-4A20-981B-FA32B085647C}"/>
          </ac:graphicFrameMkLst>
        </pc:graphicFrameChg>
        <pc:graphicFrameChg chg="add del mod">
          <ac:chgData name="Tim McIntosh" userId="80c4542c76bccb85" providerId="LiveId" clId="{DB6B0DCF-422C-4353-A4F8-7E457B1A928B}" dt="2022-02-12T05:15:30.757" v="1766"/>
          <ac:graphicFrameMkLst>
            <pc:docMk/>
            <pc:sldMk cId="0" sldId="263"/>
            <ac:graphicFrameMk id="5" creationId="{2C7752D3-E0D0-42EB-91A2-E77C03357F82}"/>
          </ac:graphicFrameMkLst>
        </pc:graphicFrameChg>
        <pc:graphicFrameChg chg="add del mod">
          <ac:chgData name="Tim McIntosh" userId="80c4542c76bccb85" providerId="LiveId" clId="{DB6B0DCF-422C-4353-A4F8-7E457B1A928B}" dt="2022-02-12T05:15:30.757" v="1766"/>
          <ac:graphicFrameMkLst>
            <pc:docMk/>
            <pc:sldMk cId="0" sldId="263"/>
            <ac:graphicFrameMk id="6" creationId="{788F2770-15FD-45CB-9E47-2356AE914965}"/>
          </ac:graphicFrameMkLst>
        </pc:graphicFrameChg>
        <pc:graphicFrameChg chg="add del mod">
          <ac:chgData name="Tim McIntosh" userId="80c4542c76bccb85" providerId="LiveId" clId="{DB6B0DCF-422C-4353-A4F8-7E457B1A928B}" dt="2022-02-12T05:15:30.757" v="1766"/>
          <ac:graphicFrameMkLst>
            <pc:docMk/>
            <pc:sldMk cId="0" sldId="263"/>
            <ac:graphicFrameMk id="7" creationId="{9DD7A245-6BC3-4AEF-A55A-A31D18A78206}"/>
          </ac:graphicFrameMkLst>
        </pc:graphicFrameChg>
        <pc:graphicFrameChg chg="add del mod">
          <ac:chgData name="Tim McIntosh" userId="80c4542c76bccb85" providerId="LiveId" clId="{DB6B0DCF-422C-4353-A4F8-7E457B1A928B}" dt="2022-02-12T05:15:30.757" v="1766"/>
          <ac:graphicFrameMkLst>
            <pc:docMk/>
            <pc:sldMk cId="0" sldId="263"/>
            <ac:graphicFrameMk id="8" creationId="{5F49BDE1-E628-4DEB-9461-CC5B7595F261}"/>
          </ac:graphicFrameMkLst>
        </pc:graphicFrameChg>
        <pc:graphicFrameChg chg="add del mod">
          <ac:chgData name="Tim McIntosh" userId="80c4542c76bccb85" providerId="LiveId" clId="{DB6B0DCF-422C-4353-A4F8-7E457B1A928B}" dt="2022-02-12T05:15:30.757" v="1766"/>
          <ac:graphicFrameMkLst>
            <pc:docMk/>
            <pc:sldMk cId="0" sldId="263"/>
            <ac:graphicFrameMk id="9" creationId="{8E2DE260-BF3A-4E5C-888E-E3AD104FA430}"/>
          </ac:graphicFrameMkLst>
        </pc:graphicFrameChg>
        <pc:graphicFrameChg chg="add del mod">
          <ac:chgData name="Tim McIntosh" userId="80c4542c76bccb85" providerId="LiveId" clId="{DB6B0DCF-422C-4353-A4F8-7E457B1A928B}" dt="2022-02-12T05:15:30.757" v="1766"/>
          <ac:graphicFrameMkLst>
            <pc:docMk/>
            <pc:sldMk cId="0" sldId="263"/>
            <ac:graphicFrameMk id="10" creationId="{B508BF46-BC35-4AF8-BA2F-26ACE2FA3377}"/>
          </ac:graphicFrameMkLst>
        </pc:graphicFrameChg>
        <pc:graphicFrameChg chg="add del mod">
          <ac:chgData name="Tim McIntosh" userId="80c4542c76bccb85" providerId="LiveId" clId="{DB6B0DCF-422C-4353-A4F8-7E457B1A928B}" dt="2022-02-12T05:15:30.757" v="1766"/>
          <ac:graphicFrameMkLst>
            <pc:docMk/>
            <pc:sldMk cId="0" sldId="263"/>
            <ac:graphicFrameMk id="11" creationId="{CD1522F5-1A97-4216-982E-88577D9C3854}"/>
          </ac:graphicFrameMkLst>
        </pc:graphicFrameChg>
        <pc:graphicFrameChg chg="add del mod">
          <ac:chgData name="Tim McIntosh" userId="80c4542c76bccb85" providerId="LiveId" clId="{DB6B0DCF-422C-4353-A4F8-7E457B1A928B}" dt="2022-02-12T05:15:30.757" v="1766"/>
          <ac:graphicFrameMkLst>
            <pc:docMk/>
            <pc:sldMk cId="0" sldId="263"/>
            <ac:graphicFrameMk id="12" creationId="{D40152F1-2F95-401A-8547-50B0B3CB315E}"/>
          </ac:graphicFrameMkLst>
        </pc:graphicFrameChg>
        <pc:graphicFrameChg chg="add del mod">
          <ac:chgData name="Tim McIntosh" userId="80c4542c76bccb85" providerId="LiveId" clId="{DB6B0DCF-422C-4353-A4F8-7E457B1A928B}" dt="2022-02-12T05:15:30.757" v="1766"/>
          <ac:graphicFrameMkLst>
            <pc:docMk/>
            <pc:sldMk cId="0" sldId="263"/>
            <ac:graphicFrameMk id="13" creationId="{52198001-8D95-4209-A9AA-448C0B05D4C8}"/>
          </ac:graphicFrameMkLst>
        </pc:graphicFrameChg>
        <pc:graphicFrameChg chg="add del mod">
          <ac:chgData name="Tim McIntosh" userId="80c4542c76bccb85" providerId="LiveId" clId="{DB6B0DCF-422C-4353-A4F8-7E457B1A928B}" dt="2022-02-12T05:15:30.757" v="1766"/>
          <ac:graphicFrameMkLst>
            <pc:docMk/>
            <pc:sldMk cId="0" sldId="263"/>
            <ac:graphicFrameMk id="14" creationId="{483F1F5D-9724-46F1-9382-85C9ACF23B6F}"/>
          </ac:graphicFrameMkLst>
        </pc:graphicFrameChg>
        <pc:graphicFrameChg chg="add del mod">
          <ac:chgData name="Tim McIntosh" userId="80c4542c76bccb85" providerId="LiveId" clId="{DB6B0DCF-422C-4353-A4F8-7E457B1A928B}" dt="2022-02-12T05:15:30.757" v="1766"/>
          <ac:graphicFrameMkLst>
            <pc:docMk/>
            <pc:sldMk cId="0" sldId="263"/>
            <ac:graphicFrameMk id="15" creationId="{34433375-F247-4CE3-9FA6-ABC58FF4B7BB}"/>
          </ac:graphicFrameMkLst>
        </pc:graphicFrameChg>
      </pc:sldChg>
      <pc:sldChg chg="modSp mod">
        <pc:chgData name="Tim McIntosh" userId="80c4542c76bccb85" providerId="LiveId" clId="{DB6B0DCF-422C-4353-A4F8-7E457B1A928B}" dt="2022-02-14T08:26:23.505" v="3562"/>
        <pc:sldMkLst>
          <pc:docMk/>
          <pc:sldMk cId="0" sldId="264"/>
        </pc:sldMkLst>
        <pc:spChg chg="mod">
          <ac:chgData name="Tim McIntosh" userId="80c4542c76bccb85" providerId="LiveId" clId="{DB6B0DCF-422C-4353-A4F8-7E457B1A928B}" dt="2022-02-14T08:26:23.505" v="3562"/>
          <ac:spMkLst>
            <pc:docMk/>
            <pc:sldMk cId="0" sldId="264"/>
            <ac:spMk id="2" creationId="{46717AA1-E9E7-4C43-9D90-AC614EC90791}"/>
          </ac:spMkLst>
        </pc:spChg>
        <pc:spChg chg="mod">
          <ac:chgData name="Tim McIntosh" userId="80c4542c76bccb85" providerId="LiveId" clId="{DB6B0DCF-422C-4353-A4F8-7E457B1A928B}" dt="2022-02-12T02:24:12.739" v="741" actId="255"/>
          <ac:spMkLst>
            <pc:docMk/>
            <pc:sldMk cId="0" sldId="264"/>
            <ac:spMk id="6146" creationId="{23420AC8-E61C-458D-9532-7C3A2E114EAB}"/>
          </ac:spMkLst>
        </pc:spChg>
      </pc:sldChg>
      <pc:sldChg chg="modSp mod">
        <pc:chgData name="Tim McIntosh" userId="80c4542c76bccb85" providerId="LiveId" clId="{DB6B0DCF-422C-4353-A4F8-7E457B1A928B}" dt="2022-02-14T08:26:29.961" v="3564"/>
        <pc:sldMkLst>
          <pc:docMk/>
          <pc:sldMk cId="2078771512" sldId="265"/>
        </pc:sldMkLst>
        <pc:spChg chg="mod">
          <ac:chgData name="Tim McIntosh" userId="80c4542c76bccb85" providerId="LiveId" clId="{DB6B0DCF-422C-4353-A4F8-7E457B1A928B}" dt="2022-02-14T08:26:29.961" v="3564"/>
          <ac:spMkLst>
            <pc:docMk/>
            <pc:sldMk cId="2078771512" sldId="265"/>
            <ac:spMk id="2" creationId="{8E146CB4-A571-4314-8366-1907D5010492}"/>
          </ac:spMkLst>
        </pc:spChg>
      </pc:sldChg>
      <pc:sldChg chg="modSp mod">
        <pc:chgData name="Tim McIntosh" userId="80c4542c76bccb85" providerId="LiveId" clId="{DB6B0DCF-422C-4353-A4F8-7E457B1A928B}" dt="2022-02-14T08:26:32.362" v="3565"/>
        <pc:sldMkLst>
          <pc:docMk/>
          <pc:sldMk cId="3474458692" sldId="266"/>
        </pc:sldMkLst>
        <pc:spChg chg="mod">
          <ac:chgData name="Tim McIntosh" userId="80c4542c76bccb85" providerId="LiveId" clId="{DB6B0DCF-422C-4353-A4F8-7E457B1A928B}" dt="2022-02-14T08:26:32.362" v="3565"/>
          <ac:spMkLst>
            <pc:docMk/>
            <pc:sldMk cId="3474458692" sldId="266"/>
            <ac:spMk id="2" creationId="{96614E2B-3819-4631-BA16-DAAAE805593B}"/>
          </ac:spMkLst>
        </pc:spChg>
      </pc:sldChg>
      <pc:sldChg chg="modSp mod">
        <pc:chgData name="Tim McIntosh" userId="80c4542c76bccb85" providerId="LiveId" clId="{DB6B0DCF-422C-4353-A4F8-7E457B1A928B}" dt="2022-02-14T08:26:35.490" v="3566"/>
        <pc:sldMkLst>
          <pc:docMk/>
          <pc:sldMk cId="2436612075" sldId="267"/>
        </pc:sldMkLst>
        <pc:spChg chg="mod">
          <ac:chgData name="Tim McIntosh" userId="80c4542c76bccb85" providerId="LiveId" clId="{DB6B0DCF-422C-4353-A4F8-7E457B1A928B}" dt="2022-02-14T08:26:35.490" v="3566"/>
          <ac:spMkLst>
            <pc:docMk/>
            <pc:sldMk cId="2436612075" sldId="267"/>
            <ac:spMk id="2" creationId="{19388A29-881D-41F3-87C8-44FF9ED36BFF}"/>
          </ac:spMkLst>
        </pc:spChg>
      </pc:sldChg>
      <pc:sldChg chg="modSp mod">
        <pc:chgData name="Tim McIntosh" userId="80c4542c76bccb85" providerId="LiveId" clId="{DB6B0DCF-422C-4353-A4F8-7E457B1A928B}" dt="2022-02-14T08:26:38.618" v="3567"/>
        <pc:sldMkLst>
          <pc:docMk/>
          <pc:sldMk cId="3124040730" sldId="268"/>
        </pc:sldMkLst>
        <pc:spChg chg="mod">
          <ac:chgData name="Tim McIntosh" userId="80c4542c76bccb85" providerId="LiveId" clId="{DB6B0DCF-422C-4353-A4F8-7E457B1A928B}" dt="2022-02-14T08:26:38.618" v="3567"/>
          <ac:spMkLst>
            <pc:docMk/>
            <pc:sldMk cId="3124040730" sldId="268"/>
            <ac:spMk id="2" creationId="{049D23F1-A8BA-456D-B994-C1B860EFB956}"/>
          </ac:spMkLst>
        </pc:spChg>
      </pc:sldChg>
      <pc:sldChg chg="modSp mod">
        <pc:chgData name="Tim McIntosh" userId="80c4542c76bccb85" providerId="LiveId" clId="{DB6B0DCF-422C-4353-A4F8-7E457B1A928B}" dt="2022-02-14T08:26:41.707" v="3568"/>
        <pc:sldMkLst>
          <pc:docMk/>
          <pc:sldMk cId="827405938" sldId="270"/>
        </pc:sldMkLst>
        <pc:spChg chg="mod">
          <ac:chgData name="Tim McIntosh" userId="80c4542c76bccb85" providerId="LiveId" clId="{DB6B0DCF-422C-4353-A4F8-7E457B1A928B}" dt="2022-02-14T08:26:41.707" v="3568"/>
          <ac:spMkLst>
            <pc:docMk/>
            <pc:sldMk cId="827405938" sldId="270"/>
            <ac:spMk id="2" creationId="{43987819-6D44-4A2E-8E3F-B21177806249}"/>
          </ac:spMkLst>
        </pc:spChg>
      </pc:sldChg>
      <pc:sldChg chg="modSp mod">
        <pc:chgData name="Tim McIntosh" userId="80c4542c76bccb85" providerId="LiveId" clId="{DB6B0DCF-422C-4353-A4F8-7E457B1A928B}" dt="2022-02-14T08:26:44.331" v="3569"/>
        <pc:sldMkLst>
          <pc:docMk/>
          <pc:sldMk cId="2637239155" sldId="271"/>
        </pc:sldMkLst>
        <pc:spChg chg="mod">
          <ac:chgData name="Tim McIntosh" userId="80c4542c76bccb85" providerId="LiveId" clId="{DB6B0DCF-422C-4353-A4F8-7E457B1A928B}" dt="2022-02-14T08:26:44.331" v="3569"/>
          <ac:spMkLst>
            <pc:docMk/>
            <pc:sldMk cId="2637239155" sldId="271"/>
            <ac:spMk id="2" creationId="{96614E2B-3819-4631-BA16-DAAAE805593B}"/>
          </ac:spMkLst>
        </pc:spChg>
      </pc:sldChg>
      <pc:sldChg chg="add del">
        <pc:chgData name="Tim McIntosh" userId="80c4542c76bccb85" providerId="LiveId" clId="{DB6B0DCF-422C-4353-A4F8-7E457B1A928B}" dt="2022-02-12T05:16:46.018" v="1925" actId="2696"/>
        <pc:sldMkLst>
          <pc:docMk/>
          <pc:sldMk cId="503074749" sldId="272"/>
        </pc:sldMkLst>
      </pc:sldChg>
      <pc:sldChg chg="del">
        <pc:chgData name="Tim McIntosh" userId="80c4542c76bccb85" providerId="LiveId" clId="{DB6B0DCF-422C-4353-A4F8-7E457B1A928B}" dt="2022-02-12T05:16:32.626" v="1923" actId="2696"/>
        <pc:sldMkLst>
          <pc:docMk/>
          <pc:sldMk cId="2602595201" sldId="272"/>
        </pc:sldMkLst>
      </pc:sldChg>
      <pc:sldChg chg="modSp add mod">
        <pc:chgData name="Tim McIntosh" userId="80c4542c76bccb85" providerId="LiveId" clId="{DB6B0DCF-422C-4353-A4F8-7E457B1A928B}" dt="2022-02-14T08:25:54.352" v="3552"/>
        <pc:sldMkLst>
          <pc:docMk/>
          <pc:sldMk cId="3171362680" sldId="272"/>
        </pc:sldMkLst>
        <pc:spChg chg="mod">
          <ac:chgData name="Tim McIntosh" userId="80c4542c76bccb85" providerId="LiveId" clId="{DB6B0DCF-422C-4353-A4F8-7E457B1A928B}" dt="2022-02-14T08:25:54.352" v="3552"/>
          <ac:spMkLst>
            <pc:docMk/>
            <pc:sldMk cId="3171362680" sldId="272"/>
            <ac:spMk id="2" creationId="{8E146CB4-A571-4314-8366-1907D5010492}"/>
          </ac:spMkLst>
        </pc:spChg>
      </pc:sldChg>
      <pc:sldChg chg="modSp add mod">
        <pc:chgData name="Tim McIntosh" userId="80c4542c76bccb85" providerId="LiveId" clId="{DB6B0DCF-422C-4353-A4F8-7E457B1A928B}" dt="2022-02-14T08:25:56.911" v="3553"/>
        <pc:sldMkLst>
          <pc:docMk/>
          <pc:sldMk cId="270522772" sldId="273"/>
        </pc:sldMkLst>
        <pc:spChg chg="mod">
          <ac:chgData name="Tim McIntosh" userId="80c4542c76bccb85" providerId="LiveId" clId="{DB6B0DCF-422C-4353-A4F8-7E457B1A928B}" dt="2022-02-14T08:25:56.911" v="3553"/>
          <ac:spMkLst>
            <pc:docMk/>
            <pc:sldMk cId="270522772" sldId="273"/>
            <ac:spMk id="2" creationId="{8E146CB4-A571-4314-8366-1907D5010492}"/>
          </ac:spMkLst>
        </pc:spChg>
      </pc:sldChg>
      <pc:sldChg chg="del">
        <pc:chgData name="Tim McIntosh" userId="80c4542c76bccb85" providerId="LiveId" clId="{DB6B0DCF-422C-4353-A4F8-7E457B1A928B}" dt="2022-02-12T05:16:32.626" v="1923" actId="2696"/>
        <pc:sldMkLst>
          <pc:docMk/>
          <pc:sldMk cId="1093417344" sldId="273"/>
        </pc:sldMkLst>
      </pc:sldChg>
      <pc:sldChg chg="add del">
        <pc:chgData name="Tim McIntosh" userId="80c4542c76bccb85" providerId="LiveId" clId="{DB6B0DCF-422C-4353-A4F8-7E457B1A928B}" dt="2022-02-12T05:16:46.018" v="1925" actId="2696"/>
        <pc:sldMkLst>
          <pc:docMk/>
          <pc:sldMk cId="3315111992" sldId="273"/>
        </pc:sldMkLst>
      </pc:sldChg>
      <pc:sldChg chg="add del">
        <pc:chgData name="Tim McIntosh" userId="80c4542c76bccb85" providerId="LiveId" clId="{DB6B0DCF-422C-4353-A4F8-7E457B1A928B}" dt="2022-02-12T05:16:46.018" v="1925" actId="2696"/>
        <pc:sldMkLst>
          <pc:docMk/>
          <pc:sldMk cId="412851474" sldId="274"/>
        </pc:sldMkLst>
      </pc:sldChg>
      <pc:sldChg chg="del">
        <pc:chgData name="Tim McIntosh" userId="80c4542c76bccb85" providerId="LiveId" clId="{DB6B0DCF-422C-4353-A4F8-7E457B1A928B}" dt="2022-02-12T05:16:32.626" v="1923" actId="2696"/>
        <pc:sldMkLst>
          <pc:docMk/>
          <pc:sldMk cId="1577203092" sldId="274"/>
        </pc:sldMkLst>
      </pc:sldChg>
      <pc:sldChg chg="modSp add mod">
        <pc:chgData name="Tim McIntosh" userId="80c4542c76bccb85" providerId="LiveId" clId="{DB6B0DCF-422C-4353-A4F8-7E457B1A928B}" dt="2022-02-14T08:25:48.495" v="3551"/>
        <pc:sldMkLst>
          <pc:docMk/>
          <pc:sldMk cId="3305548535" sldId="274"/>
        </pc:sldMkLst>
        <pc:spChg chg="mod">
          <ac:chgData name="Tim McIntosh" userId="80c4542c76bccb85" providerId="LiveId" clId="{DB6B0DCF-422C-4353-A4F8-7E457B1A928B}" dt="2022-02-14T08:25:48.495" v="3551"/>
          <ac:spMkLst>
            <pc:docMk/>
            <pc:sldMk cId="3305548535" sldId="274"/>
            <ac:spMk id="2" creationId="{8E146CB4-A571-4314-8366-1907D5010492}"/>
          </ac:spMkLst>
        </pc:spChg>
      </pc:sldChg>
      <pc:sldChg chg="modSp add mod">
        <pc:chgData name="Tim McIntosh" userId="80c4542c76bccb85" providerId="LiveId" clId="{DB6B0DCF-422C-4353-A4F8-7E457B1A928B}" dt="2022-02-14T08:25:59.473" v="3554"/>
        <pc:sldMkLst>
          <pc:docMk/>
          <pc:sldMk cId="1710677828" sldId="275"/>
        </pc:sldMkLst>
        <pc:spChg chg="mod">
          <ac:chgData name="Tim McIntosh" userId="80c4542c76bccb85" providerId="LiveId" clId="{DB6B0DCF-422C-4353-A4F8-7E457B1A928B}" dt="2022-02-14T08:25:59.473" v="3554"/>
          <ac:spMkLst>
            <pc:docMk/>
            <pc:sldMk cId="1710677828" sldId="275"/>
            <ac:spMk id="2" creationId="{8E146CB4-A571-4314-8366-1907D5010492}"/>
          </ac:spMkLst>
        </pc:spChg>
      </pc:sldChg>
      <pc:sldChg chg="add del">
        <pc:chgData name="Tim McIntosh" userId="80c4542c76bccb85" providerId="LiveId" clId="{DB6B0DCF-422C-4353-A4F8-7E457B1A928B}" dt="2022-02-12T05:16:46.018" v="1925" actId="2696"/>
        <pc:sldMkLst>
          <pc:docMk/>
          <pc:sldMk cId="2344319240" sldId="275"/>
        </pc:sldMkLst>
      </pc:sldChg>
      <pc:sldChg chg="del">
        <pc:chgData name="Tim McIntosh" userId="80c4542c76bccb85" providerId="LiveId" clId="{DB6B0DCF-422C-4353-A4F8-7E457B1A928B}" dt="2022-02-12T05:16:32.626" v="1923" actId="2696"/>
        <pc:sldMkLst>
          <pc:docMk/>
          <pc:sldMk cId="2446935371" sldId="275"/>
        </pc:sldMkLst>
      </pc:sldChg>
      <pc:sldChg chg="del">
        <pc:chgData name="Tim McIntosh" userId="80c4542c76bccb85" providerId="LiveId" clId="{DB6B0DCF-422C-4353-A4F8-7E457B1A928B}" dt="2022-02-12T05:16:32.626" v="1923" actId="2696"/>
        <pc:sldMkLst>
          <pc:docMk/>
          <pc:sldMk cId="642007176" sldId="276"/>
        </pc:sldMkLst>
      </pc:sldChg>
      <pc:sldChg chg="modSp add mod">
        <pc:chgData name="Tim McIntosh" userId="80c4542c76bccb85" providerId="LiveId" clId="{DB6B0DCF-422C-4353-A4F8-7E457B1A928B}" dt="2022-02-14T08:26:02.720" v="3555"/>
        <pc:sldMkLst>
          <pc:docMk/>
          <pc:sldMk cId="1968581442" sldId="276"/>
        </pc:sldMkLst>
        <pc:spChg chg="mod">
          <ac:chgData name="Tim McIntosh" userId="80c4542c76bccb85" providerId="LiveId" clId="{DB6B0DCF-422C-4353-A4F8-7E457B1A928B}" dt="2022-02-14T08:26:02.720" v="3555"/>
          <ac:spMkLst>
            <pc:docMk/>
            <pc:sldMk cId="1968581442" sldId="276"/>
            <ac:spMk id="2" creationId="{8E146CB4-A571-4314-8366-1907D5010492}"/>
          </ac:spMkLst>
        </pc:spChg>
      </pc:sldChg>
      <pc:sldChg chg="add del">
        <pc:chgData name="Tim McIntosh" userId="80c4542c76bccb85" providerId="LiveId" clId="{DB6B0DCF-422C-4353-A4F8-7E457B1A928B}" dt="2022-02-12T05:16:46.018" v="1925" actId="2696"/>
        <pc:sldMkLst>
          <pc:docMk/>
          <pc:sldMk cId="4125751430" sldId="276"/>
        </pc:sldMkLst>
      </pc:sldChg>
      <pc:sldChg chg="modSp mod">
        <pc:chgData name="Tim McIntosh" userId="80c4542c76bccb85" providerId="LiveId" clId="{DB6B0DCF-422C-4353-A4F8-7E457B1A928B}" dt="2022-02-14T08:26:50.653" v="3571"/>
        <pc:sldMkLst>
          <pc:docMk/>
          <pc:sldMk cId="2634690509" sldId="277"/>
        </pc:sldMkLst>
        <pc:spChg chg="mod">
          <ac:chgData name="Tim McIntosh" userId="80c4542c76bccb85" providerId="LiveId" clId="{DB6B0DCF-422C-4353-A4F8-7E457B1A928B}" dt="2022-02-14T08:26:50.653" v="3571"/>
          <ac:spMkLst>
            <pc:docMk/>
            <pc:sldMk cId="2634690509" sldId="277"/>
            <ac:spMk id="2" creationId="{46717AA1-E9E7-4C43-9D90-AC614EC90791}"/>
          </ac:spMkLst>
        </pc:spChg>
      </pc:sldChg>
      <pc:sldChg chg="modSp mod">
        <pc:chgData name="Tim McIntosh" userId="80c4542c76bccb85" providerId="LiveId" clId="{DB6B0DCF-422C-4353-A4F8-7E457B1A928B}" dt="2022-02-14T08:26:06.273" v="3556"/>
        <pc:sldMkLst>
          <pc:docMk/>
          <pc:sldMk cId="1987218006" sldId="278"/>
        </pc:sldMkLst>
        <pc:spChg chg="mod">
          <ac:chgData name="Tim McIntosh" userId="80c4542c76bccb85" providerId="LiveId" clId="{DB6B0DCF-422C-4353-A4F8-7E457B1A928B}" dt="2022-02-14T08:26:06.273" v="3556"/>
          <ac:spMkLst>
            <pc:docMk/>
            <pc:sldMk cId="1987218006" sldId="278"/>
            <ac:spMk id="2" creationId="{72275A1D-7D1B-4E23-BF1C-0D30325F6EE6}"/>
          </ac:spMkLst>
        </pc:spChg>
      </pc:sldChg>
      <pc:sldChg chg="modSp mod">
        <pc:chgData name="Tim McIntosh" userId="80c4542c76bccb85" providerId="LiveId" clId="{DB6B0DCF-422C-4353-A4F8-7E457B1A928B}" dt="2022-02-14T08:26:12.792" v="3558"/>
        <pc:sldMkLst>
          <pc:docMk/>
          <pc:sldMk cId="2480749934" sldId="279"/>
        </pc:sldMkLst>
        <pc:spChg chg="mod">
          <ac:chgData name="Tim McIntosh" userId="80c4542c76bccb85" providerId="LiveId" clId="{DB6B0DCF-422C-4353-A4F8-7E457B1A928B}" dt="2022-02-14T08:26:12.792" v="3558"/>
          <ac:spMkLst>
            <pc:docMk/>
            <pc:sldMk cId="2480749934" sldId="279"/>
            <ac:spMk id="2" creationId="{72275A1D-7D1B-4E23-BF1C-0D30325F6EE6}"/>
          </ac:spMkLst>
        </pc:spChg>
      </pc:sldChg>
      <pc:sldChg chg="modSp mod">
        <pc:chgData name="Tim McIntosh" userId="80c4542c76bccb85" providerId="LiveId" clId="{DB6B0DCF-422C-4353-A4F8-7E457B1A928B}" dt="2022-02-14T08:27:05.043" v="3576"/>
        <pc:sldMkLst>
          <pc:docMk/>
          <pc:sldMk cId="1363475473" sldId="280"/>
        </pc:sldMkLst>
        <pc:spChg chg="mod">
          <ac:chgData name="Tim McIntosh" userId="80c4542c76bccb85" providerId="LiveId" clId="{DB6B0DCF-422C-4353-A4F8-7E457B1A928B}" dt="2022-02-14T08:27:05.043" v="3576"/>
          <ac:spMkLst>
            <pc:docMk/>
            <pc:sldMk cId="1363475473" sldId="280"/>
            <ac:spMk id="2" creationId="{46717AA1-E9E7-4C43-9D90-AC614EC90791}"/>
          </ac:spMkLst>
        </pc:spChg>
        <pc:spChg chg="mod">
          <ac:chgData name="Tim McIntosh" userId="80c4542c76bccb85" providerId="LiveId" clId="{DB6B0DCF-422C-4353-A4F8-7E457B1A928B}" dt="2022-02-12T05:48:50.720" v="2637" actId="20577"/>
          <ac:spMkLst>
            <pc:docMk/>
            <pc:sldMk cId="1363475473" sldId="280"/>
            <ac:spMk id="23555" creationId="{2D765F26-F4C3-4C79-A70A-3579B29A9517}"/>
          </ac:spMkLst>
        </pc:spChg>
      </pc:sldChg>
      <pc:sldChg chg="modSp mod">
        <pc:chgData name="Tim McIntosh" userId="80c4542c76bccb85" providerId="LiveId" clId="{DB6B0DCF-422C-4353-A4F8-7E457B1A928B}" dt="2022-02-14T08:26:47.996" v="3570"/>
        <pc:sldMkLst>
          <pc:docMk/>
          <pc:sldMk cId="2873145535" sldId="281"/>
        </pc:sldMkLst>
        <pc:spChg chg="mod">
          <ac:chgData name="Tim McIntosh" userId="80c4542c76bccb85" providerId="LiveId" clId="{DB6B0DCF-422C-4353-A4F8-7E457B1A928B}" dt="2022-02-14T08:26:47.996" v="3570"/>
          <ac:spMkLst>
            <pc:docMk/>
            <pc:sldMk cId="2873145535" sldId="281"/>
            <ac:spMk id="2" creationId="{96614E2B-3819-4631-BA16-DAAAE805593B}"/>
          </ac:spMkLst>
        </pc:spChg>
      </pc:sldChg>
      <pc:sldChg chg="modSp add mod">
        <pc:chgData name="Tim McIntosh" userId="80c4542c76bccb85" providerId="LiveId" clId="{DB6B0DCF-422C-4353-A4F8-7E457B1A928B}" dt="2022-02-14T08:26:09.480" v="3557"/>
        <pc:sldMkLst>
          <pc:docMk/>
          <pc:sldMk cId="1747997659" sldId="282"/>
        </pc:sldMkLst>
        <pc:spChg chg="mod">
          <ac:chgData name="Tim McIntosh" userId="80c4542c76bccb85" providerId="LiveId" clId="{DB6B0DCF-422C-4353-A4F8-7E457B1A928B}" dt="2022-02-14T08:26:09.480" v="3557"/>
          <ac:spMkLst>
            <pc:docMk/>
            <pc:sldMk cId="1747997659" sldId="282"/>
            <ac:spMk id="2" creationId="{72275A1D-7D1B-4E23-BF1C-0D30325F6EE6}"/>
          </ac:spMkLst>
        </pc:spChg>
        <pc:spChg chg="mod">
          <ac:chgData name="Tim McIntosh" userId="80c4542c76bccb85" providerId="LiveId" clId="{DB6B0DCF-422C-4353-A4F8-7E457B1A928B}" dt="2022-02-12T01:56:01.081" v="258" actId="20577"/>
          <ac:spMkLst>
            <pc:docMk/>
            <pc:sldMk cId="1747997659" sldId="282"/>
            <ac:spMk id="6146" creationId="{190BDBBE-2518-4DC2-A8A5-7B1347851768}"/>
          </ac:spMkLst>
        </pc:spChg>
        <pc:spChg chg="mod">
          <ac:chgData name="Tim McIntosh" userId="80c4542c76bccb85" providerId="LiveId" clId="{DB6B0DCF-422C-4353-A4F8-7E457B1A928B}" dt="2022-02-12T02:03:21.303" v="540" actId="255"/>
          <ac:spMkLst>
            <pc:docMk/>
            <pc:sldMk cId="1747997659" sldId="282"/>
            <ac:spMk id="22531" creationId="{11F364B8-9E55-4D33-84A1-D572CD6C3E86}"/>
          </ac:spMkLst>
        </pc:spChg>
      </pc:sldChg>
      <pc:sldChg chg="modSp add del mod">
        <pc:chgData name="Tim McIntosh" userId="80c4542c76bccb85" providerId="LiveId" clId="{DB6B0DCF-422C-4353-A4F8-7E457B1A928B}" dt="2022-02-12T02:23:41.686" v="704" actId="2696"/>
        <pc:sldMkLst>
          <pc:docMk/>
          <pc:sldMk cId="1632801012" sldId="283"/>
        </pc:sldMkLst>
        <pc:spChg chg="mod">
          <ac:chgData name="Tim McIntosh" userId="80c4542c76bccb85" providerId="LiveId" clId="{DB6B0DCF-422C-4353-A4F8-7E457B1A928B}" dt="2022-02-12T02:04:18.181" v="616" actId="20577"/>
          <ac:spMkLst>
            <pc:docMk/>
            <pc:sldMk cId="1632801012" sldId="283"/>
            <ac:spMk id="6146" creationId="{190BDBBE-2518-4DC2-A8A5-7B1347851768}"/>
          </ac:spMkLst>
        </pc:spChg>
        <pc:spChg chg="mod">
          <ac:chgData name="Tim McIntosh" userId="80c4542c76bccb85" providerId="LiveId" clId="{DB6B0DCF-422C-4353-A4F8-7E457B1A928B}" dt="2022-02-12T02:23:37.672" v="703" actId="20577"/>
          <ac:spMkLst>
            <pc:docMk/>
            <pc:sldMk cId="1632801012" sldId="283"/>
            <ac:spMk id="22531" creationId="{11F364B8-9E55-4D33-84A1-D572CD6C3E86}"/>
          </ac:spMkLst>
        </pc:spChg>
      </pc:sldChg>
      <pc:sldChg chg="modSp add mod">
        <pc:chgData name="Tim McIntosh" userId="80c4542c76bccb85" providerId="LiveId" clId="{DB6B0DCF-422C-4353-A4F8-7E457B1A928B}" dt="2022-02-14T08:26:26.193" v="3563"/>
        <pc:sldMkLst>
          <pc:docMk/>
          <pc:sldMk cId="3265590034" sldId="283"/>
        </pc:sldMkLst>
        <pc:spChg chg="mod">
          <ac:chgData name="Tim McIntosh" userId="80c4542c76bccb85" providerId="LiveId" clId="{DB6B0DCF-422C-4353-A4F8-7E457B1A928B}" dt="2022-02-14T08:26:26.193" v="3563"/>
          <ac:spMkLst>
            <pc:docMk/>
            <pc:sldMk cId="3265590034" sldId="283"/>
            <ac:spMk id="2" creationId="{46717AA1-E9E7-4C43-9D90-AC614EC90791}"/>
          </ac:spMkLst>
        </pc:spChg>
        <pc:spChg chg="mod">
          <ac:chgData name="Tim McIntosh" userId="80c4542c76bccb85" providerId="LiveId" clId="{DB6B0DCF-422C-4353-A4F8-7E457B1A928B}" dt="2022-02-12T02:24:47.497" v="765" actId="20577"/>
          <ac:spMkLst>
            <pc:docMk/>
            <pc:sldMk cId="3265590034" sldId="283"/>
            <ac:spMk id="6146" creationId="{23420AC8-E61C-458D-9532-7C3A2E114EAB}"/>
          </ac:spMkLst>
        </pc:spChg>
        <pc:spChg chg="mod">
          <ac:chgData name="Tim McIntosh" userId="80c4542c76bccb85" providerId="LiveId" clId="{DB6B0DCF-422C-4353-A4F8-7E457B1A928B}" dt="2022-02-12T05:17:13.470" v="1927" actId="11"/>
          <ac:spMkLst>
            <pc:docMk/>
            <pc:sldMk cId="3265590034" sldId="283"/>
            <ac:spMk id="23555" creationId="{2D765F26-F4C3-4C79-A70A-3579B29A9517}"/>
          </ac:spMkLst>
        </pc:spChg>
      </pc:sldChg>
      <pc:sldChg chg="modSp add mod">
        <pc:chgData name="Tim McIntosh" userId="80c4542c76bccb85" providerId="LiveId" clId="{DB6B0DCF-422C-4353-A4F8-7E457B1A928B}" dt="2022-02-14T08:26:53.172" v="3572"/>
        <pc:sldMkLst>
          <pc:docMk/>
          <pc:sldMk cId="953012337" sldId="284"/>
        </pc:sldMkLst>
        <pc:spChg chg="mod">
          <ac:chgData name="Tim McIntosh" userId="80c4542c76bccb85" providerId="LiveId" clId="{DB6B0DCF-422C-4353-A4F8-7E457B1A928B}" dt="2022-02-14T08:26:53.172" v="3572"/>
          <ac:spMkLst>
            <pc:docMk/>
            <pc:sldMk cId="953012337" sldId="284"/>
            <ac:spMk id="2" creationId="{46717AA1-E9E7-4C43-9D90-AC614EC90791}"/>
          </ac:spMkLst>
        </pc:spChg>
        <pc:spChg chg="mod">
          <ac:chgData name="Tim McIntosh" userId="80c4542c76bccb85" providerId="LiveId" clId="{DB6B0DCF-422C-4353-A4F8-7E457B1A928B}" dt="2022-02-12T02:53:17.472" v="1121" actId="20577"/>
          <ac:spMkLst>
            <pc:docMk/>
            <pc:sldMk cId="953012337" sldId="284"/>
            <ac:spMk id="6146" creationId="{23420AC8-E61C-458D-9532-7C3A2E114EAB}"/>
          </ac:spMkLst>
        </pc:spChg>
        <pc:spChg chg="mod">
          <ac:chgData name="Tim McIntosh" userId="80c4542c76bccb85" providerId="LiveId" clId="{DB6B0DCF-422C-4353-A4F8-7E457B1A928B}" dt="2022-02-12T02:59:48.717" v="1757" actId="20577"/>
          <ac:spMkLst>
            <pc:docMk/>
            <pc:sldMk cId="953012337" sldId="284"/>
            <ac:spMk id="23555" creationId="{2D765F26-F4C3-4C79-A70A-3579B29A9517}"/>
          </ac:spMkLst>
        </pc:spChg>
      </pc:sldChg>
      <pc:sldChg chg="modSp add del mod">
        <pc:chgData name="Tim McIntosh" userId="80c4542c76bccb85" providerId="LiveId" clId="{DB6B0DCF-422C-4353-A4F8-7E457B1A928B}" dt="2022-02-14T08:26:56.563" v="3573"/>
        <pc:sldMkLst>
          <pc:docMk/>
          <pc:sldMk cId="3230552907" sldId="285"/>
        </pc:sldMkLst>
        <pc:spChg chg="mod">
          <ac:chgData name="Tim McIntosh" userId="80c4542c76bccb85" providerId="LiveId" clId="{DB6B0DCF-422C-4353-A4F8-7E457B1A928B}" dt="2022-02-14T08:26:56.563" v="3573"/>
          <ac:spMkLst>
            <pc:docMk/>
            <pc:sldMk cId="3230552907" sldId="285"/>
            <ac:spMk id="2" creationId="{46717AA1-E9E7-4C43-9D90-AC614EC90791}"/>
          </ac:spMkLst>
        </pc:spChg>
        <pc:spChg chg="mod">
          <ac:chgData name="Tim McIntosh" userId="80c4542c76bccb85" providerId="LiveId" clId="{DB6B0DCF-422C-4353-A4F8-7E457B1A928B}" dt="2022-02-12T05:17:37.143" v="1963" actId="20577"/>
          <ac:spMkLst>
            <pc:docMk/>
            <pc:sldMk cId="3230552907" sldId="285"/>
            <ac:spMk id="6146" creationId="{23420AC8-E61C-458D-9532-7C3A2E114EAB}"/>
          </ac:spMkLst>
        </pc:spChg>
        <pc:spChg chg="mod">
          <ac:chgData name="Tim McIntosh" userId="80c4542c76bccb85" providerId="LiveId" clId="{DB6B0DCF-422C-4353-A4F8-7E457B1A928B}" dt="2022-02-12T06:28:08.793" v="3494" actId="20577"/>
          <ac:spMkLst>
            <pc:docMk/>
            <pc:sldMk cId="3230552907" sldId="285"/>
            <ac:spMk id="23555" creationId="{2D765F26-F4C3-4C79-A70A-3579B29A9517}"/>
          </ac:spMkLst>
        </pc:spChg>
      </pc:sldChg>
      <pc:sldChg chg="modSp add mod">
        <pc:chgData name="Tim McIntosh" userId="80c4542c76bccb85" providerId="LiveId" clId="{DB6B0DCF-422C-4353-A4F8-7E457B1A928B}" dt="2022-02-12T05:16:14.889" v="1922" actId="11"/>
        <pc:sldMkLst>
          <pc:docMk/>
          <pc:sldMk cId="2228163726" sldId="286"/>
        </pc:sldMkLst>
        <pc:spChg chg="mod">
          <ac:chgData name="Tim McIntosh" userId="80c4542c76bccb85" providerId="LiveId" clId="{DB6B0DCF-422C-4353-A4F8-7E457B1A928B}" dt="2022-02-12T05:15:40.816" v="1787" actId="20577"/>
          <ac:spMkLst>
            <pc:docMk/>
            <pc:sldMk cId="2228163726" sldId="286"/>
            <ac:spMk id="6146" creationId="{190BDBBE-2518-4DC2-A8A5-7B1347851768}"/>
          </ac:spMkLst>
        </pc:spChg>
        <pc:spChg chg="mod">
          <ac:chgData name="Tim McIntosh" userId="80c4542c76bccb85" providerId="LiveId" clId="{DB6B0DCF-422C-4353-A4F8-7E457B1A928B}" dt="2022-02-12T05:16:14.889" v="1922" actId="11"/>
          <ac:spMkLst>
            <pc:docMk/>
            <pc:sldMk cId="2228163726" sldId="286"/>
            <ac:spMk id="22531" creationId="{11F364B8-9E55-4D33-84A1-D572CD6C3E86}"/>
          </ac:spMkLst>
        </pc:spChg>
      </pc:sldChg>
      <pc:sldChg chg="add del">
        <pc:chgData name="Tim McIntosh" userId="80c4542c76bccb85" providerId="LiveId" clId="{DB6B0DCF-422C-4353-A4F8-7E457B1A928B}" dt="2022-02-12T05:43:12.119" v="2257" actId="2696"/>
        <pc:sldMkLst>
          <pc:docMk/>
          <pc:sldMk cId="771953093" sldId="287"/>
        </pc:sldMkLst>
      </pc:sldChg>
      <pc:sldChg chg="modSp add mod">
        <pc:chgData name="Tim McIntosh" userId="80c4542c76bccb85" providerId="LiveId" clId="{DB6B0DCF-422C-4353-A4F8-7E457B1A928B}" dt="2022-02-14T08:26:59.020" v="3574"/>
        <pc:sldMkLst>
          <pc:docMk/>
          <pc:sldMk cId="1196611232" sldId="287"/>
        </pc:sldMkLst>
        <pc:spChg chg="mod">
          <ac:chgData name="Tim McIntosh" userId="80c4542c76bccb85" providerId="LiveId" clId="{DB6B0DCF-422C-4353-A4F8-7E457B1A928B}" dt="2022-02-14T08:26:59.020" v="3574"/>
          <ac:spMkLst>
            <pc:docMk/>
            <pc:sldMk cId="1196611232" sldId="287"/>
            <ac:spMk id="2" creationId="{46717AA1-E9E7-4C43-9D90-AC614EC90791}"/>
          </ac:spMkLst>
        </pc:spChg>
        <pc:spChg chg="mod">
          <ac:chgData name="Tim McIntosh" userId="80c4542c76bccb85" providerId="LiveId" clId="{DB6B0DCF-422C-4353-A4F8-7E457B1A928B}" dt="2022-02-12T05:52:37.143" v="2776" actId="20577"/>
          <ac:spMkLst>
            <pc:docMk/>
            <pc:sldMk cId="1196611232" sldId="287"/>
            <ac:spMk id="6146" creationId="{23420AC8-E61C-458D-9532-7C3A2E114EAB}"/>
          </ac:spMkLst>
        </pc:spChg>
        <pc:spChg chg="mod">
          <ac:chgData name="Tim McIntosh" userId="80c4542c76bccb85" providerId="LiveId" clId="{DB6B0DCF-422C-4353-A4F8-7E457B1A928B}" dt="2022-02-12T05:53:35.170" v="2958" actId="11"/>
          <ac:spMkLst>
            <pc:docMk/>
            <pc:sldMk cId="1196611232" sldId="287"/>
            <ac:spMk id="23555" creationId="{2D765F26-F4C3-4C79-A70A-3579B29A9517}"/>
          </ac:spMkLst>
        </pc:spChg>
      </pc:sldChg>
      <pc:sldChg chg="modSp add del mod">
        <pc:chgData name="Tim McIntosh" userId="80c4542c76bccb85" providerId="LiveId" clId="{DB6B0DCF-422C-4353-A4F8-7E457B1A928B}" dt="2022-02-12T06:08:44.434" v="3092" actId="2696"/>
        <pc:sldMkLst>
          <pc:docMk/>
          <pc:sldMk cId="4052069835" sldId="288"/>
        </pc:sldMkLst>
        <pc:spChg chg="mod">
          <ac:chgData name="Tim McIntosh" userId="80c4542c76bccb85" providerId="LiveId" clId="{DB6B0DCF-422C-4353-A4F8-7E457B1A928B}" dt="2022-02-12T05:54:06.957" v="3076" actId="20577"/>
          <ac:spMkLst>
            <pc:docMk/>
            <pc:sldMk cId="4052069835" sldId="288"/>
            <ac:spMk id="23555" creationId="{2D765F26-F4C3-4C79-A70A-3579B29A9517}"/>
          </ac:spMkLst>
        </pc:spChg>
      </pc:sldChg>
      <pc:sldChg chg="addSp delSp modSp add mod">
        <pc:chgData name="Tim McIntosh" userId="80c4542c76bccb85" providerId="LiveId" clId="{DB6B0DCF-422C-4353-A4F8-7E457B1A928B}" dt="2022-02-14T08:27:01.583" v="3575"/>
        <pc:sldMkLst>
          <pc:docMk/>
          <pc:sldMk cId="869496650" sldId="289"/>
        </pc:sldMkLst>
        <pc:spChg chg="mod">
          <ac:chgData name="Tim McIntosh" userId="80c4542c76bccb85" providerId="LiveId" clId="{DB6B0DCF-422C-4353-A4F8-7E457B1A928B}" dt="2022-02-14T08:27:01.583" v="3575"/>
          <ac:spMkLst>
            <pc:docMk/>
            <pc:sldMk cId="869496650" sldId="289"/>
            <ac:spMk id="2" creationId="{46717AA1-E9E7-4C43-9D90-AC614EC90791}"/>
          </ac:spMkLst>
        </pc:spChg>
        <pc:spChg chg="add del mod">
          <ac:chgData name="Tim McIntosh" userId="80c4542c76bccb85" providerId="LiveId" clId="{DB6B0DCF-422C-4353-A4F8-7E457B1A928B}" dt="2022-02-12T05:54:20.589" v="3079" actId="478"/>
          <ac:spMkLst>
            <pc:docMk/>
            <pc:sldMk cId="869496650" sldId="289"/>
            <ac:spMk id="3" creationId="{16DE7AA4-2367-4C8D-ABF8-AFF2045507B5}"/>
          </ac:spMkLst>
        </pc:spChg>
        <pc:spChg chg="add del mod">
          <ac:chgData name="Tim McIntosh" userId="80c4542c76bccb85" providerId="LiveId" clId="{DB6B0DCF-422C-4353-A4F8-7E457B1A928B}" dt="2022-02-12T05:54:27.790" v="3081" actId="478"/>
          <ac:spMkLst>
            <pc:docMk/>
            <pc:sldMk cId="869496650" sldId="289"/>
            <ac:spMk id="5" creationId="{ED16F417-4F4F-42E2-89F6-C1E692E12C29}"/>
          </ac:spMkLst>
        </pc:spChg>
        <pc:spChg chg="del">
          <ac:chgData name="Tim McIntosh" userId="80c4542c76bccb85" providerId="LiveId" clId="{DB6B0DCF-422C-4353-A4F8-7E457B1A928B}" dt="2022-02-12T05:54:23.412" v="3080" actId="478"/>
          <ac:spMkLst>
            <pc:docMk/>
            <pc:sldMk cId="869496650" sldId="289"/>
            <ac:spMk id="6146" creationId="{23420AC8-E61C-458D-9532-7C3A2E114EAB}"/>
          </ac:spMkLst>
        </pc:spChg>
        <pc:spChg chg="del">
          <ac:chgData name="Tim McIntosh" userId="80c4542c76bccb85" providerId="LiveId" clId="{DB6B0DCF-422C-4353-A4F8-7E457B1A928B}" dt="2022-02-12T05:54:18.021" v="3078" actId="478"/>
          <ac:spMkLst>
            <pc:docMk/>
            <pc:sldMk cId="869496650" sldId="289"/>
            <ac:spMk id="23555" creationId="{2D765F26-F4C3-4C79-A70A-3579B29A9517}"/>
          </ac:spMkLst>
        </pc:spChg>
        <pc:picChg chg="add mod">
          <ac:chgData name="Tim McIntosh" userId="80c4542c76bccb85" providerId="LiveId" clId="{DB6B0DCF-422C-4353-A4F8-7E457B1A928B}" dt="2022-02-12T05:56:47.444" v="3091" actId="1076"/>
          <ac:picMkLst>
            <pc:docMk/>
            <pc:sldMk cId="869496650" sldId="289"/>
            <ac:picMk id="7" creationId="{E2CB0594-1FBA-4ACE-B352-DE8902D424B5}"/>
          </ac:picMkLst>
        </pc:picChg>
        <pc:picChg chg="add del mod">
          <ac:chgData name="Tim McIntosh" userId="80c4542c76bccb85" providerId="LiveId" clId="{DB6B0DCF-422C-4353-A4F8-7E457B1A928B}" dt="2022-02-12T05:56:20.143" v="3087" actId="478"/>
          <ac:picMkLst>
            <pc:docMk/>
            <pc:sldMk cId="869496650" sldId="289"/>
            <ac:picMk id="9" creationId="{C0403EC1-5DF7-4CD5-951A-DADCA03E5636}"/>
          </ac:picMkLst>
        </pc:picChg>
        <pc:picChg chg="add mod">
          <ac:chgData name="Tim McIntosh" userId="80c4542c76bccb85" providerId="LiveId" clId="{DB6B0DCF-422C-4353-A4F8-7E457B1A928B}" dt="2022-02-12T05:56:43.242" v="3089" actId="1076"/>
          <ac:picMkLst>
            <pc:docMk/>
            <pc:sldMk cId="869496650" sldId="289"/>
            <ac:picMk id="11" creationId="{2176D69D-69A5-4844-982D-E51CEF8DD19F}"/>
          </ac:picMkLst>
        </pc:picChg>
      </pc:sldChg>
      <pc:sldChg chg="modSp add mod">
        <pc:chgData name="Tim McIntosh" userId="80c4542c76bccb85" providerId="LiveId" clId="{DB6B0DCF-422C-4353-A4F8-7E457B1A928B}" dt="2022-02-14T08:25:23.519" v="3548"/>
        <pc:sldMkLst>
          <pc:docMk/>
          <pc:sldMk cId="704369733" sldId="290"/>
        </pc:sldMkLst>
        <pc:spChg chg="mod">
          <ac:chgData name="Tim McIntosh" userId="80c4542c76bccb85" providerId="LiveId" clId="{DB6B0DCF-422C-4353-A4F8-7E457B1A928B}" dt="2022-02-14T08:25:23.519" v="3548"/>
          <ac:spMkLst>
            <pc:docMk/>
            <pc:sldMk cId="704369733" sldId="290"/>
            <ac:spMk id="2" creationId="{72275A1D-7D1B-4E23-BF1C-0D30325F6EE6}"/>
          </ac:spMkLst>
        </pc:spChg>
      </pc:sldChg>
      <pc:sldChg chg="modSp add mod">
        <pc:chgData name="Tim McIntosh" userId="80c4542c76bccb85" providerId="LiveId" clId="{DB6B0DCF-422C-4353-A4F8-7E457B1A928B}" dt="2022-02-14T08:25:34.213" v="3550"/>
        <pc:sldMkLst>
          <pc:docMk/>
          <pc:sldMk cId="2322794807" sldId="291"/>
        </pc:sldMkLst>
        <pc:spChg chg="mod">
          <ac:chgData name="Tim McIntosh" userId="80c4542c76bccb85" providerId="LiveId" clId="{DB6B0DCF-422C-4353-A4F8-7E457B1A928B}" dt="2022-02-14T08:25:34.213" v="3550"/>
          <ac:spMkLst>
            <pc:docMk/>
            <pc:sldMk cId="2322794807" sldId="291"/>
            <ac:spMk id="2" creationId="{72275A1D-7D1B-4E23-BF1C-0D30325F6EE6}"/>
          </ac:spMkLst>
        </pc:spChg>
        <pc:spChg chg="mod">
          <ac:chgData name="Tim McIntosh" userId="80c4542c76bccb85" providerId="LiveId" clId="{DB6B0DCF-422C-4353-A4F8-7E457B1A928B}" dt="2022-02-14T08:25:32.078" v="3549" actId="1076"/>
          <ac:spMkLst>
            <pc:docMk/>
            <pc:sldMk cId="2322794807" sldId="291"/>
            <ac:spMk id="5" creationId="{1C5CC246-7355-4614-AB6C-AD183AAD8A78}"/>
          </ac:spMkLst>
        </pc:spChg>
      </pc:sldChg>
      <pc:sldChg chg="modSp add mod">
        <pc:chgData name="Tim McIntosh" userId="80c4542c76bccb85" providerId="LiveId" clId="{DB6B0DCF-422C-4353-A4F8-7E457B1A928B}" dt="2022-02-14T08:26:15.426" v="3559"/>
        <pc:sldMkLst>
          <pc:docMk/>
          <pc:sldMk cId="2705798789" sldId="292"/>
        </pc:sldMkLst>
        <pc:spChg chg="mod">
          <ac:chgData name="Tim McIntosh" userId="80c4542c76bccb85" providerId="LiveId" clId="{DB6B0DCF-422C-4353-A4F8-7E457B1A928B}" dt="2022-02-14T08:26:15.426" v="3559"/>
          <ac:spMkLst>
            <pc:docMk/>
            <pc:sldMk cId="2705798789" sldId="292"/>
            <ac:spMk id="2" creationId="{72275A1D-7D1B-4E23-BF1C-0D30325F6EE6}"/>
          </ac:spMkLst>
        </pc:spChg>
      </pc:sldChg>
      <pc:sldChg chg="modSp add mod">
        <pc:chgData name="Tim McIntosh" userId="80c4542c76bccb85" providerId="LiveId" clId="{DB6B0DCF-422C-4353-A4F8-7E457B1A928B}" dt="2022-02-14T08:26:17.825" v="3560"/>
        <pc:sldMkLst>
          <pc:docMk/>
          <pc:sldMk cId="511951508" sldId="293"/>
        </pc:sldMkLst>
        <pc:spChg chg="mod">
          <ac:chgData name="Tim McIntosh" userId="80c4542c76bccb85" providerId="LiveId" clId="{DB6B0DCF-422C-4353-A4F8-7E457B1A928B}" dt="2022-02-14T08:26:17.825" v="3560"/>
          <ac:spMkLst>
            <pc:docMk/>
            <pc:sldMk cId="511951508" sldId="293"/>
            <ac:spMk id="2" creationId="{72275A1D-7D1B-4E23-BF1C-0D30325F6EE6}"/>
          </ac:spMkLst>
        </pc:spChg>
      </pc:sldChg>
      <pc:sldChg chg="modSp add mod">
        <pc:chgData name="Tim McIntosh" userId="80c4542c76bccb85" providerId="LiveId" clId="{DB6B0DCF-422C-4353-A4F8-7E457B1A928B}" dt="2022-02-14T08:26:21.273" v="3561"/>
        <pc:sldMkLst>
          <pc:docMk/>
          <pc:sldMk cId="1472689301" sldId="314"/>
        </pc:sldMkLst>
        <pc:spChg chg="mod">
          <ac:chgData name="Tim McIntosh" userId="80c4542c76bccb85" providerId="LiveId" clId="{DB6B0DCF-422C-4353-A4F8-7E457B1A928B}" dt="2022-02-14T08:26:21.273" v="3561"/>
          <ac:spMkLst>
            <pc:docMk/>
            <pc:sldMk cId="1472689301" sldId="314"/>
            <ac:spMk id="2" creationId="{72275A1D-7D1B-4E23-BF1C-0D30325F6EE6}"/>
          </ac:spMkLst>
        </pc:spChg>
      </pc:sldChg>
      <pc:sldMasterChg chg="del delSldLayout">
        <pc:chgData name="Tim McIntosh" userId="80c4542c76bccb85" providerId="LiveId" clId="{DB6B0DCF-422C-4353-A4F8-7E457B1A928B}" dt="2022-02-14T08:23:28.408" v="3500" actId="2696"/>
        <pc:sldMasterMkLst>
          <pc:docMk/>
          <pc:sldMasterMk cId="0" sldId="2147483651"/>
        </pc:sldMasterMkLst>
        <pc:sldLayoutChg chg="del">
          <pc:chgData name="Tim McIntosh" userId="80c4542c76bccb85" providerId="LiveId" clId="{DB6B0DCF-422C-4353-A4F8-7E457B1A928B}" dt="2022-02-14T08:23:28.402" v="3498" actId="2696"/>
          <pc:sldLayoutMkLst>
            <pc:docMk/>
            <pc:sldMasterMk cId="0" sldId="2147483651"/>
            <pc:sldLayoutMk cId="1686131074" sldId="2147483968"/>
          </pc:sldLayoutMkLst>
        </pc:sldLayoutChg>
        <pc:sldLayoutChg chg="del">
          <pc:chgData name="Tim McIntosh" userId="80c4542c76bccb85" providerId="LiveId" clId="{DB6B0DCF-422C-4353-A4F8-7E457B1A928B}" dt="2022-02-14T08:23:28.404" v="3499" actId="2696"/>
          <pc:sldLayoutMkLst>
            <pc:docMk/>
            <pc:sldMasterMk cId="0" sldId="2147483651"/>
            <pc:sldLayoutMk cId="66218245" sldId="2147483969"/>
          </pc:sldLayoutMkLst>
        </pc:sldLayoutChg>
      </pc:sldMasterChg>
      <pc:sldMasterChg chg="del delSldLayout">
        <pc:chgData name="Tim McIntosh" userId="80c4542c76bccb85" providerId="LiveId" clId="{DB6B0DCF-422C-4353-A4F8-7E457B1A928B}" dt="2022-02-14T08:23:28.391" v="3497" actId="2696"/>
        <pc:sldMasterMkLst>
          <pc:docMk/>
          <pc:sldMasterMk cId="0" sldId="2147483654"/>
        </pc:sldMasterMkLst>
        <pc:sldLayoutChg chg="del">
          <pc:chgData name="Tim McIntosh" userId="80c4542c76bccb85" providerId="LiveId" clId="{DB6B0DCF-422C-4353-A4F8-7E457B1A928B}" dt="2022-02-14T08:23:28.387" v="3496" actId="2696"/>
          <pc:sldLayoutMkLst>
            <pc:docMk/>
            <pc:sldMasterMk cId="0" sldId="2147483654"/>
            <pc:sldLayoutMk cId="3406083966" sldId="2147483967"/>
          </pc:sldLayoutMkLst>
        </pc:sldLayoutChg>
      </pc:sldMasterChg>
      <pc:sldMasterChg chg="modSp mod delSldLayout modSldLayout">
        <pc:chgData name="Tim McIntosh" userId="80c4542c76bccb85" providerId="LiveId" clId="{DB6B0DCF-422C-4353-A4F8-7E457B1A928B}" dt="2022-02-14T08:24:44.013" v="3537" actId="2696"/>
        <pc:sldMasterMkLst>
          <pc:docMk/>
          <pc:sldMasterMk cId="0" sldId="2147483658"/>
        </pc:sldMasterMkLst>
        <pc:spChg chg="mod">
          <ac:chgData name="Tim McIntosh" userId="80c4542c76bccb85" providerId="LiveId" clId="{DB6B0DCF-422C-4353-A4F8-7E457B1A928B}" dt="2022-02-14T08:23:42.107" v="3508"/>
          <ac:spMkLst>
            <pc:docMk/>
            <pc:sldMasterMk cId="0" sldId="2147483658"/>
            <ac:spMk id="5" creationId="{EFEE9959-195D-4693-AA37-953BDC04C6FE}"/>
          </ac:spMkLst>
        </pc:spChg>
        <pc:sldLayoutChg chg="modSp del mod">
          <pc:chgData name="Tim McIntosh" userId="80c4542c76bccb85" providerId="LiveId" clId="{DB6B0DCF-422C-4353-A4F8-7E457B1A928B}" dt="2022-02-14T08:24:44.013" v="3537" actId="2696"/>
          <pc:sldLayoutMkLst>
            <pc:docMk/>
            <pc:sldMasterMk cId="0" sldId="2147483658"/>
            <pc:sldLayoutMk cId="3241405307" sldId="2147483970"/>
          </pc:sldLayoutMkLst>
          <pc:spChg chg="mod">
            <ac:chgData name="Tim McIntosh" userId="80c4542c76bccb85" providerId="LiveId" clId="{DB6B0DCF-422C-4353-A4F8-7E457B1A928B}" dt="2022-02-14T08:23:54.906" v="3519"/>
            <ac:spMkLst>
              <pc:docMk/>
              <pc:sldMasterMk cId="0" sldId="2147483658"/>
              <pc:sldLayoutMk cId="3241405307" sldId="2147483970"/>
              <ac:spMk id="8" creationId="{F997CA58-90FD-4D2F-B023-D0AC0627E8AE}"/>
            </ac:spMkLst>
          </pc:spChg>
        </pc:sldLayoutChg>
        <pc:sldLayoutChg chg="modSp mod">
          <pc:chgData name="Tim McIntosh" userId="80c4542c76bccb85" providerId="LiveId" clId="{DB6B0DCF-422C-4353-A4F8-7E457B1A928B}" dt="2022-02-14T08:24:06.218" v="3527"/>
          <pc:sldLayoutMkLst>
            <pc:docMk/>
            <pc:sldMasterMk cId="0" sldId="2147483658"/>
            <pc:sldLayoutMk cId="3092058568" sldId="2147483971"/>
          </pc:sldLayoutMkLst>
          <pc:spChg chg="mod">
            <ac:chgData name="Tim McIntosh" userId="80c4542c76bccb85" providerId="LiveId" clId="{DB6B0DCF-422C-4353-A4F8-7E457B1A928B}" dt="2022-02-14T08:24:06.218" v="3527"/>
            <ac:spMkLst>
              <pc:docMk/>
              <pc:sldMasterMk cId="0" sldId="2147483658"/>
              <pc:sldLayoutMk cId="3092058568" sldId="2147483971"/>
              <ac:spMk id="5" creationId="{81279088-81E5-42AE-A449-F335DB56FCF5}"/>
            </ac:spMkLst>
          </pc:spChg>
        </pc:sldLayoutChg>
        <pc:sldLayoutChg chg="del">
          <pc:chgData name="Tim McIntosh" userId="80c4542c76bccb85" providerId="LiveId" clId="{DB6B0DCF-422C-4353-A4F8-7E457B1A928B}" dt="2022-02-14T08:24:39.600" v="3536" actId="2696"/>
          <pc:sldLayoutMkLst>
            <pc:docMk/>
            <pc:sldMasterMk cId="0" sldId="2147483658"/>
            <pc:sldLayoutMk cId="3767248618" sldId="2147483972"/>
          </pc:sldLayoutMkLst>
        </pc:sldLayoutChg>
        <pc:sldLayoutChg chg="del">
          <pc:chgData name="Tim McIntosh" userId="80c4542c76bccb85" providerId="LiveId" clId="{DB6B0DCF-422C-4353-A4F8-7E457B1A928B}" dt="2022-02-14T08:24:37.699" v="3535" actId="2696"/>
          <pc:sldLayoutMkLst>
            <pc:docMk/>
            <pc:sldMasterMk cId="0" sldId="2147483658"/>
            <pc:sldLayoutMk cId="1551832678" sldId="2147483973"/>
          </pc:sldLayoutMkLst>
        </pc:sldLayoutChg>
        <pc:sldLayoutChg chg="del">
          <pc:chgData name="Tim McIntosh" userId="80c4542c76bccb85" providerId="LiveId" clId="{DB6B0DCF-422C-4353-A4F8-7E457B1A928B}" dt="2022-02-14T08:24:35.900" v="3534" actId="2696"/>
          <pc:sldLayoutMkLst>
            <pc:docMk/>
            <pc:sldMasterMk cId="0" sldId="2147483658"/>
            <pc:sldLayoutMk cId="3262363800" sldId="2147483974"/>
          </pc:sldLayoutMkLst>
        </pc:sldLayoutChg>
        <pc:sldLayoutChg chg="del">
          <pc:chgData name="Tim McIntosh" userId="80c4542c76bccb85" providerId="LiveId" clId="{DB6B0DCF-422C-4353-A4F8-7E457B1A928B}" dt="2022-02-14T08:24:33.904" v="3533" actId="2696"/>
          <pc:sldLayoutMkLst>
            <pc:docMk/>
            <pc:sldMasterMk cId="0" sldId="2147483658"/>
            <pc:sldLayoutMk cId="2265036269" sldId="2147483975"/>
          </pc:sldLayoutMkLst>
        </pc:sldLayoutChg>
        <pc:sldLayoutChg chg="del">
          <pc:chgData name="Tim McIntosh" userId="80c4542c76bccb85" providerId="LiveId" clId="{DB6B0DCF-422C-4353-A4F8-7E457B1A928B}" dt="2022-02-14T08:24:31.633" v="3532" actId="2696"/>
          <pc:sldLayoutMkLst>
            <pc:docMk/>
            <pc:sldMasterMk cId="0" sldId="2147483658"/>
            <pc:sldLayoutMk cId="2848908576" sldId="2147483976"/>
          </pc:sldLayoutMkLst>
        </pc:sldLayoutChg>
        <pc:sldLayoutChg chg="del">
          <pc:chgData name="Tim McIntosh" userId="80c4542c76bccb85" providerId="LiveId" clId="{DB6B0DCF-422C-4353-A4F8-7E457B1A928B}" dt="2022-02-14T08:24:29.700" v="3531" actId="2696"/>
          <pc:sldLayoutMkLst>
            <pc:docMk/>
            <pc:sldMasterMk cId="0" sldId="2147483658"/>
            <pc:sldLayoutMk cId="259065860" sldId="2147483977"/>
          </pc:sldLayoutMkLst>
        </pc:sldLayoutChg>
        <pc:sldLayoutChg chg="del">
          <pc:chgData name="Tim McIntosh" userId="80c4542c76bccb85" providerId="LiveId" clId="{DB6B0DCF-422C-4353-A4F8-7E457B1A928B}" dt="2022-02-14T08:24:18.437" v="3528" actId="2696"/>
          <pc:sldLayoutMkLst>
            <pc:docMk/>
            <pc:sldMasterMk cId="0" sldId="2147483658"/>
            <pc:sldLayoutMk cId="4224716668" sldId="2147483978"/>
          </pc:sldLayoutMkLst>
        </pc:sldLayoutChg>
        <pc:sldLayoutChg chg="del">
          <pc:chgData name="Tim McIntosh" userId="80c4542c76bccb85" providerId="LiveId" clId="{DB6B0DCF-422C-4353-A4F8-7E457B1A928B}" dt="2022-02-14T08:24:18.453" v="3529" actId="2696"/>
          <pc:sldLayoutMkLst>
            <pc:docMk/>
            <pc:sldMasterMk cId="0" sldId="2147483658"/>
            <pc:sldLayoutMk cId="2694374494" sldId="2147483979"/>
          </pc:sldLayoutMkLst>
        </pc:sldLayoutChg>
        <pc:sldLayoutChg chg="del">
          <pc:chgData name="Tim McIntosh" userId="80c4542c76bccb85" providerId="LiveId" clId="{DB6B0DCF-422C-4353-A4F8-7E457B1A928B}" dt="2022-02-14T08:24:18.467" v="3530" actId="2696"/>
          <pc:sldLayoutMkLst>
            <pc:docMk/>
            <pc:sldMasterMk cId="0" sldId="2147483658"/>
            <pc:sldLayoutMk cId="1158625596" sldId="2147483980"/>
          </pc:sldLayoutMkLst>
        </pc:sldLayoutChg>
      </pc:sldMasterChg>
    </pc:docChg>
  </pc:docChgLst>
  <pc:docChgLst>
    <pc:chgData name="Tim McIntosh" userId="80c4542c76bccb85" providerId="LiveId" clId="{40026388-F5B8-43E0-A5A0-22659BCCBDB5}"/>
    <pc:docChg chg="undo redo custSel addSld delSld modSld sldOrd">
      <pc:chgData name="Tim McIntosh" userId="80c4542c76bccb85" providerId="LiveId" clId="{40026388-F5B8-43E0-A5A0-22659BCCBDB5}" dt="2022-02-09T01:04:12.421" v="4144" actId="14100"/>
      <pc:docMkLst>
        <pc:docMk/>
      </pc:docMkLst>
      <pc:sldChg chg="modSp">
        <pc:chgData name="Tim McIntosh" userId="80c4542c76bccb85" providerId="LiveId" clId="{40026388-F5B8-43E0-A5A0-22659BCCBDB5}" dt="2022-02-09T01:04:12.421" v="4144" actId="14100"/>
        <pc:sldMkLst>
          <pc:docMk/>
          <pc:sldMk cId="0" sldId="260"/>
        </pc:sldMkLst>
        <pc:spChg chg="mod">
          <ac:chgData name="Tim McIntosh" userId="80c4542c76bccb85" providerId="LiveId" clId="{40026388-F5B8-43E0-A5A0-22659BCCBDB5}" dt="2022-02-09T01:04:12.421" v="4144" actId="14100"/>
          <ac:spMkLst>
            <pc:docMk/>
            <pc:sldMk cId="0" sldId="260"/>
            <ac:spMk id="18434" creationId="{7011D958-7B17-483C-B07B-1B379F607C55}"/>
          </ac:spMkLst>
        </pc:spChg>
      </pc:sldChg>
      <pc:sldChg chg="del">
        <pc:chgData name="Tim McIntosh" userId="80c4542c76bccb85" providerId="LiveId" clId="{40026388-F5B8-43E0-A5A0-22659BCCBDB5}" dt="2022-01-12T04:04:44.460" v="3610" actId="47"/>
        <pc:sldMkLst>
          <pc:docMk/>
          <pc:sldMk cId="0" sldId="262"/>
        </pc:sldMkLst>
      </pc:sldChg>
      <pc:sldChg chg="modSp mod">
        <pc:chgData name="Tim McIntosh" userId="80c4542c76bccb85" providerId="LiveId" clId="{40026388-F5B8-43E0-A5A0-22659BCCBDB5}" dt="2022-02-09T00:52:32.989" v="3615" actId="1076"/>
        <pc:sldMkLst>
          <pc:docMk/>
          <pc:sldMk cId="0" sldId="263"/>
        </pc:sldMkLst>
        <pc:spChg chg="mod">
          <ac:chgData name="Tim McIntosh" userId="80c4542c76bccb85" providerId="LiveId" clId="{40026388-F5B8-43E0-A5A0-22659BCCBDB5}" dt="2022-02-09T00:52:32.989" v="3615" actId="1076"/>
          <ac:spMkLst>
            <pc:docMk/>
            <pc:sldMk cId="0" sldId="263"/>
            <ac:spMk id="22531" creationId="{11F364B8-9E55-4D33-84A1-D572CD6C3E86}"/>
          </ac:spMkLst>
        </pc:spChg>
      </pc:sldChg>
      <pc:sldChg chg="modSp mod">
        <pc:chgData name="Tim McIntosh" userId="80c4542c76bccb85" providerId="LiveId" clId="{40026388-F5B8-43E0-A5A0-22659BCCBDB5}" dt="2022-02-09T00:53:55.232" v="3633" actId="313"/>
        <pc:sldMkLst>
          <pc:docMk/>
          <pc:sldMk cId="0" sldId="264"/>
        </pc:sldMkLst>
        <pc:spChg chg="mod">
          <ac:chgData name="Tim McIntosh" userId="80c4542c76bccb85" providerId="LiveId" clId="{40026388-F5B8-43E0-A5A0-22659BCCBDB5}" dt="2022-02-09T00:53:24.654" v="3620"/>
          <ac:spMkLst>
            <pc:docMk/>
            <pc:sldMk cId="0" sldId="264"/>
            <ac:spMk id="6146" creationId="{23420AC8-E61C-458D-9532-7C3A2E114EAB}"/>
          </ac:spMkLst>
        </pc:spChg>
        <pc:spChg chg="mod">
          <ac:chgData name="Tim McIntosh" userId="80c4542c76bccb85" providerId="LiveId" clId="{40026388-F5B8-43E0-A5A0-22659BCCBDB5}" dt="2022-02-09T00:53:55.232" v="3633" actId="313"/>
          <ac:spMkLst>
            <pc:docMk/>
            <pc:sldMk cId="0" sldId="264"/>
            <ac:spMk id="23555" creationId="{2D765F26-F4C3-4C79-A70A-3579B29A9517}"/>
          </ac:spMkLst>
        </pc:spChg>
      </pc:sldChg>
      <pc:sldChg chg="modSp del mod">
        <pc:chgData name="Tim McIntosh" userId="80c4542c76bccb85" providerId="LiveId" clId="{40026388-F5B8-43E0-A5A0-22659BCCBDB5}" dt="2022-01-11T00:15:28.254" v="1042" actId="2696"/>
        <pc:sldMkLst>
          <pc:docMk/>
          <pc:sldMk cId="2078771512" sldId="265"/>
        </pc:sldMkLst>
        <pc:spChg chg="mod">
          <ac:chgData name="Tim McIntosh" userId="80c4542c76bccb85" providerId="LiveId" clId="{40026388-F5B8-43E0-A5A0-22659BCCBDB5}" dt="2022-01-10T10:30:02.170" v="516" actId="1076"/>
          <ac:spMkLst>
            <pc:docMk/>
            <pc:sldMk cId="2078771512" sldId="265"/>
            <ac:spMk id="24579" creationId="{F3DF4269-9F66-4FF8-828C-9294965EF791}"/>
          </ac:spMkLst>
        </pc:spChg>
      </pc:sldChg>
      <pc:sldChg chg="modSp add mod">
        <pc:chgData name="Tim McIntosh" userId="80c4542c76bccb85" providerId="LiveId" clId="{40026388-F5B8-43E0-A5A0-22659BCCBDB5}" dt="2022-02-09T00:56:18.092" v="3697" actId="20577"/>
        <pc:sldMkLst>
          <pc:docMk/>
          <pc:sldMk cId="3474458692" sldId="266"/>
        </pc:sldMkLst>
        <pc:spChg chg="mod">
          <ac:chgData name="Tim McIntosh" userId="80c4542c76bccb85" providerId="LiveId" clId="{40026388-F5B8-43E0-A5A0-22659BCCBDB5}" dt="2022-02-09T00:56:18.092" v="3697" actId="20577"/>
          <ac:spMkLst>
            <pc:docMk/>
            <pc:sldMk cId="3474458692" sldId="266"/>
            <ac:spMk id="3" creationId="{2A54259D-0124-4F7C-8EC1-4968F0788F20}"/>
          </ac:spMkLst>
        </pc:spChg>
        <pc:spChg chg="mod">
          <ac:chgData name="Tim McIntosh" userId="80c4542c76bccb85" providerId="LiveId" clId="{40026388-F5B8-43E0-A5A0-22659BCCBDB5}" dt="2022-02-09T00:55:45.641" v="3652" actId="20577"/>
          <ac:spMkLst>
            <pc:docMk/>
            <pc:sldMk cId="3474458692" sldId="266"/>
            <ac:spMk id="6146" creationId="{4B96BD86-4D61-4E04-837A-26BBE7A7E152}"/>
          </ac:spMkLst>
        </pc:spChg>
      </pc:sldChg>
      <pc:sldChg chg="modSp del mod">
        <pc:chgData name="Tim McIntosh" userId="80c4542c76bccb85" providerId="LiveId" clId="{40026388-F5B8-43E0-A5A0-22659BCCBDB5}" dt="2022-02-09T00:59:27.674" v="3960" actId="20577"/>
        <pc:sldMkLst>
          <pc:docMk/>
          <pc:sldMk cId="2436612075" sldId="267"/>
        </pc:sldMkLst>
        <pc:spChg chg="mod">
          <ac:chgData name="Tim McIntosh" userId="80c4542c76bccb85" providerId="LiveId" clId="{40026388-F5B8-43E0-A5A0-22659BCCBDB5}" dt="2022-02-09T00:59:05.824" v="3840" actId="20577"/>
          <ac:spMkLst>
            <pc:docMk/>
            <pc:sldMk cId="2436612075" sldId="267"/>
            <ac:spMk id="6146" creationId="{BCA2ADD3-2E34-4DC0-8AC9-1F2AA6AB2E88}"/>
          </ac:spMkLst>
        </pc:spChg>
        <pc:spChg chg="mod">
          <ac:chgData name="Tim McIntosh" userId="80c4542c76bccb85" providerId="LiveId" clId="{40026388-F5B8-43E0-A5A0-22659BCCBDB5}" dt="2022-02-09T00:59:27.674" v="3960" actId="20577"/>
          <ac:spMkLst>
            <pc:docMk/>
            <pc:sldMk cId="2436612075" sldId="267"/>
            <ac:spMk id="26627" creationId="{C4946B8A-C445-4267-8FE9-0BEEA53361FB}"/>
          </ac:spMkLst>
        </pc:spChg>
      </pc:sldChg>
      <pc:sldChg chg="del">
        <pc:chgData name="Tim McIntosh" userId="80c4542c76bccb85" providerId="LiveId" clId="{40026388-F5B8-43E0-A5A0-22659BCCBDB5}" dt="2022-01-11T00:15:28.254" v="1042" actId="2696"/>
        <pc:sldMkLst>
          <pc:docMk/>
          <pc:sldMk cId="3124040730" sldId="268"/>
        </pc:sldMkLst>
      </pc:sldChg>
      <pc:sldChg chg="modSp add mod">
        <pc:chgData name="Tim McIntosh" userId="80c4542c76bccb85" providerId="LiveId" clId="{40026388-F5B8-43E0-A5A0-22659BCCBDB5}" dt="2022-02-09T01:01:22.025" v="4029" actId="948"/>
        <pc:sldMkLst>
          <pc:docMk/>
          <pc:sldMk cId="827405938" sldId="270"/>
        </pc:sldMkLst>
        <pc:spChg chg="mod">
          <ac:chgData name="Tim McIntosh" userId="80c4542c76bccb85" providerId="LiveId" clId="{40026388-F5B8-43E0-A5A0-22659BCCBDB5}" dt="2022-02-09T00:59:40.874" v="3961" actId="20577"/>
          <ac:spMkLst>
            <pc:docMk/>
            <pc:sldMk cId="827405938" sldId="270"/>
            <ac:spMk id="6146" creationId="{24205FA9-038C-4104-80FA-C7DA3010DF7C}"/>
          </ac:spMkLst>
        </pc:spChg>
        <pc:spChg chg="mod">
          <ac:chgData name="Tim McIntosh" userId="80c4542c76bccb85" providerId="LiveId" clId="{40026388-F5B8-43E0-A5A0-22659BCCBDB5}" dt="2022-02-09T01:01:22.025" v="4029" actId="948"/>
          <ac:spMkLst>
            <pc:docMk/>
            <pc:sldMk cId="827405938" sldId="270"/>
            <ac:spMk id="29699" creationId="{6234B5D1-3058-450E-9804-6D29F7E2F534}"/>
          </ac:spMkLst>
        </pc:spChg>
      </pc:sldChg>
      <pc:sldChg chg="modSp add mod">
        <pc:chgData name="Tim McIntosh" userId="80c4542c76bccb85" providerId="LiveId" clId="{40026388-F5B8-43E0-A5A0-22659BCCBDB5}" dt="2022-02-09T01:03:13.491" v="4140" actId="207"/>
        <pc:sldMkLst>
          <pc:docMk/>
          <pc:sldMk cId="2637239155" sldId="271"/>
        </pc:sldMkLst>
        <pc:spChg chg="mod">
          <ac:chgData name="Tim McIntosh" userId="80c4542c76bccb85" providerId="LiveId" clId="{40026388-F5B8-43E0-A5A0-22659BCCBDB5}" dt="2022-02-09T01:03:13.491" v="4140" actId="207"/>
          <ac:spMkLst>
            <pc:docMk/>
            <pc:sldMk cId="2637239155" sldId="271"/>
            <ac:spMk id="3" creationId="{2A54259D-0124-4F7C-8EC1-4968F0788F20}"/>
          </ac:spMkLst>
        </pc:spChg>
      </pc:sldChg>
      <pc:sldChg chg="del">
        <pc:chgData name="Tim McIntosh" userId="80c4542c76bccb85" providerId="LiveId" clId="{40026388-F5B8-43E0-A5A0-22659BCCBDB5}" dt="2022-01-11T00:15:28.254" v="1042" actId="2696"/>
        <pc:sldMkLst>
          <pc:docMk/>
          <pc:sldMk cId="2999577684" sldId="271"/>
        </pc:sldMkLst>
      </pc:sldChg>
      <pc:sldChg chg="modSp add del mod">
        <pc:chgData name="Tim McIntosh" userId="80c4542c76bccb85" providerId="LiveId" clId="{40026388-F5B8-43E0-A5A0-22659BCCBDB5}" dt="2022-01-10T22:51:39.179" v="517" actId="2696"/>
        <pc:sldMkLst>
          <pc:docMk/>
          <pc:sldMk cId="1373153215" sldId="272"/>
        </pc:sldMkLst>
        <pc:spChg chg="mod">
          <ac:chgData name="Tim McIntosh" userId="80c4542c76bccb85" providerId="LiveId" clId="{40026388-F5B8-43E0-A5A0-22659BCCBDB5}" dt="2022-01-10T10:20:36.225" v="182" actId="27636"/>
          <ac:spMkLst>
            <pc:docMk/>
            <pc:sldMk cId="1373153215" sldId="272"/>
            <ac:spMk id="6146" creationId="{C12AEA32-63AB-4568-82D8-6CF1315EBB57}"/>
          </ac:spMkLst>
        </pc:spChg>
        <pc:spChg chg="mod">
          <ac:chgData name="Tim McIntosh" userId="80c4542c76bccb85" providerId="LiveId" clId="{40026388-F5B8-43E0-A5A0-22659BCCBDB5}" dt="2022-01-10T10:22:27.065" v="294" actId="20577"/>
          <ac:spMkLst>
            <pc:docMk/>
            <pc:sldMk cId="1373153215" sldId="272"/>
            <ac:spMk id="24579" creationId="{F3DF4269-9F66-4FF8-828C-9294965EF791}"/>
          </ac:spMkLst>
        </pc:spChg>
      </pc:sldChg>
      <pc:sldChg chg="modSp add mod">
        <pc:chgData name="Tim McIntosh" userId="80c4542c76bccb85" providerId="LiveId" clId="{40026388-F5B8-43E0-A5A0-22659BCCBDB5}" dt="2022-01-11T00:37:18.293" v="1522" actId="20577"/>
        <pc:sldMkLst>
          <pc:docMk/>
          <pc:sldMk cId="2602595201" sldId="272"/>
        </pc:sldMkLst>
        <pc:spChg chg="mod">
          <ac:chgData name="Tim McIntosh" userId="80c4542c76bccb85" providerId="LiveId" clId="{40026388-F5B8-43E0-A5A0-22659BCCBDB5}" dt="2022-01-11T00:37:18.293" v="1522" actId="20577"/>
          <ac:spMkLst>
            <pc:docMk/>
            <pc:sldMk cId="2602595201" sldId="272"/>
            <ac:spMk id="6146" creationId="{C12AEA32-63AB-4568-82D8-6CF1315EBB57}"/>
          </ac:spMkLst>
        </pc:spChg>
      </pc:sldChg>
      <pc:sldChg chg="modSp add mod">
        <pc:chgData name="Tim McIntosh" userId="80c4542c76bccb85" providerId="LiveId" clId="{40026388-F5B8-43E0-A5A0-22659BCCBDB5}" dt="2022-02-09T00:54:59.023" v="3640" actId="20577"/>
        <pc:sldMkLst>
          <pc:docMk/>
          <pc:sldMk cId="1093417344" sldId="273"/>
        </pc:sldMkLst>
        <pc:spChg chg="mod">
          <ac:chgData name="Tim McIntosh" userId="80c4542c76bccb85" providerId="LiveId" clId="{40026388-F5B8-43E0-A5A0-22659BCCBDB5}" dt="2022-01-11T00:37:25.431" v="1540" actId="20577"/>
          <ac:spMkLst>
            <pc:docMk/>
            <pc:sldMk cId="1093417344" sldId="273"/>
            <ac:spMk id="6146" creationId="{C12AEA32-63AB-4568-82D8-6CF1315EBB57}"/>
          </ac:spMkLst>
        </pc:spChg>
        <pc:spChg chg="mod">
          <ac:chgData name="Tim McIntosh" userId="80c4542c76bccb85" providerId="LiveId" clId="{40026388-F5B8-43E0-A5A0-22659BCCBDB5}" dt="2022-02-09T00:54:59.023" v="3640" actId="20577"/>
          <ac:spMkLst>
            <pc:docMk/>
            <pc:sldMk cId="1093417344" sldId="273"/>
            <ac:spMk id="24579" creationId="{F3DF4269-9F66-4FF8-828C-9294965EF791}"/>
          </ac:spMkLst>
        </pc:spChg>
      </pc:sldChg>
      <pc:sldChg chg="modSp add del mod">
        <pc:chgData name="Tim McIntosh" userId="80c4542c76bccb85" providerId="LiveId" clId="{40026388-F5B8-43E0-A5A0-22659BCCBDB5}" dt="2022-01-10T22:51:39.179" v="517" actId="2696"/>
        <pc:sldMkLst>
          <pc:docMk/>
          <pc:sldMk cId="2067347682" sldId="273"/>
        </pc:sldMkLst>
        <pc:spChg chg="mod">
          <ac:chgData name="Tim McIntosh" userId="80c4542c76bccb85" providerId="LiveId" clId="{40026388-F5B8-43E0-A5A0-22659BCCBDB5}" dt="2022-01-10T10:27:56.552" v="416" actId="20577"/>
          <ac:spMkLst>
            <pc:docMk/>
            <pc:sldMk cId="2067347682" sldId="273"/>
            <ac:spMk id="24579" creationId="{F3DF4269-9F66-4FF8-828C-9294965EF791}"/>
          </ac:spMkLst>
        </pc:spChg>
      </pc:sldChg>
      <pc:sldChg chg="addSp delSp modSp add mod ord">
        <pc:chgData name="Tim McIntosh" userId="80c4542c76bccb85" providerId="LiveId" clId="{40026388-F5B8-43E0-A5A0-22659BCCBDB5}" dt="2022-02-09T00:54:28.799" v="3639" actId="14100"/>
        <pc:sldMkLst>
          <pc:docMk/>
          <pc:sldMk cId="1577203092" sldId="274"/>
        </pc:sldMkLst>
        <pc:spChg chg="add del mod">
          <ac:chgData name="Tim McIntosh" userId="80c4542c76bccb85" providerId="LiveId" clId="{40026388-F5B8-43E0-A5A0-22659BCCBDB5}" dt="2022-01-10T22:53:21.112" v="580" actId="3680"/>
          <ac:spMkLst>
            <pc:docMk/>
            <pc:sldMk cId="1577203092" sldId="274"/>
            <ac:spMk id="3" creationId="{29E8137E-FAA0-4853-8B89-A5E1678D5C8A}"/>
          </ac:spMkLst>
        </pc:spChg>
        <pc:spChg chg="add mod">
          <ac:chgData name="Tim McIntosh" userId="80c4542c76bccb85" providerId="LiveId" clId="{40026388-F5B8-43E0-A5A0-22659BCCBDB5}" dt="2022-01-11T00:14:09.127" v="1041" actId="255"/>
          <ac:spMkLst>
            <pc:docMk/>
            <pc:sldMk cId="1577203092" sldId="274"/>
            <ac:spMk id="3" creationId="{657C257C-4756-4CFA-802E-09CB101C92CE}"/>
          </ac:spMkLst>
        </pc:spChg>
        <pc:spChg chg="mod">
          <ac:chgData name="Tim McIntosh" userId="80c4542c76bccb85" providerId="LiveId" clId="{40026388-F5B8-43E0-A5A0-22659BCCBDB5}" dt="2022-02-09T00:54:28.799" v="3639" actId="14100"/>
          <ac:spMkLst>
            <pc:docMk/>
            <pc:sldMk cId="1577203092" sldId="274"/>
            <ac:spMk id="6146" creationId="{C12AEA32-63AB-4568-82D8-6CF1315EBB57}"/>
          </ac:spMkLst>
        </pc:spChg>
        <pc:spChg chg="del">
          <ac:chgData name="Tim McIntosh" userId="80c4542c76bccb85" providerId="LiveId" clId="{40026388-F5B8-43E0-A5A0-22659BCCBDB5}" dt="2022-01-10T22:52:50.521" v="577" actId="478"/>
          <ac:spMkLst>
            <pc:docMk/>
            <pc:sldMk cId="1577203092" sldId="274"/>
            <ac:spMk id="24579" creationId="{F3DF4269-9F66-4FF8-828C-9294965EF791}"/>
          </ac:spMkLst>
        </pc:spChg>
        <pc:graphicFrameChg chg="add del mod ord modGraphic">
          <ac:chgData name="Tim McIntosh" userId="80c4542c76bccb85" providerId="LiveId" clId="{40026388-F5B8-43E0-A5A0-22659BCCBDB5}" dt="2022-01-10T22:53:16.220" v="579" actId="3680"/>
          <ac:graphicFrameMkLst>
            <pc:docMk/>
            <pc:sldMk cId="1577203092" sldId="274"/>
            <ac:graphicFrameMk id="4" creationId="{D451FFE8-11FC-4CBB-89ED-13DFC2F62243}"/>
          </ac:graphicFrameMkLst>
        </pc:graphicFrameChg>
        <pc:graphicFrameChg chg="add mod ord modGraphic">
          <ac:chgData name="Tim McIntosh" userId="80c4542c76bccb85" providerId="LiveId" clId="{40026388-F5B8-43E0-A5A0-22659BCCBDB5}" dt="2022-01-11T00:14:02.226" v="1038" actId="1076"/>
          <ac:graphicFrameMkLst>
            <pc:docMk/>
            <pc:sldMk cId="1577203092" sldId="274"/>
            <ac:graphicFrameMk id="5" creationId="{6A9E95DA-6B5A-4499-B24C-DA75458A81A3}"/>
          </ac:graphicFrameMkLst>
        </pc:graphicFrameChg>
      </pc:sldChg>
      <pc:sldChg chg="modSp add del mod">
        <pc:chgData name="Tim McIntosh" userId="80c4542c76bccb85" providerId="LiveId" clId="{40026388-F5B8-43E0-A5A0-22659BCCBDB5}" dt="2022-01-11T00:31:23.070" v="1081" actId="2696"/>
        <pc:sldMkLst>
          <pc:docMk/>
          <pc:sldMk cId="1139084609" sldId="275"/>
        </pc:sldMkLst>
        <pc:spChg chg="mod">
          <ac:chgData name="Tim McIntosh" userId="80c4542c76bccb85" providerId="LiveId" clId="{40026388-F5B8-43E0-A5A0-22659BCCBDB5}" dt="2022-01-11T00:31:07.820" v="1080" actId="20577"/>
          <ac:spMkLst>
            <pc:docMk/>
            <pc:sldMk cId="1139084609" sldId="275"/>
            <ac:spMk id="6146" creationId="{C12AEA32-63AB-4568-82D8-6CF1315EBB57}"/>
          </ac:spMkLst>
        </pc:spChg>
      </pc:sldChg>
      <pc:sldChg chg="addSp delSp modSp add mod">
        <pc:chgData name="Tim McIntosh" userId="80c4542c76bccb85" providerId="LiveId" clId="{40026388-F5B8-43E0-A5A0-22659BCCBDB5}" dt="2022-01-11T09:19:18.430" v="3596" actId="14100"/>
        <pc:sldMkLst>
          <pc:docMk/>
          <pc:sldMk cId="2446935371" sldId="275"/>
        </pc:sldMkLst>
        <pc:spChg chg="add del">
          <ac:chgData name="Tim McIntosh" userId="80c4542c76bccb85" providerId="LiveId" clId="{40026388-F5B8-43E0-A5A0-22659BCCBDB5}" dt="2022-01-11T00:32:32.079" v="1157"/>
          <ac:spMkLst>
            <pc:docMk/>
            <pc:sldMk cId="2446935371" sldId="275"/>
            <ac:spMk id="3" creationId="{B6BA37EE-4DBE-4F5E-BABA-3AB2E8ECDAAC}"/>
          </ac:spMkLst>
        </pc:spChg>
        <pc:spChg chg="mod">
          <ac:chgData name="Tim McIntosh" userId="80c4542c76bccb85" providerId="LiveId" clId="{40026388-F5B8-43E0-A5A0-22659BCCBDB5}" dt="2022-01-11T09:19:18.430" v="3596" actId="14100"/>
          <ac:spMkLst>
            <pc:docMk/>
            <pc:sldMk cId="2446935371" sldId="275"/>
            <ac:spMk id="6146" creationId="{C12AEA32-63AB-4568-82D8-6CF1315EBB57}"/>
          </ac:spMkLst>
        </pc:spChg>
        <pc:spChg chg="mod">
          <ac:chgData name="Tim McIntosh" userId="80c4542c76bccb85" providerId="LiveId" clId="{40026388-F5B8-43E0-A5A0-22659BCCBDB5}" dt="2022-01-11T00:33:33.917" v="1250" actId="14100"/>
          <ac:spMkLst>
            <pc:docMk/>
            <pc:sldMk cId="2446935371" sldId="275"/>
            <ac:spMk id="24579" creationId="{F3DF4269-9F66-4FF8-828C-9294965EF791}"/>
          </ac:spMkLst>
        </pc:spChg>
      </pc:sldChg>
      <pc:sldChg chg="modSp add mod">
        <pc:chgData name="Tim McIntosh" userId="80c4542c76bccb85" providerId="LiveId" clId="{40026388-F5B8-43E0-A5A0-22659BCCBDB5}" dt="2022-02-09T00:55:20.017" v="3641" actId="20577"/>
        <pc:sldMkLst>
          <pc:docMk/>
          <pc:sldMk cId="642007176" sldId="276"/>
        </pc:sldMkLst>
        <pc:spChg chg="mod">
          <ac:chgData name="Tim McIntosh" userId="80c4542c76bccb85" providerId="LiveId" clId="{40026388-F5B8-43E0-A5A0-22659BCCBDB5}" dt="2022-01-11T09:19:45.172" v="3609" actId="255"/>
          <ac:spMkLst>
            <pc:docMk/>
            <pc:sldMk cId="642007176" sldId="276"/>
            <ac:spMk id="6146" creationId="{C12AEA32-63AB-4568-82D8-6CF1315EBB57}"/>
          </ac:spMkLst>
        </pc:spChg>
        <pc:spChg chg="mod">
          <ac:chgData name="Tim McIntosh" userId="80c4542c76bccb85" providerId="LiveId" clId="{40026388-F5B8-43E0-A5A0-22659BCCBDB5}" dt="2022-02-09T00:55:20.017" v="3641" actId="20577"/>
          <ac:spMkLst>
            <pc:docMk/>
            <pc:sldMk cId="642007176" sldId="276"/>
            <ac:spMk id="24579" creationId="{F3DF4269-9F66-4FF8-828C-9294965EF791}"/>
          </ac:spMkLst>
        </pc:spChg>
      </pc:sldChg>
      <pc:sldChg chg="add del">
        <pc:chgData name="Tim McIntosh" userId="80c4542c76bccb85" providerId="LiveId" clId="{40026388-F5B8-43E0-A5A0-22659BCCBDB5}" dt="2022-01-11T00:33:42.748" v="1252" actId="47"/>
        <pc:sldMkLst>
          <pc:docMk/>
          <pc:sldMk cId="2551129213" sldId="277"/>
        </pc:sldMkLst>
      </pc:sldChg>
      <pc:sldChg chg="modSp add mod">
        <pc:chgData name="Tim McIntosh" userId="80c4542c76bccb85" providerId="LiveId" clId="{40026388-F5B8-43E0-A5A0-22659BCCBDB5}" dt="2022-02-09T01:03:51.757" v="4143" actId="1076"/>
        <pc:sldMkLst>
          <pc:docMk/>
          <pc:sldMk cId="2634690509" sldId="277"/>
        </pc:sldMkLst>
        <pc:spChg chg="mod">
          <ac:chgData name="Tim McIntosh" userId="80c4542c76bccb85" providerId="LiveId" clId="{40026388-F5B8-43E0-A5A0-22659BCCBDB5}" dt="2022-02-09T01:03:51.757" v="4143" actId="1076"/>
          <ac:spMkLst>
            <pc:docMk/>
            <pc:sldMk cId="2634690509" sldId="277"/>
            <ac:spMk id="6146" creationId="{23420AC8-E61C-458D-9532-7C3A2E114EAB}"/>
          </ac:spMkLst>
        </pc:spChg>
        <pc:spChg chg="mod">
          <ac:chgData name="Tim McIntosh" userId="80c4542c76bccb85" providerId="LiveId" clId="{40026388-F5B8-43E0-A5A0-22659BCCBDB5}" dt="2022-02-09T01:03:38.528" v="4141" actId="14100"/>
          <ac:spMkLst>
            <pc:docMk/>
            <pc:sldMk cId="2634690509" sldId="277"/>
            <ac:spMk id="23555" creationId="{2D765F26-F4C3-4C79-A70A-3579B29A9517}"/>
          </ac:spMkLst>
        </pc:spChg>
      </pc:sldChg>
      <pc:sldChg chg="add del">
        <pc:chgData name="Tim McIntosh" userId="80c4542c76bccb85" providerId="LiveId" clId="{40026388-F5B8-43E0-A5A0-22659BCCBDB5}" dt="2022-01-11T00:45:09.362" v="2109"/>
        <pc:sldMkLst>
          <pc:docMk/>
          <pc:sldMk cId="488027510" sldId="278"/>
        </pc:sldMkLst>
      </pc:sldChg>
      <pc:sldChg chg="modSp add mod">
        <pc:chgData name="Tim McIntosh" userId="80c4542c76bccb85" providerId="LiveId" clId="{40026388-F5B8-43E0-A5A0-22659BCCBDB5}" dt="2022-02-09T00:52:50.410" v="3617" actId="114"/>
        <pc:sldMkLst>
          <pc:docMk/>
          <pc:sldMk cId="1987218006" sldId="278"/>
        </pc:sldMkLst>
        <pc:spChg chg="mod">
          <ac:chgData name="Tim McIntosh" userId="80c4542c76bccb85" providerId="LiveId" clId="{40026388-F5B8-43E0-A5A0-22659BCCBDB5}" dt="2022-01-11T00:48:13.367" v="2521" actId="20577"/>
          <ac:spMkLst>
            <pc:docMk/>
            <pc:sldMk cId="1987218006" sldId="278"/>
            <ac:spMk id="6146" creationId="{190BDBBE-2518-4DC2-A8A5-7B1347851768}"/>
          </ac:spMkLst>
        </pc:spChg>
        <pc:spChg chg="mod">
          <ac:chgData name="Tim McIntosh" userId="80c4542c76bccb85" providerId="LiveId" clId="{40026388-F5B8-43E0-A5A0-22659BCCBDB5}" dt="2022-02-09T00:52:50.410" v="3617" actId="114"/>
          <ac:spMkLst>
            <pc:docMk/>
            <pc:sldMk cId="1987218006" sldId="278"/>
            <ac:spMk id="22531" creationId="{11F364B8-9E55-4D33-84A1-D572CD6C3E86}"/>
          </ac:spMkLst>
        </pc:spChg>
      </pc:sldChg>
      <pc:sldChg chg="modSp add mod">
        <pc:chgData name="Tim McIntosh" userId="80c4542c76bccb85" providerId="LiveId" clId="{40026388-F5B8-43E0-A5A0-22659BCCBDB5}" dt="2022-02-09T00:53:13.812" v="3619" actId="1076"/>
        <pc:sldMkLst>
          <pc:docMk/>
          <pc:sldMk cId="2480749934" sldId="279"/>
        </pc:sldMkLst>
        <pc:spChg chg="mod">
          <ac:chgData name="Tim McIntosh" userId="80c4542c76bccb85" providerId="LiveId" clId="{40026388-F5B8-43E0-A5A0-22659BCCBDB5}" dt="2022-01-11T00:48:39.118" v="2528" actId="20577"/>
          <ac:spMkLst>
            <pc:docMk/>
            <pc:sldMk cId="2480749934" sldId="279"/>
            <ac:spMk id="6146" creationId="{190BDBBE-2518-4DC2-A8A5-7B1347851768}"/>
          </ac:spMkLst>
        </pc:spChg>
        <pc:spChg chg="mod">
          <ac:chgData name="Tim McIntosh" userId="80c4542c76bccb85" providerId="LiveId" clId="{40026388-F5B8-43E0-A5A0-22659BCCBDB5}" dt="2022-02-09T00:53:13.812" v="3619" actId="1076"/>
          <ac:spMkLst>
            <pc:docMk/>
            <pc:sldMk cId="2480749934" sldId="279"/>
            <ac:spMk id="22531" creationId="{11F364B8-9E55-4D33-84A1-D572CD6C3E86}"/>
          </ac:spMkLst>
        </pc:spChg>
      </pc:sldChg>
      <pc:sldChg chg="modSp add mod">
        <pc:chgData name="Tim McIntosh" userId="80c4542c76bccb85" providerId="LiveId" clId="{40026388-F5B8-43E0-A5A0-22659BCCBDB5}" dt="2022-01-11T00:53:43.698" v="3068" actId="1076"/>
        <pc:sldMkLst>
          <pc:docMk/>
          <pc:sldMk cId="1363475473" sldId="280"/>
        </pc:sldMkLst>
        <pc:spChg chg="mod">
          <ac:chgData name="Tim McIntosh" userId="80c4542c76bccb85" providerId="LiveId" clId="{40026388-F5B8-43E0-A5A0-22659BCCBDB5}" dt="2022-01-11T00:51:10.665" v="2772" actId="20577"/>
          <ac:spMkLst>
            <pc:docMk/>
            <pc:sldMk cId="1363475473" sldId="280"/>
            <ac:spMk id="6146" creationId="{23420AC8-E61C-458D-9532-7C3A2E114EAB}"/>
          </ac:spMkLst>
        </pc:spChg>
        <pc:spChg chg="mod">
          <ac:chgData name="Tim McIntosh" userId="80c4542c76bccb85" providerId="LiveId" clId="{40026388-F5B8-43E0-A5A0-22659BCCBDB5}" dt="2022-01-11T00:53:43.698" v="3068" actId="1076"/>
          <ac:spMkLst>
            <pc:docMk/>
            <pc:sldMk cId="1363475473" sldId="280"/>
            <ac:spMk id="23555" creationId="{2D765F26-F4C3-4C79-A70A-3579B29A9517}"/>
          </ac:spMkLst>
        </pc:spChg>
      </pc:sldChg>
      <pc:sldChg chg="modSp add del mod">
        <pc:chgData name="Tim McIntosh" userId="80c4542c76bccb85" providerId="LiveId" clId="{40026388-F5B8-43E0-A5A0-22659BCCBDB5}" dt="2022-01-11T09:15:02.830" v="3214" actId="2696"/>
        <pc:sldMkLst>
          <pc:docMk/>
          <pc:sldMk cId="124540111" sldId="281"/>
        </pc:sldMkLst>
        <pc:spChg chg="mod">
          <ac:chgData name="Tim McIntosh" userId="80c4542c76bccb85" providerId="LiveId" clId="{40026388-F5B8-43E0-A5A0-22659BCCBDB5}" dt="2022-01-11T09:14:54.911" v="3213" actId="20577"/>
          <ac:spMkLst>
            <pc:docMk/>
            <pc:sldMk cId="124540111" sldId="281"/>
            <ac:spMk id="3" creationId="{2A54259D-0124-4F7C-8EC1-4968F0788F20}"/>
          </ac:spMkLst>
        </pc:spChg>
        <pc:spChg chg="mod">
          <ac:chgData name="Tim McIntosh" userId="80c4542c76bccb85" providerId="LiveId" clId="{40026388-F5B8-43E0-A5A0-22659BCCBDB5}" dt="2022-01-11T09:14:25.510" v="3096" actId="20577"/>
          <ac:spMkLst>
            <pc:docMk/>
            <pc:sldMk cId="124540111" sldId="281"/>
            <ac:spMk id="6146" creationId="{4B96BD86-4D61-4E04-837A-26BBE7A7E152}"/>
          </ac:spMkLst>
        </pc:spChg>
      </pc:sldChg>
      <pc:sldChg chg="modSp add mod">
        <pc:chgData name="Tim McIntosh" userId="80c4542c76bccb85" providerId="LiveId" clId="{40026388-F5B8-43E0-A5A0-22659BCCBDB5}" dt="2022-01-11T09:18:48.239" v="3562" actId="207"/>
        <pc:sldMkLst>
          <pc:docMk/>
          <pc:sldMk cId="2873145535" sldId="281"/>
        </pc:sldMkLst>
        <pc:spChg chg="mod">
          <ac:chgData name="Tim McIntosh" userId="80c4542c76bccb85" providerId="LiveId" clId="{40026388-F5B8-43E0-A5A0-22659BCCBDB5}" dt="2022-01-11T09:18:48.239" v="3562" actId="207"/>
          <ac:spMkLst>
            <pc:docMk/>
            <pc:sldMk cId="2873145535" sldId="281"/>
            <ac:spMk id="3" creationId="{2A54259D-0124-4F7C-8EC1-4968F0788F20}"/>
          </ac:spMkLst>
        </pc:spChg>
        <pc:spChg chg="mod">
          <ac:chgData name="Tim McIntosh" userId="80c4542c76bccb85" providerId="LiveId" clId="{40026388-F5B8-43E0-A5A0-22659BCCBDB5}" dt="2022-01-11T09:15:25.362" v="3269" actId="20577"/>
          <ac:spMkLst>
            <pc:docMk/>
            <pc:sldMk cId="2873145535" sldId="281"/>
            <ac:spMk id="6146" creationId="{4B96BD86-4D61-4E04-837A-26BBE7A7E15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D888D3-E0B3-4EC8-A0F8-AF7221993A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8706D2-77D8-407C-A72D-20BBC22DB2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38AF6E5-6A99-4991-BBC1-EAD7CBCD643F}" type="datetimeFigureOut">
              <a:rPr lang="en-AU"/>
              <a:pPr>
                <a:defRPr/>
              </a:pPr>
              <a:t>12/04/2026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5AA8F4-8CE8-419C-93D9-32E6EB8748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r>
              <a:rPr lang="en-AU"/>
              <a:t>MGM1201 Introduction to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FAE922-90BD-4BEB-B517-77994FA713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EB6C266-7148-4A73-9792-6361C0E7D9CE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C9D7FC-AE7B-4171-9664-F81F340972E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 Narrow" pitchFamily="34" charset="0"/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70DDF3-705A-4AD4-BB96-1812D9EDCDB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Narrow" pitchFamily="34" charset="0"/>
                <a:cs typeface="Arial" charset="0"/>
              </a:defRPr>
            </a:lvl1pPr>
          </a:lstStyle>
          <a:p>
            <a:pPr>
              <a:defRPr/>
            </a:pPr>
            <a:fld id="{91F64CF8-3EFE-421F-BD7A-0A9B398E75CD}" type="datetimeFigureOut">
              <a:rPr lang="en-US"/>
              <a:pPr>
                <a:defRPr/>
              </a:pPr>
              <a:t>4/12/2026</a:t>
            </a:fld>
            <a:endParaRPr lang="en-AU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28F1839-C53D-4FDD-9833-C60E30978F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AU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B5005B8-2463-4395-A223-76E74F3A1B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B34A1-0E20-4E59-AEDA-1BEB43815D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 Narrow" pitchFamily="34" charset="0"/>
                <a:cs typeface="Arial" charset="0"/>
              </a:defRPr>
            </a:lvl1pPr>
          </a:lstStyle>
          <a:p>
            <a:pPr>
              <a:defRPr/>
            </a:pPr>
            <a:r>
              <a:rPr lang="en-AU"/>
              <a:t>MGM1201 Introduction to Management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234FB-833F-4B2C-A50C-511DF91831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fld id="{D02EFCD8-A2D0-4328-B179-5217C2DCF70B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495F52CD-DF24-453B-9DB4-CE8008EF32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996B2CE6-C6F1-4353-B4FB-CC52476FFF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2D59A1C5-FCE8-4561-A2F6-2F27658A10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DC90EC-2ECE-4CFA-BB58-9AC8119E5D23}" type="slidenum">
              <a:rPr lang="en-AU" altLang="en-US" smtClean="0"/>
              <a:pPr>
                <a:spcBef>
                  <a:spcPct val="0"/>
                </a:spcBef>
              </a:pPr>
              <a:t>1</a:t>
            </a:fld>
            <a:endParaRPr lang="en-AU" altLang="en-US"/>
          </a:p>
        </p:txBody>
      </p:sp>
      <p:sp>
        <p:nvSpPr>
          <p:cNvPr id="19461" name="Footer Placeholder 1">
            <a:extLst>
              <a:ext uri="{FF2B5EF4-FFF2-40B4-BE49-F238E27FC236}">
                <a16:creationId xmlns:a16="http://schemas.microsoft.com/office/drawing/2014/main" id="{B24EE58C-0BEF-4C39-BD7A-04ABFA94A10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AU" altLang="en-US">
                <a:latin typeface="Arial Narrow" panose="020B0606020202030204" pitchFamily="34" charset="0"/>
              </a:rPr>
              <a:t>MGM1201 Introduction to Management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8DDF8-BBAF-4CA3-8385-C9F26D1FA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79088-81E5-42AE-A449-F335DB56F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ICT401 Programming for the Information 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B2800-BB2A-42FC-A1F7-6D65D4326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95665D-46DE-48AA-A147-583A9E2430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2058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987425" y="2424114"/>
            <a:ext cx="4208463" cy="754516"/>
          </a:xfrm>
        </p:spPr>
        <p:txBody>
          <a:bodyPr>
            <a:normAutofit/>
          </a:bodyPr>
          <a:lstStyle>
            <a:lvl1pPr>
              <a:buNone/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987425" y="3429000"/>
            <a:ext cx="7300913" cy="2565400"/>
          </a:xfrm>
        </p:spPr>
        <p:txBody>
          <a:bodyPr>
            <a:normAutofit/>
          </a:bodyPr>
          <a:lstStyle>
            <a:lvl1pPr>
              <a:buNone/>
              <a:defRPr sz="4000">
                <a:solidFill>
                  <a:schemeClr val="accent3">
                    <a:lumMod val="75000"/>
                  </a:schemeClr>
                </a:solidFill>
                <a:latin typeface="Arial Narrow" pitchFamily="34" charset="0"/>
              </a:defRPr>
            </a:lvl1pPr>
          </a:lstStyle>
          <a:p>
            <a:pPr lvl="0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70068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AF0ADA-31EF-4C37-BFB4-6846F8CC73AD}"/>
              </a:ext>
            </a:extLst>
          </p:cNvPr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F093B2-0F82-47F8-A8E7-F20180BAC978}"/>
              </a:ext>
            </a:extLst>
          </p:cNvPr>
          <p:cNvSpPr/>
          <p:nvPr/>
        </p:nvSpPr>
        <p:spPr>
          <a:xfrm>
            <a:off x="0" y="6334125"/>
            <a:ext cx="9144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7CA925-85C2-4A83-ADE3-8FCC18A86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325" y="287338"/>
            <a:ext cx="7543800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7" name="Text Placeholder 2">
            <a:extLst>
              <a:ext uri="{FF2B5EF4-FFF2-40B4-BE49-F238E27FC236}">
                <a16:creationId xmlns:a16="http://schemas.microsoft.com/office/drawing/2014/main" id="{2D186389-A230-473D-BE88-C2B1FB76B0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22325" y="1846263"/>
            <a:ext cx="7543800" cy="402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AD95A-D7C1-4161-B153-68D2FB5531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325" y="6459538"/>
            <a:ext cx="185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E9959-195D-4693-AA37-953BDC04C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65425" y="6459538"/>
            <a:ext cx="36163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Ict401 Programming for the Information 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DC37D-D0BA-42B9-9D61-2CF676F40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24738" y="6459538"/>
            <a:ext cx="9842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5BE3CB0-5624-47F4-A482-33D6D62E6D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B8F089-64D3-47EA-93ED-A369A77005E1}"/>
              </a:ext>
            </a:extLst>
          </p:cNvPr>
          <p:cNvCxnSpPr/>
          <p:nvPr/>
        </p:nvCxnSpPr>
        <p:spPr>
          <a:xfrm>
            <a:off x="895350" y="1738313"/>
            <a:ext cx="747553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81" r:id="rId2"/>
  </p:sldLayoutIdLst>
  <p:hf hd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 kern="1200" spc="-50">
          <a:solidFill>
            <a:srgbClr val="40404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9pPr>
    </p:titleStyle>
    <p:bodyStyle>
      <a:lvl1pPr marL="90488" indent="-90488" algn="l" rtl="0" eaLnBrk="0" fontAlgn="base" hangingPunct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588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kern="1200">
          <a:solidFill>
            <a:srgbClr val="404040"/>
          </a:solidFill>
          <a:latin typeface="+mn-lt"/>
          <a:ea typeface="+mn-ea"/>
          <a:cs typeface="+mn-cs"/>
        </a:defRPr>
      </a:lvl2pPr>
      <a:lvl3pPr marL="566738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1863" indent="-182563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scholar.google.com/?utm_source=chatgpt.com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youtube.com/watch?v=2KqwMleovVU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youtube.com/watch?v=8ej9F-tuxg4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Placeholder 2">
            <a:extLst>
              <a:ext uri="{FF2B5EF4-FFF2-40B4-BE49-F238E27FC236}">
                <a16:creationId xmlns:a16="http://schemas.microsoft.com/office/drawing/2014/main" id="{7011D958-7B17-483C-B07B-1B379F607C55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>
          <a:xfrm>
            <a:off x="538956" y="314325"/>
            <a:ext cx="8066087" cy="3788019"/>
          </a:xfrm>
        </p:spPr>
        <p:txBody>
          <a:bodyPr anchor="ctr"/>
          <a:lstStyle/>
          <a:p>
            <a:pPr algn="ctr" eaLnBrk="1" hangingPunct="1">
              <a:spcBef>
                <a:spcPts val="600"/>
              </a:spcBef>
              <a:spcAft>
                <a:spcPts val="2400"/>
              </a:spcAft>
            </a:pPr>
            <a:r>
              <a:rPr lang="en-AU" altLang="en-US" sz="5400" dirty="0">
                <a:solidFill>
                  <a:srgbClr val="00B0F0"/>
                </a:solidFill>
              </a:rPr>
              <a:t>ICT</a:t>
            </a:r>
            <a:r>
              <a:rPr lang="en-US" altLang="zh-CN" sz="5400" dirty="0">
                <a:solidFill>
                  <a:srgbClr val="00B0F0"/>
                </a:solidFill>
              </a:rPr>
              <a:t>502</a:t>
            </a:r>
            <a:endParaRPr lang="en-AU" altLang="en-US" sz="5400" dirty="0">
              <a:solidFill>
                <a:srgbClr val="00B0F0"/>
              </a:solidFill>
            </a:endParaRPr>
          </a:p>
          <a:p>
            <a:pPr algn="ctr" eaLnBrk="1" hangingPunct="1">
              <a:spcBef>
                <a:spcPts val="600"/>
              </a:spcBef>
              <a:spcAft>
                <a:spcPts val="2400"/>
              </a:spcAft>
            </a:pPr>
            <a:r>
              <a:rPr lang="en-AU" altLang="en-US" sz="5400" dirty="0">
                <a:solidFill>
                  <a:srgbClr val="00B0F0"/>
                </a:solidFill>
              </a:rPr>
              <a:t>Week </a:t>
            </a:r>
            <a:r>
              <a:rPr lang="en-US" altLang="en-US" sz="5400" dirty="0">
                <a:solidFill>
                  <a:srgbClr val="00B0F0"/>
                </a:solidFill>
              </a:rPr>
              <a:t>3</a:t>
            </a:r>
            <a:r>
              <a:rPr lang="en-AU" altLang="en-US" sz="5400" dirty="0">
                <a:solidFill>
                  <a:srgbClr val="00B0F0"/>
                </a:solidFill>
              </a:rPr>
              <a:t>: </a:t>
            </a:r>
            <a:r>
              <a:rPr lang="en-AU" sz="5400" dirty="0">
                <a:solidFill>
                  <a:srgbClr val="00B0F0"/>
                </a:solidFill>
              </a:rPr>
              <a:t>Evaluating Design Options for IT Projects</a:t>
            </a:r>
            <a:endParaRPr lang="en-AU" altLang="en-US" sz="5400" dirty="0">
              <a:solidFill>
                <a:srgbClr val="00B0F0"/>
              </a:solidFill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7E97EA98-FA21-47E9-AAAB-D57D85BF5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Footer Placeholder 1">
            <a:extLst>
              <a:ext uri="{FF2B5EF4-FFF2-40B4-BE49-F238E27FC236}">
                <a16:creationId xmlns:a16="http://schemas.microsoft.com/office/drawing/2014/main" id="{B585785C-A56D-4F54-80A4-ABEA8B982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6459538"/>
            <a:ext cx="361632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7" name="Slide Number Placeholder 3">
            <a:extLst>
              <a:ext uri="{FF2B5EF4-FFF2-40B4-BE49-F238E27FC236}">
                <a16:creationId xmlns:a16="http://schemas.microsoft.com/office/drawing/2014/main" id="{24A2BABC-6B4A-40B3-94BC-37C96408B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4738" y="6459538"/>
            <a:ext cx="984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13890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18462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23034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2760663" indent="-182563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A713114-2FAF-491F-A5D9-97598AEF03A7}" type="slidenum">
              <a:rPr lang="en-US" altLang="en-US" sz="900">
                <a:solidFill>
                  <a:schemeClr val="bg1"/>
                </a:solidFill>
                <a:latin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</a:t>
            </a:fld>
            <a:endParaRPr lang="en-US" altLang="en-US" sz="10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190BDBBE-2518-4DC2-A8A5-7B1347851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11F364B8-9E55-4D33-84A1-D572CD6C3E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326" y="1835151"/>
            <a:ext cx="9037674" cy="4767668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What is this assignment about?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You are doing two things together: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1. Initial Project Research (Think + Plan)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Choose a real IT problem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Do basic research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Suggest possible solutions and technologies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2275A1D-7D1B-4E23-BF1C-0D30325F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FCD4B073-C5ED-4E44-934B-45E8993DC6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2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163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B8B5E-A211-BAC4-BF10-30B25B2A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971CA62C-64D1-C9D1-424E-712918A5C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6F640EB9-3B22-FDD3-BB9F-5535A6648C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326" y="1835151"/>
            <a:ext cx="9037674" cy="4767668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2. Group Contract (How your team will work)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Set rules for teamwork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Decide roles, communication, and responsibilities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Then combine everything into a ~1,500-word report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CC1471-78A7-FC8F-53A9-CBB119C02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3A840141-17D4-84B0-08DE-C8CCF91286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3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621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A5202-6071-D296-521D-5F7B9FBCD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8BB6866F-8F03-C18A-319F-811A87A20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BAA2736F-B0EB-D048-4EA0-12CE744551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326" y="1835151"/>
            <a:ext cx="9037674" cy="4767668"/>
          </a:xfrm>
          <a:solidFill>
            <a:schemeClr val="bg1"/>
          </a:solidFill>
        </p:spPr>
        <p:txBody>
          <a:bodyPr/>
          <a:lstStyle/>
          <a:p>
            <a:r>
              <a:rPr lang="en-US" sz="2800" b="1" dirty="0"/>
              <a:t>PART 1: Initial Research (Simple Explanation)</a:t>
            </a:r>
          </a:p>
          <a:p>
            <a:r>
              <a:rPr lang="en-US" sz="2800" b="1" dirty="0"/>
              <a:t>Step 1: Choose a Topic (Problem)</a:t>
            </a:r>
          </a:p>
          <a:p>
            <a:r>
              <a:rPr lang="en-US" sz="2800" dirty="0"/>
              <a:t>Pick something real-world + IT-related</a:t>
            </a:r>
          </a:p>
          <a:p>
            <a:r>
              <a:rPr lang="en-US" sz="2800" dirty="0"/>
              <a:t>Examples:</a:t>
            </a:r>
          </a:p>
          <a:p>
            <a:r>
              <a:rPr lang="en-US" sz="2800" dirty="0"/>
              <a:t>- Online shopping fraud detection </a:t>
            </a:r>
          </a:p>
          <a:p>
            <a:r>
              <a:rPr lang="en-US" sz="2800" dirty="0"/>
              <a:t>- Smart parking system </a:t>
            </a:r>
          </a:p>
          <a:p>
            <a:r>
              <a:rPr lang="en-US" sz="2800" dirty="0"/>
              <a:t>- AI chatbot for customer service </a:t>
            </a:r>
          </a:p>
          <a:p>
            <a:r>
              <a:rPr lang="en-US" sz="2800" dirty="0"/>
              <a:t>- Student attendance tracking system </a:t>
            </a:r>
          </a:p>
          <a:p>
            <a:r>
              <a:rPr lang="en-US" sz="2800" dirty="0"/>
              <a:t>Keep it simple and realistic for one semester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70EDA5-73CB-36AF-1DC9-E629C2D50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CC1C7249-1135-74ED-8918-D02074EC20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4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265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93D53-760E-5D0A-D569-580F81FC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CCB7B95B-5FC5-3732-3AC9-D05A40813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F21954B3-83B5-7AC3-B585-0E0FFACC7C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326" y="1835151"/>
            <a:ext cx="9037674" cy="4130751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Step 2: Define the Problem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Ask: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What is the problem?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Who has this problem?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Why is it important?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3EA0B1-2B37-4FC2-78C9-DCBEB7708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49A45316-8D1D-8A61-D38A-D3FFCCDA8F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5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146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9102F-CEED-7031-E26D-0759650FF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692C99E5-EE00-03D3-621E-D9D83F3E1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97021A04-865F-FD51-D10E-BF8BA6EFFA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326" y="1835152"/>
            <a:ext cx="9037674" cy="2982176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Example: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Many small businesses lose customers because they don’t respond quickly to online queries. This project explores a chatbot solution.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D7E045-D3F2-DCB3-8AEB-F75E0B034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5117D257-08F3-D832-42E0-EAA7CBFD18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6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315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A1719-474C-86C4-1240-40B6BB34F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7C4E9407-D477-5EC7-3F81-29605544F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5E8761F9-E943-65A3-8DF8-B4B880D788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326" y="1835152"/>
            <a:ext cx="9037674" cy="4624386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Step 3: Do Basic Research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Find 3–5 good sources (Google Scholar, reports, journals)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Look for: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What already exists?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What problems still exist?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What can be improved?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B5ED6BB-8109-0320-ACC9-A3D626A99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BAFCAB68-20E1-6239-2D77-11540CE865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7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4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0A938-2351-6B65-9AEA-400FE004C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1833B687-5BDB-AD14-CB74-496BF6C68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810F735C-9751-BD63-DECD-EFB6CD1BA0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814" y="1655377"/>
            <a:ext cx="9037674" cy="3194048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1. Use Google Scholar (MAIN TOOL)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Search on Google Scholar</a:t>
            </a:r>
            <a:endParaRPr lang="en-US" sz="28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- Free and easy to use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Searches journals, conference papers, reports, theses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70B1438-25C1-58C9-EA01-A6B5C09C3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C9DC9577-8119-4F41-6A63-A5C220BACF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8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EC2241-16D3-22A8-27D1-FE37AC0446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350" b="48374"/>
          <a:stretch>
            <a:fillRect/>
          </a:stretch>
        </p:blipFill>
        <p:spPr>
          <a:xfrm>
            <a:off x="-36512" y="4683512"/>
            <a:ext cx="9144000" cy="217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056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30AD9-1178-69F1-ED6B-75DED85B6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DC65C6F7-3C71-EA17-5AB1-1390F5577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5336062E-ED11-E531-9C01-DED38072AA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814" y="1476376"/>
            <a:ext cx="9037674" cy="5348288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2. Other useful databases (optional)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Scopus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Web of Science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IEEE Xplore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ScienceDirect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These databases contain peer-reviewed and high-quality research papers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9DA978C-095E-3618-D946-4740F8CB2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2EAFD1E0-867A-FDDD-1AE2-918DAE13A6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9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966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94FC2-B427-42B4-8E06-7D19C0331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3E8598A1-4171-3F7F-B386-2D2BE9798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F6334ABD-599D-0FF2-2F5F-9A85D7929A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814" y="1476376"/>
            <a:ext cx="9037674" cy="2107482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Good Journals for Information Systems (Simple List)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You do NOT need to remember all — just use Google Scholar and filter results.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12AD1C-67D0-DD04-6C0C-C49D2F973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26307DCA-437E-10AE-9036-4CFE5F7186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10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40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3D598-3CAD-CA1F-A0E2-7029068DD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09309781-16BA-E761-8CBA-CEF4C0E9E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FAC60FDB-B290-E27E-3323-D97B4D5CCC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814" y="1476375"/>
            <a:ext cx="9037674" cy="5348287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Top Journals (High Quality)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- MIS Quarterly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- Information Systems Research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- Journal of Information Technology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- Journal of Management Information Systems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- Journal of the Association for Information Systems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These are well-known and trusted journals in IT and business systems research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8A3A1F2-ABD3-FF59-E581-BB45B6321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C5F12C1F-EDCD-00B3-9327-DA82D58637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11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285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F0021-6912-7755-1BB3-2B724BEA1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89D6D20-6B90-9CD0-BC73-27887F306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D4764A0F-4750-00E6-2194-DBB6E6B8A1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814" y="1476376"/>
            <a:ext cx="9037674" cy="4201754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Easier / Practical Journals (Good for students)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Information Systems (Elsevier)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Systems (MDPI)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IEEE / ACM conference papers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These often include real-world applications and case studies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D2313A7-E401-6A3D-F771-13B791B5B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56D2BB7E-1F54-DCCE-4DAA-155A40ED81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12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242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00001-D80A-052C-DEE6-7808E6AC6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FFD746B6-FC3D-D985-6FAE-32286C8D8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B98A8648-0F06-66BC-2DEA-F1E4BE1BD6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814" y="1476376"/>
            <a:ext cx="9037674" cy="3287353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Keywords (VERY IMPORTANT)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You may struggle here, so use this simple rule: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Use this format: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[technology] + [problem] + [context]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2569AF-5E72-E34C-D3FE-DDF7CF359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AFBA7AB6-D5B7-84BD-3AE1-CB53456636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13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419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77D15-A6FE-EF6A-2C2E-1EBF96D3D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8951CEFE-6C2A-C51E-AA17-E1C74244F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CD97595C-9FEF-3C6A-6B53-D70A5F7F56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814" y="1489464"/>
            <a:ext cx="9037674" cy="3194048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Topic: Cybersecurity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"cybersecurity threats small business"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"data breach prevention techniques"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"information security challenges </a:t>
            </a:r>
            <a:r>
              <a:rPr lang="en-US" sz="2800" dirty="0" err="1"/>
              <a:t>organisations</a:t>
            </a:r>
            <a:r>
              <a:rPr lang="en-US" sz="2800" dirty="0"/>
              <a:t>"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32DA7BE-6373-DC3E-E5EA-56F1E6DF1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EC666877-DBF5-6F1C-B99F-52A2799847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14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1EA302-F6C1-383A-2256-D02C63794B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50" b="48374"/>
          <a:stretch>
            <a:fillRect/>
          </a:stretch>
        </p:blipFill>
        <p:spPr>
          <a:xfrm>
            <a:off x="-36512" y="4683512"/>
            <a:ext cx="9144000" cy="217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70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84080-1CA6-A50E-061E-F0F1DF97E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F5F98E12-154A-BB4E-0AC1-F8D485803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38B6DDC8-AF99-AAA5-FC57-8995980508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163" y="1489464"/>
            <a:ext cx="9037674" cy="3194048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Topic: Chatbot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"AI chatbot customer service"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"chatbot business applications"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"customer support automation challenges"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DC3BC-AE03-24AC-A95F-B5E4841F7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76C2CA7C-BE23-E6E0-9D1D-4646B479D7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15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97202B-B5AC-1538-A248-D52ADF247E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16" b="35366"/>
          <a:stretch>
            <a:fillRect/>
          </a:stretch>
        </p:blipFill>
        <p:spPr>
          <a:xfrm>
            <a:off x="-36512" y="4642199"/>
            <a:ext cx="7069873" cy="221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802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B14C4-6BB7-9C71-C8A6-2E005A825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EC61FD07-4CAA-63C1-2411-88FEEECEF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F0E813F5-8909-A592-ECD4-6B255E0199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163" y="1489464"/>
            <a:ext cx="9037674" cy="3194048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Basic Search: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"AI chatbot for customer service in small business"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"challenges of cybersecurity in SMEs"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"IoT smart parking system research"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DFDC8F4-319F-F545-A743-0922E6953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9011EE7E-8C72-199F-CA9C-1CFB5D96FE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16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B1BBD7-CCC4-03E3-E84C-6B3AAEFADD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16" b="35366"/>
          <a:stretch>
            <a:fillRect/>
          </a:stretch>
        </p:blipFill>
        <p:spPr>
          <a:xfrm>
            <a:off x="-36512" y="4642199"/>
            <a:ext cx="7069873" cy="221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952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04116-8330-49A1-F303-DC1B921F9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6C6F4646-5616-9810-AF98-7AF621E72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99414EEB-A721-C179-B699-7032559D95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163" y="1489464"/>
            <a:ext cx="9037674" cy="3194048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More Academic Style: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"literature review on chatbot adoption in business"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"factors affecting e-commerce security systems"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"evaluation of IoT applications in smart cities"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A43DC8-79F9-1EE4-20F6-B8C3BE6A9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4A4DD973-7B42-112A-D08E-BE7923E192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17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FD3688-F4E8-042C-CD1D-BE54FFFF6F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32" b="38185"/>
          <a:stretch>
            <a:fillRect/>
          </a:stretch>
        </p:blipFill>
        <p:spPr>
          <a:xfrm>
            <a:off x="0" y="4551411"/>
            <a:ext cx="7783551" cy="230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720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72CE6-CCF9-3A2B-DFC6-0AC208ADC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9F23632E-79C6-44C0-481D-D5B62A038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A524FB2F-FB3B-BC6C-4998-087EFCC15D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388910"/>
            <a:ext cx="9037674" cy="3194048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For Problems: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"limitations of chatbot systems in customer service"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"issues in cloud computing security"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"problems in digital payment systems"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188F1C-E009-719F-A072-562C7B3EB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07B60AE7-3999-CF5A-6565-704D7E96BB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18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52C28D-C45C-9E66-C288-E18588C225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01" b="44688"/>
          <a:stretch>
            <a:fillRect/>
          </a:stretch>
        </p:blipFill>
        <p:spPr>
          <a:xfrm>
            <a:off x="0" y="4527395"/>
            <a:ext cx="9144000" cy="233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332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98DC7-DF95-89E2-262D-6BCB2F6BF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82698984-8062-1746-BCBC-0701D018E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C68FC61C-7BB4-A3C0-A5C5-84B37B24C5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163" y="1489464"/>
            <a:ext cx="9037674" cy="3194048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Topic: Smart Systems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"smart parking system IoT"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"IoT smart city challenges"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"sensor-based parking solutions"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119EC0-A556-A5B7-3866-603E27FF3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EFE04577-D543-6BA1-883C-6A72E586D4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19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705D7B-4A60-9A0D-27B7-5C977FDF4B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99" b="39268"/>
          <a:stretch>
            <a:fillRect/>
          </a:stretch>
        </p:blipFill>
        <p:spPr>
          <a:xfrm>
            <a:off x="0" y="4615788"/>
            <a:ext cx="7660888" cy="224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218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C4213-029B-3E87-0A9A-6C784420C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B99FB8FE-6EBC-F66F-9CB3-73338A078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4337FB84-244F-01F3-94FD-6262A10498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163" y="1489464"/>
            <a:ext cx="9037674" cy="3194048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Topic: E-commerce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"online shopping fraud detection"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"e-commerce security issues"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"recommendation systems online retail"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4DF2D2-85F6-C145-018D-7468FF144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DF25A4B0-23C7-FB14-1517-E30BD31CB3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20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B38634-AE38-C659-AD82-E89402BF8E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99" b="38401"/>
          <a:stretch>
            <a:fillRect/>
          </a:stretch>
        </p:blipFill>
        <p:spPr>
          <a:xfrm>
            <a:off x="-36512" y="4611600"/>
            <a:ext cx="7549376" cy="22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252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645C8-0894-1707-27DE-113638D64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6AFE6CBB-4037-9CEE-FE6E-F07C666D7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ABCEDE7A-1EE5-03E5-8E28-5ED8D3DA41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163" y="1489464"/>
            <a:ext cx="9037674" cy="2268497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1. What already exists?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Example: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Many companies use chatbots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533438-38C9-8C05-3622-3F0139621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012B0A3B-1EAD-C9B7-18A6-A6BE1B6193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21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2EFC47-4C34-BDD6-A8BA-D1B32DAE45DA}"/>
              </a:ext>
            </a:extLst>
          </p:cNvPr>
          <p:cNvSpPr txBox="1"/>
          <p:nvPr/>
        </p:nvSpPr>
        <p:spPr>
          <a:xfrm>
            <a:off x="0" y="4174378"/>
            <a:ext cx="923321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n-lt"/>
              </a:rPr>
              <a:t>2. What problems still exist?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n-lt"/>
              </a:rPr>
              <a:t>Example: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Chatbots cannot understand complex questions</a:t>
            </a:r>
          </a:p>
        </p:txBody>
      </p:sp>
    </p:spTree>
    <p:extLst>
      <p:ext uri="{BB962C8B-B14F-4D97-AF65-F5344CB8AC3E}">
        <p14:creationId xmlns:p14="http://schemas.microsoft.com/office/powerpoint/2010/main" val="3911586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48090-ED93-4DE7-894A-5E0569996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7F9ECA0A-FA05-6012-83F3-C04AE7482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B5900576-1E6A-27CF-42C2-566776CBC7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163" y="1489464"/>
            <a:ext cx="9037674" cy="2268497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3. What can be improved?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Example: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Add AI + natural language processing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D642384-A212-3F8F-FC7A-B7EA3F76C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7A4821D2-5554-DB23-AA56-7ECE088942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22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6054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8F501-85B9-6F5A-FFFC-307D24715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3EA1F4FE-0B6A-40D5-0212-AFDA3FAA2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C8F3A377-D96F-DD4B-EFE4-41E9A9A009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163" y="1489464"/>
            <a:ext cx="9037674" cy="5368536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200" b="1" dirty="0"/>
              <a:t>Simple Example (Full Demonstration)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Topic: Smart Parking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Search: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"smart parking system IoT challenges"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Findings: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/>
              <a:t>     - Exists: sensors + mobile apps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/>
              <a:t>     - Problem: inaccurate data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/>
              <a:t>     - Improvement: real-time AI prediction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A93436-E829-5933-B35B-5D1037F14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19A09F88-0523-315C-67C2-7BC96724ED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23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116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5D3A3-A133-6534-06BA-8B1EB516F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3BE92D70-1D49-A701-E0EE-731FD83EA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CB2CD827-D117-65B8-0C64-3502D0D0BD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163" y="1489464"/>
            <a:ext cx="9037674" cy="4844429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500" b="1" dirty="0"/>
              <a:t>Keywords for IT Governance</a:t>
            </a:r>
          </a:p>
          <a:p>
            <a:pPr>
              <a:lnSpc>
                <a:spcPct val="150000"/>
              </a:lnSpc>
            </a:pPr>
            <a:r>
              <a:rPr lang="en-US" sz="2500" dirty="0"/>
              <a:t>Combine: "IT governance" + (focus area)</a:t>
            </a:r>
          </a:p>
          <a:p>
            <a:pPr>
              <a:lnSpc>
                <a:spcPct val="150000"/>
              </a:lnSpc>
            </a:pPr>
            <a:r>
              <a:rPr lang="en-US" sz="2500" dirty="0"/>
              <a:t>Basic Keywords (Start here)</a:t>
            </a:r>
          </a:p>
          <a:p>
            <a:pPr>
              <a:lnSpc>
                <a:spcPct val="150000"/>
              </a:lnSpc>
            </a:pPr>
            <a:r>
              <a:rPr lang="en-US" sz="2500" dirty="0"/>
              <a:t>- "IT governance" </a:t>
            </a:r>
          </a:p>
          <a:p>
            <a:pPr>
              <a:lnSpc>
                <a:spcPct val="150000"/>
              </a:lnSpc>
            </a:pPr>
            <a:r>
              <a:rPr lang="en-US" sz="2500" dirty="0"/>
              <a:t>- "IT governance frameworks" </a:t>
            </a:r>
          </a:p>
          <a:p>
            <a:pPr>
              <a:lnSpc>
                <a:spcPct val="150000"/>
              </a:lnSpc>
            </a:pPr>
            <a:r>
              <a:rPr lang="en-US" sz="2500" dirty="0"/>
              <a:t>- "IT governance in </a:t>
            </a:r>
            <a:r>
              <a:rPr lang="en-US" sz="2500" dirty="0" err="1"/>
              <a:t>organisations</a:t>
            </a:r>
            <a:r>
              <a:rPr lang="en-US" sz="2500" dirty="0"/>
              <a:t>" </a:t>
            </a:r>
          </a:p>
          <a:p>
            <a:pPr>
              <a:lnSpc>
                <a:spcPct val="150000"/>
              </a:lnSpc>
            </a:pPr>
            <a:r>
              <a:rPr lang="en-US" sz="2500" dirty="0"/>
              <a:t>- "IT governance importance"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F22AD4-B3BE-387E-E8E5-5FE008784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2DC1FF54-FC67-A26F-238F-CB2DB62DE1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24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52142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5BC54-4807-3E5D-6CD3-3F9C153EE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081249E5-8382-5902-2B16-781C55343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FA2422D6-EAE3-BF3E-0407-3B752EB7BD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163" y="1489464"/>
            <a:ext cx="9037674" cy="4844429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Keywords by Focus Area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1. Governance Frameworks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"COBIT IT governance framework"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"ITIL governance practices"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"ISO 38500 IT governance"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49A22A2-143E-AC5B-29BC-D4C7FE99B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58BE2ABC-A809-1556-1542-B1B0034144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25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2071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B7F8A-D25A-2EB3-B0D6-0428A318A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CA4DEB7-536D-8C25-88F0-8F1FB05C5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9559E116-1A68-49D1-F39B-C48F181800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163" y="1489464"/>
            <a:ext cx="9037674" cy="4844429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2. Business Alignment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"IT business alignment governance"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"IT strategy alignment </a:t>
            </a:r>
            <a:r>
              <a:rPr lang="en-US" sz="2800" dirty="0" err="1"/>
              <a:t>organisations</a:t>
            </a:r>
            <a:r>
              <a:rPr lang="en-US" sz="2800" dirty="0"/>
              <a:t>"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B7FAA8-47FC-B43B-1255-030227C6A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296D257A-8FE5-1DFA-3224-DF1D76B4F2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26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471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0FBD9-E1CD-6E5B-36B6-201DA333D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79E768E6-D43B-E819-7C47-75CACA69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4E5FFE47-F20A-4555-6BE5-44775EC009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163" y="1489464"/>
            <a:ext cx="9037674" cy="4844429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3. Risk &amp; Security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"IT governance risk management"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"information security governance"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"cybersecurity governance framework"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C9A371-23AB-BE47-C810-3706463FB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EFCC4B14-686F-FD0F-3099-F81CA26F2B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27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5343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48E6B-D904-8626-52D4-8C90C39C5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FF39287E-97A4-2BFC-24B8-D76D8C27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6E658D4F-0365-25BA-7840-94E3F473B5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163" y="1489464"/>
            <a:ext cx="9037674" cy="4844429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4. Performance / Value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"IT governance value creation"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"IT project success governance"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"IT governance performance measurement"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5E41D14-B3B6-8494-EC33-2D98DB147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9EF9BAAE-3C6B-AE09-9C8B-D9134CE8F5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28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0989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D70C4-D82F-70E1-B0CA-FDAB2D886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5C470623-3FD9-B47A-1662-242B821E2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5286256B-72D9-5E2E-2BF1-4C71B0B87B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163" y="1489464"/>
            <a:ext cx="9037674" cy="4844429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5. SMEs / Real-world context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"IT governance small business"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"IT governance challenges SMEs"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"IT governance adoption barriers"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F6EAA7-AB48-28B3-6FFB-07E4E7E74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4B116AB7-7647-A081-C0EF-D57D2C280D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29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9815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F08EE-7B43-4435-CF7E-7B4000529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80DD29-C716-098B-DB86-D05CDA6F2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F8EE8EDD-D515-64CF-C652-1DCC6F318A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163" y="1489464"/>
            <a:ext cx="9037674" cy="4844429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Basic Searches: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"IT governance frameworks and their effectiveness"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"role of IT governance in business performance"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"IT governance challenges in </a:t>
            </a:r>
            <a:r>
              <a:rPr lang="en-US" sz="2800" dirty="0" err="1"/>
              <a:t>organisations</a:t>
            </a:r>
            <a:r>
              <a:rPr lang="en-US" sz="2800" dirty="0"/>
              <a:t>"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9A78B88-3FDB-EABD-3B33-2E05EF908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E667C678-7633-5074-415F-AF9A0A8B62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30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77003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15335-0A89-52D2-B94D-4538E7EED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907BD17F-4ABE-B66A-1F53-62CC6C309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4A409CE2-301D-640A-F69F-C74F89D9C6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163" y="1489464"/>
            <a:ext cx="9037674" cy="4844429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More Advanced (Better for marks):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"impact of IT governance on </a:t>
            </a:r>
            <a:r>
              <a:rPr lang="en-US" sz="2800" dirty="0" err="1"/>
              <a:t>organisational</a:t>
            </a:r>
            <a:r>
              <a:rPr lang="en-US" sz="2800" dirty="0"/>
              <a:t> performance"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"evaluation of COBIT framework in IT governance"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"barriers to IT governance implementation in SMEs"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50E47C-2E23-1374-FDBA-F510F3941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89B71023-421A-093D-BE76-E7451FD96D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31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7029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27A33-4A67-4C8D-974E-F7BD7B4D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F1334237-0296-D68C-313B-E0A05C19C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D8A5935E-F8A8-E5F4-3111-E7BDA3BE23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163" y="1489464"/>
            <a:ext cx="9037674" cy="4844429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For Problems (IMPORTANT):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"issues in IT governance implementation"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"limitations of IT governance frameworks"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"challenges of aligning IT and business strategy"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EFF610-011C-F6E0-2E1D-A2D206830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E198F86A-675A-EC8E-DF2A-2F951F19FA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32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0586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CA562-2F3B-963A-9F7E-02123D1F5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1F20E8D7-903B-E8F4-0F8F-7EB4CCBD4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F7FC3722-0B8D-AA7D-BBBC-3A10AD232F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163" y="1489464"/>
            <a:ext cx="9037674" cy="4734355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700" dirty="0"/>
              <a:t>Example (What Students Should Find)</a:t>
            </a:r>
          </a:p>
          <a:p>
            <a:pPr>
              <a:lnSpc>
                <a:spcPct val="150000"/>
              </a:lnSpc>
            </a:pPr>
            <a:r>
              <a:rPr lang="en-US" sz="2700" dirty="0"/>
              <a:t>Topic: IT Governance in Small Businesses</a:t>
            </a:r>
          </a:p>
          <a:p>
            <a:pPr>
              <a:lnSpc>
                <a:spcPct val="150000"/>
              </a:lnSpc>
            </a:pPr>
            <a:r>
              <a:rPr lang="en-US" sz="2700" dirty="0"/>
              <a:t>After Searching:</a:t>
            </a:r>
          </a:p>
          <a:p>
            <a:pPr>
              <a:lnSpc>
                <a:spcPct val="150000"/>
              </a:lnSpc>
            </a:pPr>
            <a:r>
              <a:rPr lang="en-US" sz="2700" dirty="0"/>
              <a:t>What exists:</a:t>
            </a:r>
          </a:p>
          <a:p>
            <a:pPr>
              <a:lnSpc>
                <a:spcPct val="150000"/>
              </a:lnSpc>
            </a:pPr>
            <a:r>
              <a:rPr lang="en-US" sz="2700" dirty="0"/>
              <a:t>- Frameworks like COBIT and ITIL </a:t>
            </a:r>
          </a:p>
          <a:p>
            <a:pPr>
              <a:lnSpc>
                <a:spcPct val="150000"/>
              </a:lnSpc>
            </a:pPr>
            <a:r>
              <a:rPr lang="en-US" sz="2700" dirty="0"/>
              <a:t>- Policies for managing IT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D13B57-F8CB-CDBC-E986-A63DB1C56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C3F6E54D-97BC-1AAA-83DB-E49AE2A36A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33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57808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34D77-B312-8AE1-9BC6-5392D23DB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02FD85DF-D4A5-17BC-40E2-31EB04C30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0F50D3D8-5C9D-EA45-CA7D-9E098EF6FD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163" y="1489464"/>
            <a:ext cx="9037674" cy="4734355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Problems: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Too complex for small companies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Lack of skilled staff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Improvements: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Simpler governance models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- Automation tools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4DF76B-C618-C55A-1268-614ED03C1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46D0653F-168C-616A-A909-71BF7813C9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34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5336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EF1AD-819D-D3BD-8FF6-A3A6622B5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D1015DE7-23BD-6480-E7FA-CEA74FBE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E00583F4-7C4C-1025-AFF2-9BA66E0E35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162" y="1489464"/>
            <a:ext cx="9090837" cy="5335199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200" b="1" dirty="0"/>
              <a:t>Good Research Topic Ideas (Using IT Governance)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You can suggest these to students:</a:t>
            </a:r>
          </a:p>
          <a:p>
            <a:pPr marL="722313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IT Governance in SMEs </a:t>
            </a:r>
          </a:p>
          <a:p>
            <a:pPr marL="722313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Role of IT Governance in Cybersecurity </a:t>
            </a:r>
          </a:p>
          <a:p>
            <a:pPr marL="722313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IT Governance and Digital Transformation </a:t>
            </a:r>
          </a:p>
          <a:p>
            <a:pPr marL="722313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Comparing COBIT vs ITIL </a:t>
            </a:r>
          </a:p>
          <a:p>
            <a:pPr marL="722313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IT Governance for Cloud Computing </a:t>
            </a:r>
          </a:p>
          <a:p>
            <a:pPr marL="722313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200" dirty="0"/>
              <a:t>IT Governance in Healthcare Systems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9347937-DE91-1C18-254F-FBC908678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47C2B7E5-A640-F954-EA82-32B9B1DDA7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35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34110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E6BC1-EC76-3CF2-B915-CFC0A8D32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FF3942E7-7CAC-B3EA-9E9F-1591501700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305753"/>
            <a:ext cx="9037674" cy="6021305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500" b="1" dirty="0">
                <a:solidFill>
                  <a:schemeClr val="tx1"/>
                </a:solidFill>
              </a:rPr>
              <a:t>Quick In-Class Activity (5–10 min)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</a:rPr>
              <a:t>Choose a topic (e.g., IT governance + cybersecurity, or IT governance + SMEs)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</a:rPr>
              <a:t>Search 1 sentence in Google Scholar 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</a:rPr>
              <a:t>Find: </a:t>
            </a:r>
          </a:p>
          <a:p>
            <a:pPr lvl="1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</a:rPr>
              <a:t>1 existing solution </a:t>
            </a:r>
          </a:p>
          <a:p>
            <a:pPr lvl="1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</a:rPr>
              <a:t>1 problem </a:t>
            </a:r>
          </a:p>
          <a:p>
            <a:pPr lvl="1"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</a:rPr>
              <a:t>1 improvement 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chemeClr val="tx1"/>
                </a:solidFill>
              </a:rPr>
              <a:t>Present your research finding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6F008F-2946-CB73-B806-8B4BC793C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F09C6AED-1B5D-C19C-9945-249D63D7C9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36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5CBB1D-0D92-080A-931C-AE6095327DC8}"/>
              </a:ext>
            </a:extLst>
          </p:cNvPr>
          <p:cNvSpPr txBox="1"/>
          <p:nvPr/>
        </p:nvSpPr>
        <p:spPr>
          <a:xfrm>
            <a:off x="3885599" y="3451123"/>
            <a:ext cx="5258401" cy="19645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Don’t just search ‘IT governance’. Add a focus like security, SMEs, or performance to get better results.</a:t>
            </a:r>
          </a:p>
        </p:txBody>
      </p:sp>
    </p:spTree>
    <p:extLst>
      <p:ext uri="{BB962C8B-B14F-4D97-AF65-F5344CB8AC3E}">
        <p14:creationId xmlns:p14="http://schemas.microsoft.com/office/powerpoint/2010/main" val="2112149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5976C-9597-11C8-9A50-DD2088134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068E0CF5-B2FB-556B-9E3A-FBB38F451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9895480A-2C58-D953-D42B-B7365D22FF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163" y="1706850"/>
            <a:ext cx="9037674" cy="4045021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</a:rPr>
              <a:t>Small and Medium-sized Enterprises (SMEs):</a:t>
            </a:r>
          </a:p>
          <a:p>
            <a:r>
              <a:rPr lang="en-US" sz="2800" dirty="0"/>
              <a:t>SMEs are </a:t>
            </a:r>
            <a:r>
              <a:rPr lang="en-US" sz="2800" b="1" dirty="0"/>
              <a:t>small or medium businesses</a:t>
            </a:r>
            <a:r>
              <a:rPr lang="en-US" sz="2800" dirty="0"/>
              <a:t>, not large companies.</a:t>
            </a:r>
          </a:p>
          <a:p>
            <a:r>
              <a:rPr lang="en-US" sz="2800" b="1" dirty="0"/>
              <a:t>Examples:</a:t>
            </a:r>
          </a:p>
          <a:p>
            <a:r>
              <a:rPr lang="en-US" sz="2800" dirty="0"/>
              <a:t>- Local retail shops </a:t>
            </a:r>
          </a:p>
          <a:p>
            <a:r>
              <a:rPr lang="en-US" sz="2800" dirty="0"/>
              <a:t>- Small IT companies </a:t>
            </a:r>
          </a:p>
          <a:p>
            <a:r>
              <a:rPr lang="en-US" sz="2800" dirty="0"/>
              <a:t>- Startups </a:t>
            </a:r>
          </a:p>
          <a:p>
            <a:r>
              <a:rPr lang="en-US" sz="2800" dirty="0"/>
              <a:t>- Small consulting firms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5C295E5-7709-8B28-0846-3BDD0E86D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FBDEF3DF-1E5F-0AA3-D003-1CA47B3221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37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9779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003C1-FDBA-92FF-065A-6A33CD55D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75BA58D4-F38A-2FA7-3480-81895B58F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4ED8EE4-5E4A-F999-85A1-E9E29C0E8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F20D9C2E-2FCD-1FB2-9E0D-BC1D6B29A4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38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E8A627-AF2E-DB5E-DCD8-F67712B41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267099"/>
              </p:ext>
            </p:extLst>
          </p:nvPr>
        </p:nvGraphicFramePr>
        <p:xfrm>
          <a:off x="800100" y="1636236"/>
          <a:ext cx="7543800" cy="1996059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771900">
                  <a:extLst>
                    <a:ext uri="{9D8B030D-6E8A-4147-A177-3AD203B41FA5}">
                      <a16:colId xmlns:a16="http://schemas.microsoft.com/office/drawing/2014/main" val="1216979867"/>
                    </a:ext>
                  </a:extLst>
                </a:gridCol>
                <a:gridCol w="3771900">
                  <a:extLst>
                    <a:ext uri="{9D8B030D-6E8A-4147-A177-3AD203B41FA5}">
                      <a16:colId xmlns:a16="http://schemas.microsoft.com/office/drawing/2014/main" val="17237400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Type</a:t>
                      </a:r>
                    </a:p>
                  </a:txBody>
                  <a:tcPr anchor="ctr">
                    <a:solidFill>
                      <a:srgbClr val="65D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Employees</a:t>
                      </a:r>
                    </a:p>
                  </a:txBody>
                  <a:tcPr anchor="ctr">
                    <a:solidFill>
                      <a:srgbClr val="65D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09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Small business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Usually &lt; 50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058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/>
                        <a:t>Medium business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/>
                        <a:t>Usually &lt; 250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033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34416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6A4A0-2A2C-C8FA-275E-AC37DF9D3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CD25FDB-477B-B50F-1B38-E48E30749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1286FD-7542-9B2F-645D-A534B5098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D96D633A-758C-1219-22E7-42C15148B5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39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07A625-E4A4-42E9-90BC-F189FDB811DE}"/>
              </a:ext>
            </a:extLst>
          </p:cNvPr>
          <p:cNvSpPr txBox="1"/>
          <p:nvPr/>
        </p:nvSpPr>
        <p:spPr>
          <a:xfrm>
            <a:off x="-36512" y="1476376"/>
            <a:ext cx="9180512" cy="32571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n-lt"/>
              </a:rPr>
              <a:t>Why SMEs are important in your assignment?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n-lt"/>
              </a:rPr>
              <a:t>Many IT topics (like IT governance) focus on SMEs because: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They have limited budget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They have fewer IT experts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They face more challenges implementing systems</a:t>
            </a:r>
          </a:p>
        </p:txBody>
      </p:sp>
    </p:spTree>
    <p:extLst>
      <p:ext uri="{BB962C8B-B14F-4D97-AF65-F5344CB8AC3E}">
        <p14:creationId xmlns:p14="http://schemas.microsoft.com/office/powerpoint/2010/main" val="2861321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DA001-D555-9DCD-3576-C16162E70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C8BB525E-2676-2140-AF38-DB5CA9170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2512B1-0152-024A-25AD-5220042CB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596D4FA4-8AD3-00DC-51F4-872BD92276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40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3D91A-90E9-924B-EC1D-1A86FFB21C9B}"/>
              </a:ext>
            </a:extLst>
          </p:cNvPr>
          <p:cNvSpPr txBox="1"/>
          <p:nvPr/>
        </p:nvSpPr>
        <p:spPr>
          <a:xfrm>
            <a:off x="-36512" y="1476376"/>
            <a:ext cx="9320262" cy="39035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Example in your topic</a:t>
            </a:r>
          </a:p>
          <a:p>
            <a:pPr>
              <a:lnSpc>
                <a:spcPct val="150000"/>
              </a:lnSpc>
            </a:pPr>
            <a:r>
              <a:rPr lang="en-US" sz="2800" i="1" dirty="0">
                <a:latin typeface="+mn-lt"/>
              </a:rPr>
              <a:t>“IT governance in SMEs”</a:t>
            </a:r>
            <a:r>
              <a:rPr lang="en-US" sz="2800" dirty="0">
                <a:latin typeface="+mn-lt"/>
              </a:rPr>
              <a:t> means: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How small and medium businesses: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manage IT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control risks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use technology effectively</a:t>
            </a:r>
          </a:p>
        </p:txBody>
      </p:sp>
    </p:spTree>
    <p:extLst>
      <p:ext uri="{BB962C8B-B14F-4D97-AF65-F5344CB8AC3E}">
        <p14:creationId xmlns:p14="http://schemas.microsoft.com/office/powerpoint/2010/main" val="20165705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72A4B-22DA-CBAA-6816-EE01E469F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6EDB0B1F-18EB-6702-4846-1597DD80C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A0CD785E-0988-3F47-C994-E7FEDC7C8A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163" y="1456128"/>
            <a:ext cx="9037674" cy="2290682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Good research is not about reading everything — it’s about finding the right 3–5 strong sources and understanding them clearly.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35E79C-3A9B-EF8D-0930-97CA21A37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39ED8B03-2475-617A-D226-9568C5262E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41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577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D1383-7669-AF5C-7567-7C9B3B51E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341809E5-C7C3-F91A-AA13-F1231D4CE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512" y="33337"/>
            <a:ext cx="9180512" cy="1443038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rgbClr val="00B0F0"/>
                </a:solidFill>
              </a:rPr>
              <a:t>Preparation for Assessment 2 – Group Contract + Initial Research 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980FE06E-84FC-0AC5-3221-D280359626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163" y="1456127"/>
            <a:ext cx="9037674" cy="3292853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Common Mistakes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0000"/>
                </a:highlight>
              </a:rPr>
              <a:t>X</a:t>
            </a:r>
            <a:r>
              <a:rPr lang="en-US" sz="2800" dirty="0"/>
              <a:t> Too general: "IT governance is important"</a:t>
            </a:r>
            <a:br>
              <a:rPr lang="en-US" sz="2800" dirty="0"/>
            </a:br>
            <a:r>
              <a:rPr lang="en-US" sz="2800" dirty="0">
                <a:highlight>
                  <a:srgbClr val="FF0000"/>
                </a:highlight>
              </a:rPr>
              <a:t>X</a:t>
            </a:r>
            <a:r>
              <a:rPr lang="en-US" sz="2800" dirty="0"/>
              <a:t> No specific problem</a:t>
            </a:r>
            <a:br>
              <a:rPr lang="en-US" sz="2800" dirty="0"/>
            </a:br>
            <a:r>
              <a:rPr lang="en-US" sz="2800" dirty="0">
                <a:highlight>
                  <a:srgbClr val="FF0000"/>
                </a:highlight>
              </a:rPr>
              <a:t>X</a:t>
            </a:r>
            <a:r>
              <a:rPr lang="en-US" sz="2800" dirty="0"/>
              <a:t> No real-world context</a:t>
            </a:r>
            <a:br>
              <a:rPr lang="en-US" sz="2800" dirty="0"/>
            </a:br>
            <a:r>
              <a:rPr lang="en-US" sz="2800" dirty="0">
                <a:highlight>
                  <a:srgbClr val="FF0000"/>
                </a:highlight>
              </a:rPr>
              <a:t>X</a:t>
            </a:r>
            <a:r>
              <a:rPr lang="en-US" sz="2800" dirty="0"/>
              <a:t> No comparison or evaluation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89CD2B-BA08-F87E-9A0C-1A8CED63E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A6D93F91-877C-DAA1-C0BD-FE4FEFAA04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42</a:t>
            </a:fld>
            <a:endParaRPr lang="en-US" altLang="en-US" sz="9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2860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5BCCA-7405-2BD6-33E5-827BA0FFD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D5A53F38-52C8-15F5-1A7A-DA369BAF6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12775"/>
            <a:ext cx="8027988" cy="86360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altLang="en-US" sz="4800" b="1" dirty="0">
                <a:solidFill>
                  <a:srgbClr val="00B0F0"/>
                </a:solidFill>
              </a:rPr>
              <a:t>What we</a:t>
            </a:r>
            <a:r>
              <a:rPr lang="zh-CN" altLang="en-US" sz="4800" b="1" dirty="0">
                <a:solidFill>
                  <a:srgbClr val="00B0F0"/>
                </a:solidFill>
              </a:rPr>
              <a:t> </a:t>
            </a:r>
            <a:r>
              <a:rPr lang="en-US" altLang="zh-CN" sz="4800" b="1" dirty="0">
                <a:solidFill>
                  <a:srgbClr val="00B0F0"/>
                </a:solidFill>
              </a:rPr>
              <a:t>learned</a:t>
            </a:r>
            <a:r>
              <a:rPr lang="zh-CN" altLang="en-US" sz="4800" b="1" dirty="0">
                <a:solidFill>
                  <a:srgbClr val="00B0F0"/>
                </a:solidFill>
              </a:rPr>
              <a:t> </a:t>
            </a:r>
            <a:r>
              <a:rPr lang="en-US" altLang="zh-CN" sz="4800" b="1" dirty="0">
                <a:solidFill>
                  <a:srgbClr val="00B0F0"/>
                </a:solidFill>
              </a:rPr>
              <a:t>last</a:t>
            </a:r>
            <a:r>
              <a:rPr lang="zh-CN" altLang="en-US" sz="4800" b="1" dirty="0">
                <a:solidFill>
                  <a:srgbClr val="00B0F0"/>
                </a:solidFill>
              </a:rPr>
              <a:t> </a:t>
            </a:r>
            <a:r>
              <a:rPr lang="en-US" altLang="zh-CN" sz="4800" b="1" dirty="0">
                <a:solidFill>
                  <a:srgbClr val="00B0F0"/>
                </a:solidFill>
              </a:rPr>
              <a:t>wee</a:t>
            </a:r>
            <a:r>
              <a:rPr lang="en-US" altLang="zh-CN" b="1" dirty="0">
                <a:solidFill>
                  <a:srgbClr val="00B0F0"/>
                </a:solidFill>
              </a:rPr>
              <a:t>k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ABFC9234-E024-6D37-31B9-D5BF7FCD52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58006" y="1835151"/>
            <a:ext cx="8027988" cy="3776662"/>
          </a:xfrm>
        </p:spPr>
        <p:txBody>
          <a:bodyPr/>
          <a:lstStyle/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AU" sz="3000" dirty="0">
                <a:latin typeface="Times New Roman" panose="02020603050405020304" pitchFamily="18" charset="0"/>
              </a:rPr>
              <a:t>6-step requirements gathering process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AU" sz="3000" dirty="0">
                <a:latin typeface="Times New Roman" panose="02020603050405020304" pitchFamily="18" charset="0"/>
              </a:rPr>
              <a:t>Requirements gathering techniques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A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Stakeholder analysis and engagement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A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Creating requirement documentation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AU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Tools and techniques for effective data collection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AU" sz="3000" dirty="0">
                <a:latin typeface="Times New Roman" panose="02020603050405020304" pitchFamily="18" charset="0"/>
              </a:rPr>
              <a:t>Design Thinking in </a:t>
            </a:r>
            <a:r>
              <a:rPr lang="en-US" altLang="zh-CN" sz="3000" dirty="0">
                <a:latin typeface="Times New Roman" panose="02020603050405020304" pitchFamily="18" charset="0"/>
              </a:rPr>
              <a:t>IT Project</a:t>
            </a:r>
            <a:endParaRPr lang="en-AU" sz="3000" dirty="0">
              <a:latin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DA72B8B-74A6-F369-A5BA-32F14770F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05ABA571-2327-C4CA-B477-FBFA8C675F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43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2534" name="Picture 5">
            <a:extLst>
              <a:ext uri="{FF2B5EF4-FFF2-40B4-BE49-F238E27FC236}">
                <a16:creationId xmlns:a16="http://schemas.microsoft.com/office/drawing/2014/main" id="{278A6328-A065-E3D8-D890-F31BF3BB4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46290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190BDBBE-2518-4DC2-A8A5-7B1347851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12775"/>
            <a:ext cx="8027988" cy="86360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b="1" dirty="0">
                <a:solidFill>
                  <a:srgbClr val="00B0F0"/>
                </a:solidFill>
              </a:rPr>
              <a:t>Week 3 Pre-Class Readings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11F364B8-9E55-4D33-84A1-D572CD6C3E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58006" y="1835151"/>
            <a:ext cx="8027988" cy="3776662"/>
          </a:xfrm>
        </p:spPr>
        <p:txBody>
          <a:bodyPr/>
          <a:lstStyle/>
          <a:p>
            <a:pPr algn="l"/>
            <a:endParaRPr lang="en-AU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AU" sz="1800" b="0" i="0" u="none" strike="noStrike" baseline="0" dirty="0">
                <a:solidFill>
                  <a:srgbClr val="4B1858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YouTube Video: </a:t>
            </a:r>
          </a:p>
          <a:p>
            <a:pPr algn="l"/>
            <a:r>
              <a:rPr lang="en-AU" sz="1800" dirty="0">
                <a:solidFill>
                  <a:srgbClr val="4B1858"/>
                </a:solidFill>
                <a:latin typeface="Arial" panose="020B0604020202020204" pitchFamily="34" charset="0"/>
              </a:rPr>
              <a:t>Evaluating Development Projects and Programs</a:t>
            </a:r>
          </a:p>
          <a:p>
            <a:r>
              <a:rPr lang="en-AU" sz="1800" b="0" i="0" u="none" strike="noStrike" baseline="0" dirty="0">
                <a:solidFill>
                  <a:srgbClr val="4B1858"/>
                </a:solidFill>
                <a:latin typeface="Arial" panose="020B0604020202020204" pitchFamily="34" charset="0"/>
                <a:hlinkClick r:id="rId2"/>
              </a:rPr>
              <a:t>https://www.youtube.com/watch?v=2KqwMleovVU</a:t>
            </a:r>
            <a:endParaRPr lang="en-AU" sz="1800" b="0" i="0" u="none" strike="noStrike" baseline="0" dirty="0">
              <a:solidFill>
                <a:srgbClr val="4B1858"/>
              </a:solidFill>
              <a:latin typeface="Arial" panose="020B0604020202020204" pitchFamily="34" charset="0"/>
            </a:endParaRPr>
          </a:p>
          <a:p>
            <a:endParaRPr lang="en-AU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2275A1D-7D1B-4E23-BF1C-0D30325F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FCD4B073-C5ED-4E44-934B-45E8993DC6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44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2534" name="Picture 5">
            <a:extLst>
              <a:ext uri="{FF2B5EF4-FFF2-40B4-BE49-F238E27FC236}">
                <a16:creationId xmlns:a16="http://schemas.microsoft.com/office/drawing/2014/main" id="{4B818E69-D4FE-4429-A5A7-24A6C8A08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E91887-2FEE-0F36-5977-031B3961A8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02" t="26057" r="40807" b="23477"/>
          <a:stretch>
            <a:fillRect/>
          </a:stretch>
        </p:blipFill>
        <p:spPr>
          <a:xfrm>
            <a:off x="3238347" y="3649508"/>
            <a:ext cx="5860845" cy="312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6007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376D2-FB4F-D7DB-2569-485E379BF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D296F9-0A2E-3613-4A7A-556D753F4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BFCCA8AF-2E55-A752-C7C2-FEFA2EAC9C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45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2534" name="Picture 5">
            <a:extLst>
              <a:ext uri="{FF2B5EF4-FFF2-40B4-BE49-F238E27FC236}">
                <a16:creationId xmlns:a16="http://schemas.microsoft.com/office/drawing/2014/main" id="{F84431AC-38E6-15CC-E9D3-733092D9F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3E0759-C639-E3A2-AC35-2D5ED32D3F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02" t="26057" r="40807" b="23477"/>
          <a:stretch>
            <a:fillRect/>
          </a:stretch>
        </p:blipFill>
        <p:spPr>
          <a:xfrm>
            <a:off x="4734232" y="4446341"/>
            <a:ext cx="4364960" cy="23251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F6071-4AD4-7273-0F58-037407A7C9DE}"/>
              </a:ext>
            </a:extLst>
          </p:cNvPr>
          <p:cNvSpPr txBox="1"/>
          <p:nvPr/>
        </p:nvSpPr>
        <p:spPr>
          <a:xfrm>
            <a:off x="0" y="1241425"/>
            <a:ext cx="9099192" cy="32571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n-lt"/>
              </a:rPr>
              <a:t>1. Evaluation is important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n-lt"/>
              </a:rPr>
              <a:t>The speaker keeps mentioning evaluation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n-lt"/>
              </a:rPr>
              <a:t>Meaning: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You must check and measure how well something works 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Example: Is your IT system successful? Is it useful?</a:t>
            </a:r>
          </a:p>
        </p:txBody>
      </p:sp>
      <p:sp>
        <p:nvSpPr>
          <p:cNvPr id="6146" name="Title 1">
            <a:extLst>
              <a:ext uri="{FF2B5EF4-FFF2-40B4-BE49-F238E27FC236}">
                <a16:creationId xmlns:a16="http://schemas.microsoft.com/office/drawing/2014/main" id="{B8343A45-4B0C-2F3A-A90C-8938C60D3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06" y="612775"/>
            <a:ext cx="8027988" cy="86360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b="1" dirty="0">
                <a:solidFill>
                  <a:srgbClr val="00B0F0"/>
                </a:solidFill>
              </a:rPr>
              <a:t>Week 3 Pre-Class Readings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2899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D6776-62C4-7D15-A0A7-31D80BAA6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58192B-CDA2-371F-6BCE-F90D87E73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9D41F78D-F7C0-D732-8C81-128F13E389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46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2534" name="Picture 5">
            <a:extLst>
              <a:ext uri="{FF2B5EF4-FFF2-40B4-BE49-F238E27FC236}">
                <a16:creationId xmlns:a16="http://schemas.microsoft.com/office/drawing/2014/main" id="{03573A1E-5415-7516-5956-FD279720D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1BF902-F14E-C047-836D-D9D846B37A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02" t="26057" r="40807" b="23477"/>
          <a:stretch>
            <a:fillRect/>
          </a:stretch>
        </p:blipFill>
        <p:spPr>
          <a:xfrm>
            <a:off x="4734232" y="4446341"/>
            <a:ext cx="4364960" cy="23251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2FD8DE-304F-BDBE-2713-60CB40029C59}"/>
              </a:ext>
            </a:extLst>
          </p:cNvPr>
          <p:cNvSpPr txBox="1"/>
          <p:nvPr/>
        </p:nvSpPr>
        <p:spPr>
          <a:xfrm>
            <a:off x="22404" y="1293519"/>
            <a:ext cx="9099192" cy="32571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2. Continuous improvement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Words like </a:t>
            </a:r>
            <a:r>
              <a:rPr lang="en-US" sz="2800" i="1" dirty="0">
                <a:latin typeface="+mn-lt"/>
              </a:rPr>
              <a:t>adjustments, improvement, ongoing projects</a:t>
            </a:r>
            <a:endParaRPr lang="en-US" sz="2800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Meaning:</a:t>
            </a:r>
            <a:endParaRPr lang="en-US" sz="2800" dirty="0">
              <a:latin typeface="+mn-lt"/>
            </a:endParaRPr>
          </a:p>
          <a:p>
            <a:pPr marL="6334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Projects are not finished once built </a:t>
            </a:r>
          </a:p>
          <a:p>
            <a:pPr marL="6334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You must keep improving them</a:t>
            </a:r>
          </a:p>
        </p:txBody>
      </p:sp>
      <p:sp>
        <p:nvSpPr>
          <p:cNvPr id="6146" name="Title 1">
            <a:extLst>
              <a:ext uri="{FF2B5EF4-FFF2-40B4-BE49-F238E27FC236}">
                <a16:creationId xmlns:a16="http://schemas.microsoft.com/office/drawing/2014/main" id="{29574F0F-1CFF-62EC-1706-834837C55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12775"/>
            <a:ext cx="8027988" cy="86360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b="1" dirty="0">
                <a:solidFill>
                  <a:srgbClr val="00B0F0"/>
                </a:solidFill>
              </a:rPr>
              <a:t>Week 3 Pre-Class Readings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3608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B0F52-A315-6965-F390-1BE552E06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ECECC2F-34EF-FC8F-ACC6-F66DD503A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BD283A6A-2571-BBCB-686A-042997D945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47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2534" name="Picture 5">
            <a:extLst>
              <a:ext uri="{FF2B5EF4-FFF2-40B4-BE49-F238E27FC236}">
                <a16:creationId xmlns:a16="http://schemas.microsoft.com/office/drawing/2014/main" id="{09CC820C-2761-F166-5161-464143196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40775C-2070-8842-D2B2-5D653DD7E2E6}"/>
              </a:ext>
            </a:extLst>
          </p:cNvPr>
          <p:cNvSpPr txBox="1"/>
          <p:nvPr/>
        </p:nvSpPr>
        <p:spPr>
          <a:xfrm>
            <a:off x="22404" y="1293519"/>
            <a:ext cx="9099192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3. IT systems support </a:t>
            </a:r>
            <a:r>
              <a:rPr lang="en-US" sz="2800" b="1" dirty="0" err="1">
                <a:latin typeface="+mn-lt"/>
              </a:rPr>
              <a:t>organisations</a:t>
            </a:r>
            <a:endParaRPr lang="en-US" sz="2800" b="1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Mentions of </a:t>
            </a:r>
            <a:r>
              <a:rPr lang="en-US" sz="2800" i="1" dirty="0">
                <a:latin typeface="+mn-lt"/>
              </a:rPr>
              <a:t>company products, systems, departments</a:t>
            </a:r>
            <a:endParaRPr lang="en-US" sz="2800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Meaning:</a:t>
            </a:r>
            <a:endParaRPr lang="en-US" sz="2800" dirty="0">
              <a:latin typeface="+mn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IT helps different parts of a company work better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Example: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Sales system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Customer service system</a:t>
            </a:r>
          </a:p>
        </p:txBody>
      </p:sp>
      <p:sp>
        <p:nvSpPr>
          <p:cNvPr id="6146" name="Title 1">
            <a:extLst>
              <a:ext uri="{FF2B5EF4-FFF2-40B4-BE49-F238E27FC236}">
                <a16:creationId xmlns:a16="http://schemas.microsoft.com/office/drawing/2014/main" id="{9161EFE9-0656-9D77-4AE6-BBCACDA7C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12775"/>
            <a:ext cx="8027988" cy="86360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b="1" dirty="0">
                <a:solidFill>
                  <a:srgbClr val="00B0F0"/>
                </a:solidFill>
              </a:rPr>
              <a:t>Week 3 Pre-Class Readings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0D0BB0-FCF9-3D92-E4B6-376274C9D7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02" t="26057" r="40807" b="23477"/>
          <a:stretch>
            <a:fillRect/>
          </a:stretch>
        </p:blipFill>
        <p:spPr>
          <a:xfrm>
            <a:off x="4734232" y="4446341"/>
            <a:ext cx="4364960" cy="232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9862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F1000-3330-DE66-3689-9847F084E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4EBFED7-974B-2C67-EAFC-586CE35B3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37608C4E-11DD-0D49-67D3-CCD9296DB1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48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2534" name="Picture 5">
            <a:extLst>
              <a:ext uri="{FF2B5EF4-FFF2-40B4-BE49-F238E27FC236}">
                <a16:creationId xmlns:a16="http://schemas.microsoft.com/office/drawing/2014/main" id="{52678791-4F2B-8E76-553D-2D88DD8D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39C1E1-7469-39E4-057E-704C30089A36}"/>
              </a:ext>
            </a:extLst>
          </p:cNvPr>
          <p:cNvSpPr txBox="1"/>
          <p:nvPr/>
        </p:nvSpPr>
        <p:spPr>
          <a:xfrm>
            <a:off x="22404" y="1293519"/>
            <a:ext cx="9099192" cy="39035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4. Integration is important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Words like </a:t>
            </a:r>
            <a:r>
              <a:rPr lang="en-US" sz="2800" i="1" dirty="0">
                <a:latin typeface="+mn-lt"/>
              </a:rPr>
              <a:t>integrated, departments, connection</a:t>
            </a:r>
            <a:endParaRPr lang="en-US" sz="2800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Meaning: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Systems should work together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Example: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Customer data shared between sales and support</a:t>
            </a:r>
          </a:p>
        </p:txBody>
      </p:sp>
      <p:sp>
        <p:nvSpPr>
          <p:cNvPr id="6146" name="Title 1">
            <a:extLst>
              <a:ext uri="{FF2B5EF4-FFF2-40B4-BE49-F238E27FC236}">
                <a16:creationId xmlns:a16="http://schemas.microsoft.com/office/drawing/2014/main" id="{E2A487D5-47E4-70C9-4754-747382F20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12775"/>
            <a:ext cx="8027988" cy="86360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b="1" dirty="0">
                <a:solidFill>
                  <a:srgbClr val="00B0F0"/>
                </a:solidFill>
              </a:rPr>
              <a:t>Week 3 Pre-Class Readings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DB2C6D-CACC-88DC-D6DB-D89215E919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02" t="26057" r="40807" b="23477"/>
          <a:stretch>
            <a:fillRect/>
          </a:stretch>
        </p:blipFill>
        <p:spPr>
          <a:xfrm>
            <a:off x="5834062" y="5091193"/>
            <a:ext cx="3265129" cy="173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6725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59B48-C703-B526-2B2A-5D630748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574F40-5AF6-C7C3-45D8-FFB1A4824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FB68DB03-18B1-FD60-636B-B9992FC8F1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49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2534" name="Picture 5">
            <a:extLst>
              <a:ext uri="{FF2B5EF4-FFF2-40B4-BE49-F238E27FC236}">
                <a16:creationId xmlns:a16="http://schemas.microsoft.com/office/drawing/2014/main" id="{B4FD1B07-2AA0-30F8-1227-020FBE8B4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E2A649-B333-9A83-249A-A5C85966CAA0}"/>
              </a:ext>
            </a:extLst>
          </p:cNvPr>
          <p:cNvSpPr txBox="1"/>
          <p:nvPr/>
        </p:nvSpPr>
        <p:spPr>
          <a:xfrm>
            <a:off x="22404" y="1293519"/>
            <a:ext cx="9099192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5. Risk and challenges exist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Mentions of </a:t>
            </a:r>
            <a:r>
              <a:rPr lang="en-US" sz="2800" i="1" dirty="0">
                <a:latin typeface="+mn-lt"/>
              </a:rPr>
              <a:t>problems, issues, environment</a:t>
            </a:r>
            <a:endParaRPr lang="en-US" sz="2800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Meaning: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Every IT project has: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Risks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Difficulties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You must identify and manage them</a:t>
            </a:r>
          </a:p>
        </p:txBody>
      </p:sp>
      <p:sp>
        <p:nvSpPr>
          <p:cNvPr id="6146" name="Title 1">
            <a:extLst>
              <a:ext uri="{FF2B5EF4-FFF2-40B4-BE49-F238E27FC236}">
                <a16:creationId xmlns:a16="http://schemas.microsoft.com/office/drawing/2014/main" id="{27032751-8CCD-7CDB-5547-8F7C961F1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12775"/>
            <a:ext cx="8027988" cy="86360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b="1" dirty="0">
                <a:solidFill>
                  <a:srgbClr val="00B0F0"/>
                </a:solidFill>
              </a:rPr>
              <a:t>Week 3 Pre-Class Readings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D68736-4EF0-9EA2-7D2B-5479C7EF80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02" t="26057" r="40807" b="23477"/>
          <a:stretch>
            <a:fillRect/>
          </a:stretch>
        </p:blipFill>
        <p:spPr>
          <a:xfrm>
            <a:off x="5834062" y="5091193"/>
            <a:ext cx="3265129" cy="173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907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8D9AA-407A-6CFC-6172-8EDF2F620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968BFDD-3AAA-0B73-3C09-E2CEF79CA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53AF22A4-DB1C-1751-CD0B-374D080FEA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50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2534" name="Picture 5">
            <a:extLst>
              <a:ext uri="{FF2B5EF4-FFF2-40B4-BE49-F238E27FC236}">
                <a16:creationId xmlns:a16="http://schemas.microsoft.com/office/drawing/2014/main" id="{4A2175BD-7FBD-1822-8370-FA2E4384A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65D7B1-AD73-AD1C-0F45-69B817118948}"/>
              </a:ext>
            </a:extLst>
          </p:cNvPr>
          <p:cNvSpPr txBox="1"/>
          <p:nvPr/>
        </p:nvSpPr>
        <p:spPr>
          <a:xfrm>
            <a:off x="22404" y="1293519"/>
            <a:ext cx="9099192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6. Performance and effectiveness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Words like </a:t>
            </a:r>
            <a:r>
              <a:rPr lang="en-US" sz="2800" i="1" dirty="0">
                <a:latin typeface="+mn-lt"/>
              </a:rPr>
              <a:t>performance, effectiveness</a:t>
            </a:r>
            <a:endParaRPr lang="en-US" sz="2800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Meaning:</a:t>
            </a:r>
            <a:endParaRPr lang="en-US" sz="2800" dirty="0">
              <a:latin typeface="+mn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Measure if the system: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Saves time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Improves work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Adds value </a:t>
            </a:r>
          </a:p>
        </p:txBody>
      </p:sp>
      <p:sp>
        <p:nvSpPr>
          <p:cNvPr id="6146" name="Title 1">
            <a:extLst>
              <a:ext uri="{FF2B5EF4-FFF2-40B4-BE49-F238E27FC236}">
                <a16:creationId xmlns:a16="http://schemas.microsoft.com/office/drawing/2014/main" id="{F66117CC-2F74-EE5B-5493-16F13E953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12775"/>
            <a:ext cx="8027988" cy="86360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b="1" dirty="0">
                <a:solidFill>
                  <a:srgbClr val="00B0F0"/>
                </a:solidFill>
              </a:rPr>
              <a:t>Week 3 Pre-Class Readings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BF5EDA-09E1-92BD-533D-4A0217F62B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02" t="26057" r="40807" b="23477"/>
          <a:stretch>
            <a:fillRect/>
          </a:stretch>
        </p:blipFill>
        <p:spPr>
          <a:xfrm>
            <a:off x="5834062" y="5091193"/>
            <a:ext cx="3265129" cy="173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3066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D03BF-F846-6D03-E8A1-5FA0E90D5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0A8A5F-AD2C-3AC4-FE25-487C5934F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003A9F28-59E5-1BB3-EA8C-138E29C4F6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51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2534" name="Picture 5">
            <a:extLst>
              <a:ext uri="{FF2B5EF4-FFF2-40B4-BE49-F238E27FC236}">
                <a16:creationId xmlns:a16="http://schemas.microsoft.com/office/drawing/2014/main" id="{1894BE75-2176-5FEC-5BAB-494BD57BE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63D177-914C-D91E-34BD-90D0406D5A5A}"/>
              </a:ext>
            </a:extLst>
          </p:cNvPr>
          <p:cNvSpPr txBox="1"/>
          <p:nvPr/>
        </p:nvSpPr>
        <p:spPr>
          <a:xfrm>
            <a:off x="22404" y="1293519"/>
            <a:ext cx="9099192" cy="39035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7. Collaboration between teams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Mentions of </a:t>
            </a:r>
            <a:r>
              <a:rPr lang="en-US" sz="2800" i="1" dirty="0">
                <a:latin typeface="+mn-lt"/>
              </a:rPr>
              <a:t>departments, communication</a:t>
            </a:r>
            <a:endParaRPr lang="en-US" sz="2800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Meaning:</a:t>
            </a:r>
            <a:endParaRPr lang="en-US" sz="2800" dirty="0">
              <a:latin typeface="+mn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Teams must: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Communicate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Work together</a:t>
            </a:r>
          </a:p>
        </p:txBody>
      </p:sp>
      <p:sp>
        <p:nvSpPr>
          <p:cNvPr id="6146" name="Title 1">
            <a:extLst>
              <a:ext uri="{FF2B5EF4-FFF2-40B4-BE49-F238E27FC236}">
                <a16:creationId xmlns:a16="http://schemas.microsoft.com/office/drawing/2014/main" id="{C8DD5864-EC18-F938-9F35-01B105971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12775"/>
            <a:ext cx="8027988" cy="86360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b="1" dirty="0">
                <a:solidFill>
                  <a:srgbClr val="00B0F0"/>
                </a:solidFill>
              </a:rPr>
              <a:t>Week 3 Pre-Class Readings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2C9F0B-68E2-5FA9-44B6-B8EB1EE70F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02" t="26057" r="40807" b="23477"/>
          <a:stretch>
            <a:fillRect/>
          </a:stretch>
        </p:blipFill>
        <p:spPr>
          <a:xfrm>
            <a:off x="5834062" y="5091193"/>
            <a:ext cx="3265129" cy="173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1502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C37BE-B79B-8DD7-4A14-3378F3EC2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9168D90-FDD8-F578-7599-F6198882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55956AB3-F0EA-208C-0444-E934E232D5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52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2534" name="Picture 5">
            <a:extLst>
              <a:ext uri="{FF2B5EF4-FFF2-40B4-BE49-F238E27FC236}">
                <a16:creationId xmlns:a16="http://schemas.microsoft.com/office/drawing/2014/main" id="{9851C496-4581-876F-B86F-55908F2E3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13471D-786C-BD27-4B0B-52090D56521F}"/>
              </a:ext>
            </a:extLst>
          </p:cNvPr>
          <p:cNvSpPr txBox="1"/>
          <p:nvPr/>
        </p:nvSpPr>
        <p:spPr>
          <a:xfrm>
            <a:off x="22404" y="1293519"/>
            <a:ext cx="9099192" cy="32571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8. Real-world application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Mentions of </a:t>
            </a:r>
            <a:r>
              <a:rPr lang="en-US" sz="2800" i="1" dirty="0">
                <a:latin typeface="+mn-lt"/>
              </a:rPr>
              <a:t>practice, environment</a:t>
            </a:r>
            <a:endParaRPr lang="en-US" sz="2800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Meaning:</a:t>
            </a:r>
            <a:endParaRPr lang="en-US" sz="2800" dirty="0">
              <a:latin typeface="+mn-l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IT is not just theory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It must work in real situations</a:t>
            </a:r>
          </a:p>
        </p:txBody>
      </p:sp>
      <p:sp>
        <p:nvSpPr>
          <p:cNvPr id="6146" name="Title 1">
            <a:extLst>
              <a:ext uri="{FF2B5EF4-FFF2-40B4-BE49-F238E27FC236}">
                <a16:creationId xmlns:a16="http://schemas.microsoft.com/office/drawing/2014/main" id="{E6E34FE7-F276-D1DA-2942-A332CA169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12775"/>
            <a:ext cx="8027988" cy="86360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b="1" dirty="0">
                <a:solidFill>
                  <a:srgbClr val="00B0F0"/>
                </a:solidFill>
              </a:rPr>
              <a:t>Week 3 Pre-Class Readings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9FEE9A-06E1-AEB5-B42D-78CDC9A82D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02" t="26057" r="40807" b="23477"/>
          <a:stretch>
            <a:fillRect/>
          </a:stretch>
        </p:blipFill>
        <p:spPr>
          <a:xfrm>
            <a:off x="5834062" y="5091193"/>
            <a:ext cx="3265129" cy="173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3376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7C36C-E26B-43D7-58F1-166990055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941405-C5B1-773E-A8B4-CEE535E0E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F9B82906-9C5E-BBA4-E524-9FD5755347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53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2534" name="Picture 5">
            <a:extLst>
              <a:ext uri="{FF2B5EF4-FFF2-40B4-BE49-F238E27FC236}">
                <a16:creationId xmlns:a16="http://schemas.microsoft.com/office/drawing/2014/main" id="{5FE06F70-3F0A-15A7-0641-667961DA1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C3F196-37B5-1072-9E90-88626F5DA7D2}"/>
              </a:ext>
            </a:extLst>
          </p:cNvPr>
          <p:cNvSpPr txBox="1"/>
          <p:nvPr/>
        </p:nvSpPr>
        <p:spPr>
          <a:xfrm>
            <a:off x="22404" y="1293519"/>
            <a:ext cx="9099192" cy="26080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The main message is:</a:t>
            </a: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IT projects must be evaluated, improved continuously, integrated across departments, and aligned with real business needs while managing risks.</a:t>
            </a:r>
          </a:p>
        </p:txBody>
      </p:sp>
      <p:sp>
        <p:nvSpPr>
          <p:cNvPr id="6146" name="Title 1">
            <a:extLst>
              <a:ext uri="{FF2B5EF4-FFF2-40B4-BE49-F238E27FC236}">
                <a16:creationId xmlns:a16="http://schemas.microsoft.com/office/drawing/2014/main" id="{DF219B9F-1DAD-F57F-B401-C3B32C9E0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12775"/>
            <a:ext cx="8027988" cy="86360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b="1" dirty="0">
                <a:solidFill>
                  <a:srgbClr val="00B0F0"/>
                </a:solidFill>
              </a:rPr>
              <a:t>Week 3 Pre-Class Readings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77EB38-093E-8A54-6093-6B80F120FC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02" t="26057" r="40807" b="23477"/>
          <a:stretch>
            <a:fillRect/>
          </a:stretch>
        </p:blipFill>
        <p:spPr>
          <a:xfrm>
            <a:off x="5834062" y="5091193"/>
            <a:ext cx="3265129" cy="173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396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1A04C-2BE7-86B8-21E1-15A6CF181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E4289F-B035-214B-55ED-5EB144672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F17A51BE-ADB4-C953-F72A-3D5DBFC9A5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54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2534" name="Picture 5">
            <a:extLst>
              <a:ext uri="{FF2B5EF4-FFF2-40B4-BE49-F238E27FC236}">
                <a16:creationId xmlns:a16="http://schemas.microsoft.com/office/drawing/2014/main" id="{CCB4B269-41AD-C100-7373-4230D0D8B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25B187-B3B4-F2E9-FA77-DE296443AEAD}"/>
              </a:ext>
            </a:extLst>
          </p:cNvPr>
          <p:cNvSpPr txBox="1"/>
          <p:nvPr/>
        </p:nvSpPr>
        <p:spPr>
          <a:xfrm>
            <a:off x="22404" y="1293519"/>
            <a:ext cx="9099192" cy="51961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Example (Relate to your assignment)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Project: Chatbot system</a:t>
            </a:r>
          </a:p>
          <a:p>
            <a:pPr marL="6334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Evaluation → Does it answer correctly? </a:t>
            </a:r>
          </a:p>
          <a:p>
            <a:pPr marL="6334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Improvement → Add better AI responses </a:t>
            </a:r>
          </a:p>
          <a:p>
            <a:pPr marL="6334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Integration → Connect to database </a:t>
            </a:r>
          </a:p>
          <a:p>
            <a:pPr marL="6334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Performance → Faster customer response </a:t>
            </a:r>
          </a:p>
          <a:p>
            <a:pPr marL="6334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Risk → Wrong answers </a:t>
            </a:r>
          </a:p>
          <a:p>
            <a:pPr marL="6334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Collaboration → Team works together</a:t>
            </a:r>
          </a:p>
        </p:txBody>
      </p:sp>
      <p:sp>
        <p:nvSpPr>
          <p:cNvPr id="6146" name="Title 1">
            <a:extLst>
              <a:ext uri="{FF2B5EF4-FFF2-40B4-BE49-F238E27FC236}">
                <a16:creationId xmlns:a16="http://schemas.microsoft.com/office/drawing/2014/main" id="{98AFB3E1-97C3-992A-87AF-3949F4420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12775"/>
            <a:ext cx="8027988" cy="86360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b="1" dirty="0">
                <a:solidFill>
                  <a:srgbClr val="00B0F0"/>
                </a:solidFill>
              </a:rPr>
              <a:t>Week 3 Pre-Class Readings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0885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8E5AE-CA49-B408-B9AD-CB044EA70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704DA34-B5CC-EDDD-5A26-EC81B1CDE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4253F876-0777-FF1D-B57F-4E218DCC88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55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2534" name="Picture 5">
            <a:extLst>
              <a:ext uri="{FF2B5EF4-FFF2-40B4-BE49-F238E27FC236}">
                <a16:creationId xmlns:a16="http://schemas.microsoft.com/office/drawing/2014/main" id="{3EF0D1F6-B7FE-AF0A-A412-AB61C14A3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0BCE0E-60D3-2A1C-7327-22BB44C37A51}"/>
              </a:ext>
            </a:extLst>
          </p:cNvPr>
          <p:cNvSpPr txBox="1"/>
          <p:nvPr/>
        </p:nvSpPr>
        <p:spPr>
          <a:xfrm>
            <a:off x="22404" y="1293519"/>
            <a:ext cx="9099192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focus on big ideas: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Evaluation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Improvement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Integration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Performance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Teamwork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Real-world use”</a:t>
            </a:r>
          </a:p>
        </p:txBody>
      </p:sp>
      <p:sp>
        <p:nvSpPr>
          <p:cNvPr id="6146" name="Title 1">
            <a:extLst>
              <a:ext uri="{FF2B5EF4-FFF2-40B4-BE49-F238E27FC236}">
                <a16:creationId xmlns:a16="http://schemas.microsoft.com/office/drawing/2014/main" id="{BEA5BF66-D485-2E19-EC8F-1D56922F7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12775"/>
            <a:ext cx="8027988" cy="86360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b="1" dirty="0">
                <a:solidFill>
                  <a:srgbClr val="00B0F0"/>
                </a:solidFill>
              </a:rPr>
              <a:t>Week 3 Pre-Class Readings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93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190BDBBE-2518-4DC2-A8A5-7B1347851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612775"/>
            <a:ext cx="8027988" cy="86360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altLang="en-US" b="1" dirty="0">
                <a:solidFill>
                  <a:srgbClr val="00B0F0"/>
                </a:solidFill>
              </a:rPr>
              <a:t>Week 3 </a:t>
            </a:r>
            <a:r>
              <a:rPr lang="en-US" altLang="zh-CN" b="1" dirty="0">
                <a:solidFill>
                  <a:srgbClr val="00B0F0"/>
                </a:solidFill>
              </a:rPr>
              <a:t>Topics</a:t>
            </a:r>
            <a:endParaRPr lang="en-AU" altLang="en-US" b="1" dirty="0">
              <a:solidFill>
                <a:srgbClr val="00B0F0"/>
              </a:solidFill>
            </a:endParaRP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11F364B8-9E55-4D33-84A1-D572CD6C3E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58006" y="1835151"/>
            <a:ext cx="8027988" cy="3776662"/>
          </a:xfrm>
        </p:spPr>
        <p:txBody>
          <a:bodyPr/>
          <a:lstStyle/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Criteria for selecting technology solutions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Comparative analysis of different technologies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Impact of Emerging Technologies on Design Choices 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Risk Assessment in Design Option Evaluation</a:t>
            </a:r>
          </a:p>
          <a:p>
            <a:pPr marL="34290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User-</a:t>
            </a:r>
            <a:r>
              <a:rPr lang="en-A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Centered</a:t>
            </a:r>
            <a:r>
              <a:rPr lang="en-A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Design Approaches in IT Projects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2275A1D-7D1B-4E23-BF1C-0D30325F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3" name="Slide Number Placeholder 3">
            <a:extLst>
              <a:ext uri="{FF2B5EF4-FFF2-40B4-BE49-F238E27FC236}">
                <a16:creationId xmlns:a16="http://schemas.microsoft.com/office/drawing/2014/main" id="{FCD4B073-C5ED-4E44-934B-45E8993DC6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7A374D7-B51B-4B64-B5C9-2864BE6DB46A}" type="slidenum">
              <a:rPr lang="en-US" altLang="en-US" sz="900" smtClean="0">
                <a:solidFill>
                  <a:srgbClr val="FFFFFF"/>
                </a:solidFill>
              </a:rPr>
              <a:pPr/>
              <a:t>56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2534" name="Picture 5">
            <a:extLst>
              <a:ext uri="{FF2B5EF4-FFF2-40B4-BE49-F238E27FC236}">
                <a16:creationId xmlns:a16="http://schemas.microsoft.com/office/drawing/2014/main" id="{4B818E69-D4FE-4429-A5A7-24A6C8A08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052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Pre-Class Discussion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6045" y="1799883"/>
            <a:ext cx="8643668" cy="4321533"/>
          </a:xfrm>
        </p:spPr>
        <p:txBody>
          <a:bodyPr/>
          <a:lstStyle/>
          <a:p>
            <a:pPr marL="0" indent="0" algn="just" eaLnBrk="1" hangingPunct="1">
              <a:buClr>
                <a:schemeClr val="hlink"/>
              </a:buClr>
              <a:buNone/>
            </a:pPr>
            <a:r>
              <a:rPr lang="en-AU" sz="2800" dirty="0"/>
              <a:t>What is Evaluation? </a:t>
            </a:r>
          </a:p>
          <a:p>
            <a:pPr marL="0" indent="0" algn="just" eaLnBrk="1" hangingPunct="1">
              <a:buClr>
                <a:schemeClr val="hlink"/>
              </a:buClr>
              <a:buNone/>
            </a:pPr>
            <a:r>
              <a:rPr lang="en-AU" altLang="en-US" sz="2800" dirty="0"/>
              <a:t>What are the </a:t>
            </a:r>
            <a:r>
              <a:rPr lang="en-AU" sz="2800" dirty="0"/>
              <a:t>principles of Evaluation of Projects?</a:t>
            </a:r>
          </a:p>
          <a:p>
            <a:pPr marL="0" indent="0" algn="just" eaLnBrk="1" hangingPunct="1">
              <a:buClr>
                <a:schemeClr val="hlink"/>
              </a:buClr>
              <a:buNone/>
            </a:pPr>
            <a:r>
              <a:rPr lang="en-AU" altLang="en-US" sz="3000" dirty="0">
                <a:highlight>
                  <a:srgbClr val="FFFF00"/>
                </a:highlight>
              </a:rPr>
              <a:t>Y</a:t>
            </a:r>
            <a:r>
              <a:rPr lang="en-US" altLang="zh-CN" sz="3000" dirty="0" err="1">
                <a:highlight>
                  <a:srgbClr val="FFFF00"/>
                </a:highlight>
              </a:rPr>
              <a:t>outube</a:t>
            </a:r>
            <a:r>
              <a:rPr lang="en-US" altLang="zh-CN" sz="3000" dirty="0">
                <a:highlight>
                  <a:srgbClr val="FFFF00"/>
                </a:highlight>
              </a:rPr>
              <a:t>: </a:t>
            </a:r>
            <a:r>
              <a:rPr lang="en-AU" sz="2800" b="1" i="0" dirty="0">
                <a:solidFill>
                  <a:srgbClr val="0F0F0F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  <a:hlinkClick r:id="rId2"/>
              </a:rPr>
              <a:t>https://www.youtube.com/watch?v=8ej9F-tuxg4</a:t>
            </a:r>
            <a:endParaRPr lang="en-AU" sz="2800" b="1" i="0" dirty="0">
              <a:solidFill>
                <a:srgbClr val="0F0F0F"/>
              </a:solidFill>
              <a:effectLst/>
              <a:highlight>
                <a:srgbClr val="FFFFFF"/>
              </a:highlight>
              <a:latin typeface="Roboto" panose="02000000000000000000" pitchFamily="2" charset="0"/>
            </a:endParaRPr>
          </a:p>
          <a:p>
            <a:pPr marL="0" indent="0" algn="just" eaLnBrk="1" hangingPunct="1">
              <a:buClr>
                <a:schemeClr val="hlink"/>
              </a:buClr>
              <a:buNone/>
            </a:pPr>
            <a:endParaRPr lang="en-US" altLang="en-US" sz="3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57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96C74B-F8F8-07B2-E444-ED515D7F15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84" t="26058" r="38871" b="8279"/>
          <a:stretch>
            <a:fillRect/>
          </a:stretch>
        </p:blipFill>
        <p:spPr>
          <a:xfrm>
            <a:off x="4055806" y="3429000"/>
            <a:ext cx="5088194" cy="337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103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4015A-662C-2B64-B7D2-0B8A3858C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BA372A00-A517-B90D-EC83-08372B54B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Pre-Class Discussion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07E791-984F-2ED9-DC90-47F4E3D15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F044B764-A7D9-48F9-D514-FAACDC7465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58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03122C8-B000-70BF-CDA1-13FD2BAA2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275017-EAC9-DA93-459A-D4D2B25692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4" t="26058" r="38871" b="8279"/>
          <a:stretch>
            <a:fillRect/>
          </a:stretch>
        </p:blipFill>
        <p:spPr>
          <a:xfrm>
            <a:off x="4055806" y="3429000"/>
            <a:ext cx="5088194" cy="3377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6D08DF-AF6D-D22A-8B7C-09BF77C7A913}"/>
              </a:ext>
            </a:extLst>
          </p:cNvPr>
          <p:cNvSpPr txBox="1"/>
          <p:nvPr/>
        </p:nvSpPr>
        <p:spPr>
          <a:xfrm>
            <a:off x="0" y="1661681"/>
            <a:ext cx="9144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n-lt"/>
              </a:rPr>
              <a:t>1.  What is Evaluation?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n-lt"/>
              </a:rPr>
              <a:t>Evaluation = checking if a project achieved its goals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Did we do what we planned?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Did it work or not? 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n-lt"/>
              </a:rPr>
              <a:t>Example: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n-lt"/>
              </a:rPr>
              <a:t>Build a road → Check if it is completed correctly</a:t>
            </a:r>
          </a:p>
        </p:txBody>
      </p:sp>
    </p:spTree>
    <p:extLst>
      <p:ext uri="{BB962C8B-B14F-4D97-AF65-F5344CB8AC3E}">
        <p14:creationId xmlns:p14="http://schemas.microsoft.com/office/powerpoint/2010/main" val="6135656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8DD02-3AF7-6AE7-1F2B-5757C49C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46144F58-2247-C4E3-C59B-E91749F2E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Pre-Class Discussion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12197E-D328-E414-F412-21D136B3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F29B37BA-C921-7EDD-C4FD-12273CD4FC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59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F5040279-32E1-D1F6-7BB8-C257C3E3A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4EE8DD-8EE1-C78B-1C25-46515D9CB6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4" t="26058" r="38871" b="8279"/>
          <a:stretch>
            <a:fillRect/>
          </a:stretch>
        </p:blipFill>
        <p:spPr>
          <a:xfrm>
            <a:off x="4055806" y="3429000"/>
            <a:ext cx="5088194" cy="3377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6AE44C-9EEC-34D0-0E0E-667392491E5F}"/>
              </a:ext>
            </a:extLst>
          </p:cNvPr>
          <p:cNvSpPr txBox="1"/>
          <p:nvPr/>
        </p:nvSpPr>
        <p:spPr>
          <a:xfrm>
            <a:off x="0" y="1661681"/>
            <a:ext cx="9144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2. When do we do evaluation?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Not only at the end!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Beginning → set baseline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Middle → check progress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End → check final result</a:t>
            </a:r>
          </a:p>
        </p:txBody>
      </p:sp>
    </p:spTree>
    <p:extLst>
      <p:ext uri="{BB962C8B-B14F-4D97-AF65-F5344CB8AC3E}">
        <p14:creationId xmlns:p14="http://schemas.microsoft.com/office/powerpoint/2010/main" val="15898097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3E070-565E-9A03-7E1F-93362CD20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600BBBD6-0FEF-E565-BACC-A8ECAAB53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Pre-Class Discussion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D59AD30-6845-4AE6-226F-E27E1C6D3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2146FC97-9E42-49B4-C13F-55D320B2AB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60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23DCCB3B-0C03-F496-B5C0-59C73269E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E972D2-C9D2-579E-0C41-397A272FAB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4" t="26058" r="38871" b="8279"/>
          <a:stretch>
            <a:fillRect/>
          </a:stretch>
        </p:blipFill>
        <p:spPr>
          <a:xfrm>
            <a:off x="4055806" y="3429000"/>
            <a:ext cx="5088194" cy="3377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F3DA31-A620-2338-4CBD-7AF6A88BEF24}"/>
              </a:ext>
            </a:extLst>
          </p:cNvPr>
          <p:cNvSpPr txBox="1"/>
          <p:nvPr/>
        </p:nvSpPr>
        <p:spPr>
          <a:xfrm>
            <a:off x="0" y="1661681"/>
            <a:ext cx="9144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3.  Why is evaluation important?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To improve performance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Not just succeed, but do better next time</a:t>
            </a:r>
          </a:p>
        </p:txBody>
      </p:sp>
    </p:spTree>
    <p:extLst>
      <p:ext uri="{BB962C8B-B14F-4D97-AF65-F5344CB8AC3E}">
        <p14:creationId xmlns:p14="http://schemas.microsoft.com/office/powerpoint/2010/main" val="26625633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0CDCA-A7E8-5210-4158-512A7A609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0F84E394-2F9A-3EC6-2312-E899AAFC7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Pre-Class Discussion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85509F-9E6C-9EBB-C442-7AD27B6A8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BFEC723D-D856-F8D1-6C88-7AF2B02662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61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DAA36B51-FB16-D3AE-AD62-CB365827A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354894-1367-F070-A7D1-3572B26628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4" t="26058" r="38871" b="8279"/>
          <a:stretch>
            <a:fillRect/>
          </a:stretch>
        </p:blipFill>
        <p:spPr>
          <a:xfrm>
            <a:off x="4055806" y="3429000"/>
            <a:ext cx="5088194" cy="3377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981D66-8002-0033-6FA8-5A64FE4919FD}"/>
              </a:ext>
            </a:extLst>
          </p:cNvPr>
          <p:cNvSpPr txBox="1"/>
          <p:nvPr/>
        </p:nvSpPr>
        <p:spPr>
          <a:xfrm>
            <a:off x="0" y="1661681"/>
            <a:ext cx="9144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To ensure accountability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Everyone is responsible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No blaming others</a:t>
            </a:r>
          </a:p>
        </p:txBody>
      </p:sp>
    </p:spTree>
    <p:extLst>
      <p:ext uri="{BB962C8B-B14F-4D97-AF65-F5344CB8AC3E}">
        <p14:creationId xmlns:p14="http://schemas.microsoft.com/office/powerpoint/2010/main" val="427297768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AABBC-9CB4-9273-9A79-1F8A2C57E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B81F0EF2-3001-61A2-C71C-338B1F23B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Pre-Class Discussion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217520C-2491-FE2C-2C6C-BD63B1FB8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4D01B516-2758-AFE5-A822-359AC19DD8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62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6B7B9794-D109-F777-56AB-77B6DDE0A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BDDCDE-0636-5AFF-3B48-ACB8C4B892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4" t="26058" r="38871" b="8279"/>
          <a:stretch>
            <a:fillRect/>
          </a:stretch>
        </p:blipFill>
        <p:spPr>
          <a:xfrm>
            <a:off x="4055806" y="3429000"/>
            <a:ext cx="5088194" cy="3377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F755AF-67D9-1BAC-B6AE-CB7703C144CD}"/>
              </a:ext>
            </a:extLst>
          </p:cNvPr>
          <p:cNvSpPr txBox="1"/>
          <p:nvPr/>
        </p:nvSpPr>
        <p:spPr>
          <a:xfrm>
            <a:off x="0" y="1661681"/>
            <a:ext cx="9144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To support decision-making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Helps managers make better decisions</a:t>
            </a:r>
          </a:p>
        </p:txBody>
      </p:sp>
    </p:spTree>
    <p:extLst>
      <p:ext uri="{BB962C8B-B14F-4D97-AF65-F5344CB8AC3E}">
        <p14:creationId xmlns:p14="http://schemas.microsoft.com/office/powerpoint/2010/main" val="5481337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B42AF-EA31-2CA5-CBFB-932CBA9B0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9E4D67C6-FBAA-38AC-C3EE-8AE8D9D46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Pre-Class Discussion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1F4C64E-6462-3BDA-2C94-066E77AAE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D46ED05-A170-1CE3-AABF-D37B0648C3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63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929FC3F6-FFD9-A9D7-975F-5146E79BD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E86BE6-6F85-E117-86CA-C6B3F6EE6F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4" t="26058" r="38871" b="8279"/>
          <a:stretch>
            <a:fillRect/>
          </a:stretch>
        </p:blipFill>
        <p:spPr>
          <a:xfrm>
            <a:off x="4055806" y="3429000"/>
            <a:ext cx="5088194" cy="3377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5B40F1-8D6A-A2D2-4D59-31658BAE2B97}"/>
              </a:ext>
            </a:extLst>
          </p:cNvPr>
          <p:cNvSpPr txBox="1"/>
          <p:nvPr/>
        </p:nvSpPr>
        <p:spPr>
          <a:xfrm>
            <a:off x="0" y="1661681"/>
            <a:ext cx="9144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To learn for future projects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Learn from mistakes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Improve future work</a:t>
            </a:r>
          </a:p>
        </p:txBody>
      </p:sp>
    </p:spTree>
    <p:extLst>
      <p:ext uri="{BB962C8B-B14F-4D97-AF65-F5344CB8AC3E}">
        <p14:creationId xmlns:p14="http://schemas.microsoft.com/office/powerpoint/2010/main" val="234205800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1636A-BAAE-02C7-C6B9-359628EAE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F8488608-A93B-6BF4-25B5-DE17D0EF1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Pre-Class Discussion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8999844-F974-220A-296F-3349900C5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F8C1FC-0177-F336-9551-E73F7E0728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64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20A31491-57F2-FD98-F6D8-BE3195AEB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80BD9E0-F904-99F0-414F-8EC681B413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4" t="26058" r="38871" b="8279"/>
          <a:stretch>
            <a:fillRect/>
          </a:stretch>
        </p:blipFill>
        <p:spPr>
          <a:xfrm>
            <a:off x="5338916" y="4280686"/>
            <a:ext cx="3805084" cy="25256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A72104-3D03-6DAB-1C1D-9C326C370EA3}"/>
              </a:ext>
            </a:extLst>
          </p:cNvPr>
          <p:cNvSpPr txBox="1"/>
          <p:nvPr/>
        </p:nvSpPr>
        <p:spPr>
          <a:xfrm>
            <a:off x="0" y="1661681"/>
            <a:ext cx="9144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4. Continuous improvement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Projects should always improve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Learn from past mistakes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Make better versions (like new car models)</a:t>
            </a:r>
          </a:p>
        </p:txBody>
      </p:sp>
    </p:spTree>
    <p:extLst>
      <p:ext uri="{BB962C8B-B14F-4D97-AF65-F5344CB8AC3E}">
        <p14:creationId xmlns:p14="http://schemas.microsoft.com/office/powerpoint/2010/main" val="34781788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842BA-1AAE-2346-B346-8AA23A554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0040B828-9731-A31F-3E67-8929FB1A0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Pre-Class Discussion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5B980CB-E593-6E38-5C84-41894A94A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9E923EBE-2904-9A2D-C773-C641B96564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65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86969246-B78C-2FB2-684A-A8FE1D0B9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BB258F-218E-BB2B-58D7-FA5C9138D8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4" t="26058" r="38871" b="8279"/>
          <a:stretch>
            <a:fillRect/>
          </a:stretch>
        </p:blipFill>
        <p:spPr>
          <a:xfrm>
            <a:off x="5338916" y="4280686"/>
            <a:ext cx="3805084" cy="25256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A126AA-369B-D159-A4E4-C12AA2921F05}"/>
              </a:ext>
            </a:extLst>
          </p:cNvPr>
          <p:cNvSpPr txBox="1"/>
          <p:nvPr/>
        </p:nvSpPr>
        <p:spPr>
          <a:xfrm>
            <a:off x="0" y="1661681"/>
            <a:ext cx="9144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5. Evaluation is NOT just finding faults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It is NOT: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Blaming people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Only checking errors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It IS: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Learning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Improving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Working together</a:t>
            </a:r>
          </a:p>
        </p:txBody>
      </p:sp>
    </p:spTree>
    <p:extLst>
      <p:ext uri="{BB962C8B-B14F-4D97-AF65-F5344CB8AC3E}">
        <p14:creationId xmlns:p14="http://schemas.microsoft.com/office/powerpoint/2010/main" val="142737447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7C2E4-9401-DD08-425B-2B9B13073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59CF517-0A1C-AE7A-7A44-758C850E5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Pre-Class Discussion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AED7C08-4540-DC2C-8909-AA70AA72E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1272E593-CEFB-7ADD-355B-4AC95FACC3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66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A525C693-3277-204F-FF78-D75F3B3E1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A4CB68-97D7-D682-B834-FB9E649CFE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4" t="26058" r="38871" b="8279"/>
          <a:stretch>
            <a:fillRect/>
          </a:stretch>
        </p:blipFill>
        <p:spPr>
          <a:xfrm>
            <a:off x="6017342" y="4731003"/>
            <a:ext cx="3126658" cy="2075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D714C1-9728-BCE9-11D3-99A2E8779066}"/>
              </a:ext>
            </a:extLst>
          </p:cNvPr>
          <p:cNvSpPr txBox="1"/>
          <p:nvPr/>
        </p:nvSpPr>
        <p:spPr>
          <a:xfrm>
            <a:off x="0" y="1661681"/>
            <a:ext cx="9144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6. Key Evaluation Criteria (VERY IMPORTANT)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1. Sustainability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Can the project continue long-term?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Can system run without extra funding?</a:t>
            </a:r>
          </a:p>
        </p:txBody>
      </p:sp>
    </p:spTree>
    <p:extLst>
      <p:ext uri="{BB962C8B-B14F-4D97-AF65-F5344CB8AC3E}">
        <p14:creationId xmlns:p14="http://schemas.microsoft.com/office/powerpoint/2010/main" val="333547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D4BC3-BC16-12F0-EDC9-E55EE4D35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96903224-57EE-72B2-F061-FF2C3ACA8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Pre-Class Discussion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CBB85A-5F34-3B1B-F75C-AC8113C43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62CBD923-686B-5A53-F7B3-E18D461D99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67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6A8F3704-DB0D-D017-7DD1-4E2DCB9E6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4DEAD3-23A8-2BCB-08C9-1AC660A611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4" t="26058" r="38871" b="8279"/>
          <a:stretch>
            <a:fillRect/>
          </a:stretch>
        </p:blipFill>
        <p:spPr>
          <a:xfrm>
            <a:off x="6017342" y="4731003"/>
            <a:ext cx="3126658" cy="2075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985815-B3CC-B387-4E38-43EF34AF2D1C}"/>
              </a:ext>
            </a:extLst>
          </p:cNvPr>
          <p:cNvSpPr txBox="1"/>
          <p:nvPr/>
        </p:nvSpPr>
        <p:spPr>
          <a:xfrm>
            <a:off x="0" y="1661681"/>
            <a:ext cx="9144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2. Effectiveness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Did we achieve the goal?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Did income actually increase?</a:t>
            </a:r>
          </a:p>
        </p:txBody>
      </p:sp>
    </p:spTree>
    <p:extLst>
      <p:ext uri="{BB962C8B-B14F-4D97-AF65-F5344CB8AC3E}">
        <p14:creationId xmlns:p14="http://schemas.microsoft.com/office/powerpoint/2010/main" val="29140450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B6B2F-D755-0E62-034F-B2C413DB9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BFF77C1F-312B-77D2-85E8-4153CE46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Pre-Class Discussion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4B250C0-DFEB-F11F-84F0-B20131599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7F601A28-D207-2BE6-565F-6061762BC3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68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98DB3CC6-752F-0429-C3C0-BFBFD1691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096364-13B7-E478-6194-A0E41D7E1A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4" t="26058" r="38871" b="8279"/>
          <a:stretch>
            <a:fillRect/>
          </a:stretch>
        </p:blipFill>
        <p:spPr>
          <a:xfrm>
            <a:off x="6017342" y="4731003"/>
            <a:ext cx="3126658" cy="2075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10EDD6-515C-F57B-49F7-E980401A6BF4}"/>
              </a:ext>
            </a:extLst>
          </p:cNvPr>
          <p:cNvSpPr txBox="1"/>
          <p:nvPr/>
        </p:nvSpPr>
        <p:spPr>
          <a:xfrm>
            <a:off x="0" y="1661681"/>
            <a:ext cx="9144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3. Efficiency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Did we use resources well?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Did we save time/money?</a:t>
            </a:r>
          </a:p>
        </p:txBody>
      </p:sp>
    </p:spTree>
    <p:extLst>
      <p:ext uri="{BB962C8B-B14F-4D97-AF65-F5344CB8AC3E}">
        <p14:creationId xmlns:p14="http://schemas.microsoft.com/office/powerpoint/2010/main" val="93358787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D59F2-490B-DDA8-3633-4111E39BE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5A0280D4-CF06-A179-7F1A-065B25F5C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Pre-Class Discussion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BD7D77-9FE7-2302-4771-329712742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38F7E805-6B66-FF4F-F51C-E02872A9E9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69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ED71566B-40AC-B9EB-03FD-A5D3ED471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C4567FA-78F9-F26B-48B5-42A41C7349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4" t="26058" r="38871" b="8279"/>
          <a:stretch>
            <a:fillRect/>
          </a:stretch>
        </p:blipFill>
        <p:spPr>
          <a:xfrm>
            <a:off x="6017342" y="4731003"/>
            <a:ext cx="3126658" cy="2075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D13845-673B-9BC4-837E-AEC3D8FEFBF9}"/>
              </a:ext>
            </a:extLst>
          </p:cNvPr>
          <p:cNvSpPr txBox="1"/>
          <p:nvPr/>
        </p:nvSpPr>
        <p:spPr>
          <a:xfrm>
            <a:off x="0" y="1661681"/>
            <a:ext cx="9144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4. Relevance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Is the project useful?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Does it solve a real problem?</a:t>
            </a:r>
          </a:p>
        </p:txBody>
      </p:sp>
    </p:spTree>
    <p:extLst>
      <p:ext uri="{BB962C8B-B14F-4D97-AF65-F5344CB8AC3E}">
        <p14:creationId xmlns:p14="http://schemas.microsoft.com/office/powerpoint/2010/main" val="35225312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B7687-C40D-8329-BBD5-634BD066E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9659944D-0F02-27FA-9E26-CA37C8B7C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Pre-Class Discussion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85AAA95-BA35-1EA2-E55D-5EA703722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1C7556F6-DAF6-6072-EDEE-94F13159A4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70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0F983F1E-3E87-4331-566B-5374A36E3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6D08729-8E5E-1F53-8858-104D4D692B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4" t="26058" r="38871" b="8279"/>
          <a:stretch>
            <a:fillRect/>
          </a:stretch>
        </p:blipFill>
        <p:spPr>
          <a:xfrm>
            <a:off x="6017342" y="4731003"/>
            <a:ext cx="3126658" cy="2075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2CE5A7-D43C-3C89-279E-9990B55F1497}"/>
              </a:ext>
            </a:extLst>
          </p:cNvPr>
          <p:cNvSpPr txBox="1"/>
          <p:nvPr/>
        </p:nvSpPr>
        <p:spPr>
          <a:xfrm>
            <a:off x="0" y="1661681"/>
            <a:ext cx="9144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5. Impact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What is the overall change?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Did it improve people’s lives?</a:t>
            </a:r>
          </a:p>
        </p:txBody>
      </p:sp>
    </p:spTree>
    <p:extLst>
      <p:ext uri="{BB962C8B-B14F-4D97-AF65-F5344CB8AC3E}">
        <p14:creationId xmlns:p14="http://schemas.microsoft.com/office/powerpoint/2010/main" val="233745220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51517-A100-C72E-3A80-FFD0DEF5D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B2CEC2AE-063D-25C6-20D6-32414B96C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Pre-Class Discussion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721759A-C136-6AA6-9D8F-E9AA81685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78E5DB38-9E28-3939-AC57-694925FEB6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71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826A9CA-0FC9-5229-FFC8-42435AE25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45EB9C-F714-D2EA-DBF7-AF15D356C4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4" t="26058" r="38871" b="8279"/>
          <a:stretch>
            <a:fillRect/>
          </a:stretch>
        </p:blipFill>
        <p:spPr>
          <a:xfrm>
            <a:off x="6017342" y="4731003"/>
            <a:ext cx="3126658" cy="2075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B15175-F63B-971D-21A9-70B73D3240DF}"/>
              </a:ext>
            </a:extLst>
          </p:cNvPr>
          <p:cNvSpPr txBox="1"/>
          <p:nvPr/>
        </p:nvSpPr>
        <p:spPr>
          <a:xfrm>
            <a:off x="0" y="1661681"/>
            <a:ext cx="9144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Real-world application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Evaluation applies to: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IT projects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Business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Personal goals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“Did I achieve my goal in 5 years?”</a:t>
            </a:r>
          </a:p>
        </p:txBody>
      </p:sp>
    </p:spTree>
    <p:extLst>
      <p:ext uri="{BB962C8B-B14F-4D97-AF65-F5344CB8AC3E}">
        <p14:creationId xmlns:p14="http://schemas.microsoft.com/office/powerpoint/2010/main" val="298283297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84412-F91E-45A6-CCAF-E6142D0F1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5485D08-39EF-0159-11DC-82CF48B64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Pre-Class Discussion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E64BC5-976B-1632-B89E-C59AA5227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41712FBE-C8C0-17C4-568F-C1BA6CFAC9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72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0825669C-5465-B8D3-AFC4-D9D97E723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7A5B2D5-9EBA-AB7A-2EF5-8252CB2879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4" t="26058" r="38871" b="8279"/>
          <a:stretch>
            <a:fillRect/>
          </a:stretch>
        </p:blipFill>
        <p:spPr>
          <a:xfrm>
            <a:off x="6017342" y="4731003"/>
            <a:ext cx="3126658" cy="2075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6AE5CA-9D51-AF63-E200-DD192D31A393}"/>
              </a:ext>
            </a:extLst>
          </p:cNvPr>
          <p:cNvSpPr txBox="1"/>
          <p:nvPr/>
        </p:nvSpPr>
        <p:spPr>
          <a:xfrm>
            <a:off x="0" y="1661681"/>
            <a:ext cx="9144000" cy="1315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Evaluation means checking if a project worked, learning from it, and improving future performance.</a:t>
            </a:r>
          </a:p>
        </p:txBody>
      </p:sp>
    </p:spTree>
    <p:extLst>
      <p:ext uri="{BB962C8B-B14F-4D97-AF65-F5344CB8AC3E}">
        <p14:creationId xmlns:p14="http://schemas.microsoft.com/office/powerpoint/2010/main" val="350173829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63E5F-95C5-6217-940B-B073EBA05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76937CC0-1AA8-375F-71D5-8EF78125D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Pre-Class Discussion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32F88E2-BED2-2B2A-E646-7312D1A2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F7402E2D-A25F-884E-9600-6BCD949794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73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8F88AEC9-2257-4348-3978-55D09CCE1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7C6794-D080-FD5B-962B-76B3393A4F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4" t="26058" r="38871" b="8279"/>
          <a:stretch>
            <a:fillRect/>
          </a:stretch>
        </p:blipFill>
        <p:spPr>
          <a:xfrm>
            <a:off x="6017342" y="4731003"/>
            <a:ext cx="3126658" cy="2075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E3AA88-50EE-9CE4-B03A-7AC790F1473F}"/>
              </a:ext>
            </a:extLst>
          </p:cNvPr>
          <p:cNvSpPr txBox="1"/>
          <p:nvPr/>
        </p:nvSpPr>
        <p:spPr>
          <a:xfrm>
            <a:off x="0" y="1661681"/>
            <a:ext cx="9144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Example (Relate to their assignment)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Project: IT System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Effectiveness → Does it work?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Efficiency → Is it fast &amp; low cost?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Relevance → Do users need it?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Impact → Does it help business?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Sustainability → Can it continue long-term?</a:t>
            </a:r>
          </a:p>
        </p:txBody>
      </p:sp>
    </p:spTree>
    <p:extLst>
      <p:ext uri="{BB962C8B-B14F-4D97-AF65-F5344CB8AC3E}">
        <p14:creationId xmlns:p14="http://schemas.microsoft.com/office/powerpoint/2010/main" val="272903393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1C4AC-4AD5-B7A6-7E2A-91EA0536D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980B1BCA-D38F-96A5-8E14-0C369C0E4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Pre-Class Discussion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725C14-9653-0771-CD4C-6F420393E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5B9B7EC6-4CC8-1698-C05E-E924A7C3CF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74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1B7049D3-AC5C-AA57-3911-853C5C092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46A325-12B3-B72A-0178-9E90461620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4" t="26058" r="38871" b="8279"/>
          <a:stretch>
            <a:fillRect/>
          </a:stretch>
        </p:blipFill>
        <p:spPr>
          <a:xfrm>
            <a:off x="6017342" y="4731003"/>
            <a:ext cx="3126658" cy="2075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AD4A55-B6F5-5984-908B-B92CDCC5986A}"/>
              </a:ext>
            </a:extLst>
          </p:cNvPr>
          <p:cNvSpPr txBox="1"/>
          <p:nvPr/>
        </p:nvSpPr>
        <p:spPr>
          <a:xfrm>
            <a:off x="0" y="1661681"/>
            <a:ext cx="9144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In your assignment, you are not building the system yet — but you must think like evaluators: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What problem are we solving?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How will we know it works?”</a:t>
            </a:r>
          </a:p>
        </p:txBody>
      </p:sp>
    </p:spTree>
    <p:extLst>
      <p:ext uri="{BB962C8B-B14F-4D97-AF65-F5344CB8AC3E}">
        <p14:creationId xmlns:p14="http://schemas.microsoft.com/office/powerpoint/2010/main" val="25936527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4E57A-CCD0-5934-7A78-B159C7FC9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134BC5-10AA-CEC4-BEE6-1ECB9EBA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00B0F0"/>
                </a:solidFill>
              </a:rPr>
              <a:t>In-Class Discussion Questions (2–3 min each)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B9C612-D4FC-C50D-C692-011EF7ABF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FF655FDB-79D4-AB8B-EEB5-5593C45C33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75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83083BF8-2AAC-6379-F1E8-A21E61618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592DAD-EDE6-9318-976D-17B34D431E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4" t="26058" r="38871" b="8279"/>
          <a:stretch>
            <a:fillRect/>
          </a:stretch>
        </p:blipFill>
        <p:spPr>
          <a:xfrm>
            <a:off x="6017342" y="4731003"/>
            <a:ext cx="3126658" cy="2075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CBC0A6-84FE-B00E-E2A8-B98D3A795A87}"/>
              </a:ext>
            </a:extLst>
          </p:cNvPr>
          <p:cNvSpPr txBox="1"/>
          <p:nvPr/>
        </p:nvSpPr>
        <p:spPr>
          <a:xfrm>
            <a:off x="0" y="1661681"/>
            <a:ext cx="9144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What is evaluation in simple terms?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Evaluation means checking if a project achieved its goals.</a:t>
            </a: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It helps us understand what worked and what did not.</a:t>
            </a:r>
          </a:p>
        </p:txBody>
      </p:sp>
    </p:spTree>
    <p:extLst>
      <p:ext uri="{BB962C8B-B14F-4D97-AF65-F5344CB8AC3E}">
        <p14:creationId xmlns:p14="http://schemas.microsoft.com/office/powerpoint/2010/main" val="1591796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3C1A3-573E-0F80-F03F-9C4BCBA9C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3FAA7030-8434-AA14-E8AA-4BC570D03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00B0F0"/>
                </a:solidFill>
              </a:rPr>
              <a:t>In-Class Discussion Questions (2–3 min each)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E2CD7C-353E-845F-FB18-119166895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6B3B103B-A6CE-DD7C-F0A3-AC30C4BD16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76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EC4F30E2-A421-46E9-1517-5BF0B48FD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C002AF-1619-D004-5B4C-5FA1D4EBEF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4" t="26058" r="38871" b="8279"/>
          <a:stretch>
            <a:fillRect/>
          </a:stretch>
        </p:blipFill>
        <p:spPr>
          <a:xfrm>
            <a:off x="6017342" y="4731003"/>
            <a:ext cx="3126658" cy="2075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7573B5-03F8-8619-A889-5C11A778E352}"/>
              </a:ext>
            </a:extLst>
          </p:cNvPr>
          <p:cNvSpPr txBox="1"/>
          <p:nvPr/>
        </p:nvSpPr>
        <p:spPr>
          <a:xfrm>
            <a:off x="0" y="1661681"/>
            <a:ext cx="9144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Why is evaluation important in IT projects?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Helps improve the system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Shows if the project is successful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Helps make better decisions in the future</a:t>
            </a:r>
          </a:p>
        </p:txBody>
      </p:sp>
    </p:spTree>
    <p:extLst>
      <p:ext uri="{BB962C8B-B14F-4D97-AF65-F5344CB8AC3E}">
        <p14:creationId xmlns:p14="http://schemas.microsoft.com/office/powerpoint/2010/main" val="3130921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72CEC-58A4-691F-7522-53BB49DCC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6CACB498-0C08-2DBD-4DAF-0A640D770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00B0F0"/>
                </a:solidFill>
              </a:rPr>
              <a:t>In-Class Discussion Questions (2–3 min each)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CAA1A2-A77B-D1E4-3D3D-790A32E85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493F3DAD-6D57-53DD-0061-4A8CC3EA30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77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14095F4A-A967-A625-580D-6F21B4FBE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8635F7-6ED0-A872-F130-856D9E801C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4" t="26058" r="38871" b="8279"/>
          <a:stretch>
            <a:fillRect/>
          </a:stretch>
        </p:blipFill>
        <p:spPr>
          <a:xfrm>
            <a:off x="6017342" y="4731003"/>
            <a:ext cx="3126658" cy="2075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D2D552-B807-251A-5903-22528E0F4F17}"/>
              </a:ext>
            </a:extLst>
          </p:cNvPr>
          <p:cNvSpPr txBox="1"/>
          <p:nvPr/>
        </p:nvSpPr>
        <p:spPr>
          <a:xfrm>
            <a:off x="0" y="1661681"/>
            <a:ext cx="9144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When should evaluation be done?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At the beginning → to set a starting point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During the project → to check progress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At the end → to measure results</a:t>
            </a:r>
          </a:p>
        </p:txBody>
      </p:sp>
    </p:spTree>
    <p:extLst>
      <p:ext uri="{BB962C8B-B14F-4D97-AF65-F5344CB8AC3E}">
        <p14:creationId xmlns:p14="http://schemas.microsoft.com/office/powerpoint/2010/main" val="2740516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C3753-3E26-1AE8-92EE-9CBA09707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40C38646-9CD2-2758-39C2-B686C7E7E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00B0F0"/>
                </a:solidFill>
              </a:rPr>
              <a:t>In-Class Discussion Questions (2–3 min each)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1E41773-CCA3-7594-9A63-5DA2F8A7C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910D75CD-B7AA-89FE-EC1D-339CB46C3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78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C7E62A34-4B60-B759-8D06-C9644A152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83DB36-8350-1F79-2995-40C8D8078A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4" t="26058" r="38871" b="8279"/>
          <a:stretch>
            <a:fillRect/>
          </a:stretch>
        </p:blipFill>
        <p:spPr>
          <a:xfrm>
            <a:off x="6017342" y="4731003"/>
            <a:ext cx="3126658" cy="2075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21BD38-AB3B-6412-6A5F-D2BB27ADFB19}"/>
              </a:ext>
            </a:extLst>
          </p:cNvPr>
          <p:cNvSpPr txBox="1"/>
          <p:nvPr/>
        </p:nvSpPr>
        <p:spPr>
          <a:xfrm>
            <a:off x="0" y="1661681"/>
            <a:ext cx="9144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What is one real-world example of evaluation?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Example:</a:t>
            </a: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Build a mobile app → test if users can use it easily</a:t>
            </a: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If not → improve the design</a:t>
            </a:r>
          </a:p>
        </p:txBody>
      </p:sp>
    </p:spTree>
    <p:extLst>
      <p:ext uri="{BB962C8B-B14F-4D97-AF65-F5344CB8AC3E}">
        <p14:creationId xmlns:p14="http://schemas.microsoft.com/office/powerpoint/2010/main" val="3568095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12032-0568-2394-67DD-48FFE9760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E7CFA5C7-ACD3-1D4D-7C1F-1617EF454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00B0F0"/>
                </a:solidFill>
              </a:rPr>
              <a:t>In-Class Discussion Questions (2–3 min each)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875686C-42C3-55AE-0D6E-BE462B5EC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87B0D542-551D-3351-5AA4-79E771B405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79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FE70E515-4F3F-93ED-329A-78CB125BB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90A3CD-C451-40D2-0CBD-05AF238C0C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4" t="26058" r="38871" b="8279"/>
          <a:stretch>
            <a:fillRect/>
          </a:stretch>
        </p:blipFill>
        <p:spPr>
          <a:xfrm>
            <a:off x="6017342" y="4731003"/>
            <a:ext cx="3126658" cy="2075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536A89-BA7A-6E3A-3BED-EF8A06C1FB4F}"/>
              </a:ext>
            </a:extLst>
          </p:cNvPr>
          <p:cNvSpPr txBox="1"/>
          <p:nvPr/>
        </p:nvSpPr>
        <p:spPr>
          <a:xfrm>
            <a:off x="0" y="1661681"/>
            <a:ext cx="9144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Question 5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What is one problem if we do NOT evaluate a project?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We don’t know if it works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We may repeat mistakes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Waste time and money</a:t>
            </a:r>
          </a:p>
        </p:txBody>
      </p:sp>
    </p:spTree>
    <p:extLst>
      <p:ext uri="{BB962C8B-B14F-4D97-AF65-F5344CB8AC3E}">
        <p14:creationId xmlns:p14="http://schemas.microsoft.com/office/powerpoint/2010/main" val="367252282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32544-7276-4409-7EE8-494688473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85A2B123-3B03-3EAD-2F8C-294639FC0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00B0F0"/>
                </a:solidFill>
              </a:rPr>
              <a:t>In-Class Discussion Questions (2–3 min each)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79DDA-120E-BB89-9FAE-15E1B8E41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3B5A4AAB-9D11-A9F7-E1E5-548E718292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80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C0888E2B-98E6-74FB-6BFC-E9EDFEA53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F9CB21-A421-3EB3-A72A-415E0DF330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4" t="26058" r="38871" b="8279"/>
          <a:stretch>
            <a:fillRect/>
          </a:stretch>
        </p:blipFill>
        <p:spPr>
          <a:xfrm>
            <a:off x="6017342" y="4731003"/>
            <a:ext cx="3126658" cy="2075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CF9EEF-1766-4A97-0420-7AAFC79A2234}"/>
              </a:ext>
            </a:extLst>
          </p:cNvPr>
          <p:cNvSpPr txBox="1"/>
          <p:nvPr/>
        </p:nvSpPr>
        <p:spPr>
          <a:xfrm>
            <a:off x="0" y="1661681"/>
            <a:ext cx="9144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Question 6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What is “efficiency” in simple terms?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Efficiency means doing the work using less time, money, or resources.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- Same result but faster = efficient</a:t>
            </a:r>
          </a:p>
        </p:txBody>
      </p:sp>
    </p:spTree>
    <p:extLst>
      <p:ext uri="{BB962C8B-B14F-4D97-AF65-F5344CB8AC3E}">
        <p14:creationId xmlns:p14="http://schemas.microsoft.com/office/powerpoint/2010/main" val="785299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4C03C-EC26-854F-E1EF-911AE83A5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E8324981-B69C-B1AF-BAB5-DD19DA199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00B0F0"/>
                </a:solidFill>
              </a:rPr>
              <a:t>In-Class Discussion Questions (2–3 min each)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4ACF49-E59B-7B1E-C1F2-652DD9141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9DD89BF7-51E2-5C04-7339-D8F0BBB644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81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945BF3C5-DFAC-5FD2-15A6-64DB26D43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CE06E7-73F4-5350-50EA-CACB7DFE99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4" t="26058" r="38871" b="8279"/>
          <a:stretch>
            <a:fillRect/>
          </a:stretch>
        </p:blipFill>
        <p:spPr>
          <a:xfrm>
            <a:off x="6017342" y="4731003"/>
            <a:ext cx="3126658" cy="2075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B3C620-E101-81C5-FA39-43371C4A1A8D}"/>
              </a:ext>
            </a:extLst>
          </p:cNvPr>
          <p:cNvSpPr txBox="1"/>
          <p:nvPr/>
        </p:nvSpPr>
        <p:spPr>
          <a:xfrm>
            <a:off x="0" y="1661681"/>
            <a:ext cx="9144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Question 7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What is “relevance” in a project?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Relevance means the project solves a real problem.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Building an app no one needs = not relevant</a:t>
            </a:r>
          </a:p>
        </p:txBody>
      </p:sp>
    </p:spTree>
    <p:extLst>
      <p:ext uri="{BB962C8B-B14F-4D97-AF65-F5344CB8AC3E}">
        <p14:creationId xmlns:p14="http://schemas.microsoft.com/office/powerpoint/2010/main" val="1085912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3D3B5-2047-A8E7-CA59-A86060B76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789B50E0-9AC8-1FDE-5B1E-4483B6EFD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00B0F0"/>
                </a:solidFill>
              </a:rPr>
              <a:t>In-Class Discussion Questions (2–3 min each)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C13D4D-3D76-80A9-22B8-F23C5E6B7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1D98A6CC-ABA4-CC78-643A-2CC03B1FCF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82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B893B978-751D-6713-E80E-E4660CA4B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130250-099D-2A14-5682-6327A5F0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4" t="26058" r="38871" b="8279"/>
          <a:stretch>
            <a:fillRect/>
          </a:stretch>
        </p:blipFill>
        <p:spPr>
          <a:xfrm>
            <a:off x="6017342" y="4731003"/>
            <a:ext cx="3126658" cy="2075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631818-35F3-1A8B-C953-478FB0497057}"/>
              </a:ext>
            </a:extLst>
          </p:cNvPr>
          <p:cNvSpPr txBox="1"/>
          <p:nvPr/>
        </p:nvSpPr>
        <p:spPr>
          <a:xfrm>
            <a:off x="0" y="1661681"/>
            <a:ext cx="9144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Question 8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Why is teamwork important in group projects?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Tasks are shared 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Ideas improve 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Work is completed faster 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Helps avoid conflict</a:t>
            </a:r>
          </a:p>
        </p:txBody>
      </p:sp>
    </p:spTree>
    <p:extLst>
      <p:ext uri="{BB962C8B-B14F-4D97-AF65-F5344CB8AC3E}">
        <p14:creationId xmlns:p14="http://schemas.microsoft.com/office/powerpoint/2010/main" val="2012979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115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charRg st="115" end="1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charRg st="115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charRg st="115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61D11-2580-4231-E6C4-247985F14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323FF0B0-B8B5-2F08-9A12-E76DDDB73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00B0F0"/>
                </a:solidFill>
              </a:rPr>
              <a:t>In-Class Discussion Questions (4–5 min each)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78BD8D2-2440-61B7-56D9-0C7DC0404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5A943E88-897D-ACF2-FB6E-2652A99F00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83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2ED2FE06-FE21-6045-04A4-212143AA6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3A8991-DF8C-407D-FEB9-C82A71902D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84" t="26058" r="38871" b="8279"/>
          <a:stretch>
            <a:fillRect/>
          </a:stretch>
        </p:blipFill>
        <p:spPr>
          <a:xfrm>
            <a:off x="6017342" y="4731003"/>
            <a:ext cx="3126658" cy="20753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516646-CA11-EFA6-37CA-1B1FEC36ABE3}"/>
              </a:ext>
            </a:extLst>
          </p:cNvPr>
          <p:cNvSpPr txBox="1"/>
          <p:nvPr/>
        </p:nvSpPr>
        <p:spPr>
          <a:xfrm>
            <a:off x="0" y="1661681"/>
            <a:ext cx="9144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n-lt"/>
              </a:rPr>
              <a:t>Question 9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Give one example of a good IT project idea and explain why it is useful.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n-lt"/>
              </a:rPr>
              <a:t>Example: Smart parking system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Helps drivers find parking 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Saves time 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Reduces traffic</a:t>
            </a:r>
          </a:p>
        </p:txBody>
      </p:sp>
    </p:spTree>
    <p:extLst>
      <p:ext uri="{BB962C8B-B14F-4D97-AF65-F5344CB8AC3E}">
        <p14:creationId xmlns:p14="http://schemas.microsoft.com/office/powerpoint/2010/main" val="3319158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02" y="876300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4000" b="1" dirty="0">
                <a:solidFill>
                  <a:srgbClr val="00B0F0"/>
                </a:solidFill>
              </a:rPr>
              <a:t> What Is Project Evaluation?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84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9124A-DF24-84E6-C607-E9689AA4A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2AED3C9-0FA3-1BB8-1F0D-1E2FDA655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4878" y="1952625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661123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Introduction to evaluation of design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6831" y="1831112"/>
            <a:ext cx="8643668" cy="4321533"/>
          </a:xfrm>
        </p:spPr>
        <p:txBody>
          <a:bodyPr/>
          <a:lstStyle/>
          <a:p>
            <a:r>
              <a:rPr lang="en-AU" altLang="en-US" sz="2400" b="1" dirty="0"/>
              <a:t>What is a Project Evaluation?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altLang="en-US" sz="2000" dirty="0"/>
              <a:t>The project evaluation is a methodology developed to identify a project’s success and impact in the market. It’s also applied to programs and policies.</a:t>
            </a:r>
          </a:p>
          <a:p>
            <a:pPr marL="200025" lvl="1" indent="0">
              <a:buNone/>
            </a:pPr>
            <a:r>
              <a:rPr lang="en-AU" sz="2400" b="1" dirty="0"/>
              <a:t>Overview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altLang="en-US" sz="2000" dirty="0"/>
              <a:t>Objective Assessment: Evaluates if project goals were achieved.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altLang="en-US" sz="2000" dirty="0"/>
              <a:t>Performance Review: Assesses schedule, budget, and deliverable quality.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altLang="en-US" sz="2000" dirty="0"/>
              <a:t>Stakeholder Satisfaction: Gauges feedback from stakeholders.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altLang="en-US" sz="2000" dirty="0"/>
              <a:t>Benefit Realisation: Measures achieved benefits like cost savings or efficiency gains.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altLang="en-US" sz="2000" dirty="0"/>
              <a:t>Risk and Issue Management: Reviews effectiveness in handling risks and issues.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altLang="en-US" sz="2000" dirty="0"/>
              <a:t>Lessons Learned: Captures insights for future improvements and practices.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85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533585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Introduction to evaluation of design(C</a:t>
            </a:r>
            <a:r>
              <a:rPr lang="en-US" altLang="zh-CN" sz="3600" b="1" dirty="0" err="1">
                <a:solidFill>
                  <a:srgbClr val="00B0F0"/>
                </a:solidFill>
              </a:rPr>
              <a:t>ont.</a:t>
            </a:r>
            <a:r>
              <a:rPr lang="en-US" altLang="zh-CN" sz="3600" b="1" dirty="0">
                <a:solidFill>
                  <a:srgbClr val="00B0F0"/>
                </a:solidFill>
              </a:rPr>
              <a:t>)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6831" y="1831112"/>
            <a:ext cx="8643668" cy="4321533"/>
          </a:xfrm>
        </p:spPr>
        <p:txBody>
          <a:bodyPr/>
          <a:lstStyle/>
          <a:p>
            <a:r>
              <a:rPr lang="en-AU" sz="2400" b="1" dirty="0"/>
              <a:t>Why evaluation of design options is important?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Optimisation: Helps identify the most effective solution that meets project goals.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Risk Management: Allows for early identification and mitigation of potential risks.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Cost Efficiency: Ensures resources are used efficiently by choosing the most cost-effective solution.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Stakeholder Alignment: Ensures the chosen solution aligns with stakeholder expectations and needs.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Innovation: Encourages exploration of new technologies and methodologies.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000" dirty="0"/>
              <a:t>Quality Assurance: Ensures the final solution meets desired quality standards.</a:t>
            </a:r>
            <a:endParaRPr lang="en-US" alt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86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478577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Criteria for Selecting Technology Solutions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332" y="2138005"/>
            <a:ext cx="8643668" cy="4321533"/>
          </a:xfrm>
        </p:spPr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AU" sz="2800" dirty="0"/>
              <a:t>Performance and Scalability: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2000" dirty="0"/>
              <a:t>Understanding scalability: vertical vs. horizontal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2000" dirty="0"/>
              <a:t>Performance metrics: response time, throughput</a:t>
            </a:r>
          </a:p>
          <a:p>
            <a:pPr marL="384175" lvl="2" indent="0">
              <a:buNone/>
            </a:pPr>
            <a:endParaRPr lang="en-AU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800" dirty="0"/>
              <a:t>Cost-effectiveness: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2000" dirty="0"/>
              <a:t>Budget considerations: initial vs. ongoing costs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2000" dirty="0"/>
              <a:t>Total cost of ownership (TCO) analysis: initial investment, operational costs, maintenance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2000" dirty="0"/>
              <a:t>ROI calculations and value proposition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87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107813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Criteria for Selecting Technology Solutions</a:t>
            </a: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AU" sz="3600" b="1" dirty="0">
                <a:solidFill>
                  <a:srgbClr val="00B0F0"/>
                </a:solidFill>
              </a:rPr>
              <a:t>(C</a:t>
            </a:r>
            <a:r>
              <a:rPr lang="en-US" altLang="zh-CN" sz="3600" b="1" dirty="0" err="1">
                <a:solidFill>
                  <a:srgbClr val="00B0F0"/>
                </a:solidFill>
              </a:rPr>
              <a:t>ont.</a:t>
            </a:r>
            <a:r>
              <a:rPr lang="en-US" altLang="zh-CN" sz="3600" b="1" dirty="0">
                <a:solidFill>
                  <a:srgbClr val="00B0F0"/>
                </a:solidFill>
              </a:rPr>
              <a:t>)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332" y="2138005"/>
            <a:ext cx="8643668" cy="4321533"/>
          </a:xfrm>
        </p:spPr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AU" sz="2800" dirty="0"/>
              <a:t>Security and Compliance: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2000" dirty="0"/>
              <a:t>Security measures: encryption, authentication, access control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2000" dirty="0"/>
              <a:t>Compliance with regulatory requirements: GDPR, HIPAA, PCI DSS</a:t>
            </a:r>
          </a:p>
          <a:p>
            <a:pPr marL="384175" lvl="2" indent="0">
              <a:buNone/>
            </a:pPr>
            <a:endParaRPr lang="en-AU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AU" sz="2800" dirty="0"/>
              <a:t>Support and Maintenance: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2000" dirty="0"/>
              <a:t>Availability of technical support: 24/7 support, response time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2000" dirty="0"/>
              <a:t>Maintenance requirements: updates, patches, version control</a:t>
            </a:r>
            <a:endParaRPr lang="en-US" altLang="en-US" sz="16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88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364742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Criteria for Selecting Technology Solutions (C</a:t>
            </a:r>
            <a:r>
              <a:rPr lang="en-US" altLang="zh-CN" sz="3600" b="1" dirty="0" err="1">
                <a:solidFill>
                  <a:srgbClr val="00B0F0"/>
                </a:solidFill>
              </a:rPr>
              <a:t>ont.</a:t>
            </a:r>
            <a:r>
              <a:rPr lang="en-US" altLang="zh-CN" sz="3600" b="1" dirty="0">
                <a:solidFill>
                  <a:srgbClr val="00B0F0"/>
                </a:solidFill>
              </a:rPr>
              <a:t>)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05070" y="1938195"/>
            <a:ext cx="4292301" cy="4321533"/>
          </a:xfrm>
        </p:spPr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AU" sz="2800" dirty="0"/>
              <a:t>Vendor Support and Community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2000" dirty="0"/>
              <a:t>Role of vendor support in technology selection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2000" dirty="0"/>
              <a:t>Evaluating vendor reputation and support services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AU" sz="2000" dirty="0"/>
              <a:t>Importance of community and open-source contributions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89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3092D2-DA43-C442-7FE2-1BA784EFE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32" y="1827249"/>
            <a:ext cx="3878030" cy="436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56051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Comparative Analysis of Different Technologies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332" y="1950864"/>
            <a:ext cx="8643668" cy="4321533"/>
          </a:xfrm>
        </p:spPr>
        <p:txBody>
          <a:bodyPr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accent2">
                    <a:lumMod val="75000"/>
                  </a:schemeClr>
                </a:solidFill>
              </a:rPr>
              <a:t>Definition:</a:t>
            </a:r>
            <a:r>
              <a:rPr lang="en-AU" sz="2400" dirty="0"/>
              <a:t> Comparative analysis involves evaluating multiple technologies to determine the most suitable option for a specific project or use case.</a:t>
            </a:r>
          </a:p>
          <a:p>
            <a:pPr marL="457200" lvl="1" indent="0">
              <a:buNone/>
            </a:pPr>
            <a:endParaRPr lang="en-AU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accent2">
                    <a:lumMod val="75000"/>
                  </a:schemeClr>
                </a:solidFill>
              </a:rPr>
              <a:t>Purpose:</a:t>
            </a:r>
          </a:p>
          <a:p>
            <a:pPr marL="927100" lvl="2" indent="-285750">
              <a:buFont typeface="Arial" panose="020B0604020202020204" pitchFamily="34" charset="0"/>
              <a:buChar char="•"/>
            </a:pPr>
            <a:r>
              <a:rPr lang="en-AU" sz="2400" dirty="0"/>
              <a:t>Identify strengths and weaknesses of each technology.</a:t>
            </a:r>
          </a:p>
          <a:p>
            <a:pPr marL="927100" lvl="2" indent="-285750">
              <a:buFont typeface="Arial" panose="020B0604020202020204" pitchFamily="34" charset="0"/>
              <a:buChar char="•"/>
            </a:pPr>
            <a:r>
              <a:rPr lang="en-AU" sz="2400" dirty="0"/>
              <a:t>Make informed decisions based on specific project needs.</a:t>
            </a:r>
          </a:p>
          <a:p>
            <a:pPr marL="927100" lvl="2" indent="-285750">
              <a:buFont typeface="Arial" panose="020B0604020202020204" pitchFamily="34" charset="0"/>
              <a:buChar char="•"/>
            </a:pPr>
            <a:r>
              <a:rPr lang="en-AU" sz="2400" dirty="0"/>
              <a:t>Minimise risks and maximise efficiency.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90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899133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Comparative Analysis of Different Technologies: </a:t>
            </a: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Methodologies (C</a:t>
            </a:r>
            <a:r>
              <a:rPr lang="en-US" altLang="zh-CN" sz="3600" b="1" dirty="0" err="1">
                <a:solidFill>
                  <a:schemeClr val="accent2">
                    <a:lumMod val="75000"/>
                  </a:schemeClr>
                </a:solidFill>
              </a:rPr>
              <a:t>ont.</a:t>
            </a:r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332" y="1950864"/>
            <a:ext cx="8643668" cy="4321533"/>
          </a:xfrm>
        </p:spPr>
        <p:txBody>
          <a:bodyPr/>
          <a:lstStyle/>
          <a:p>
            <a:r>
              <a:rPr lang="en-AU" sz="2400" b="1" dirty="0">
                <a:solidFill>
                  <a:schemeClr val="accent2">
                    <a:lumMod val="75000"/>
                  </a:schemeClr>
                </a:solidFill>
              </a:rPr>
              <a:t>Methodologies:</a:t>
            </a:r>
            <a:endParaRPr lang="en-AU" sz="24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Feature Comparison:</a:t>
            </a:r>
            <a:endParaRPr lang="en-A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Comparative feature matrix: functionalities, performance benchmarks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User requirements mapping to technology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Performance Testing:</a:t>
            </a:r>
            <a:endParaRPr lang="en-A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Benchmarking: load testing, stress testing, reliability testing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Real-world performance scenarios and simulations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User Feedback and Reviews:</a:t>
            </a:r>
            <a:endParaRPr lang="en-A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Gathering user experiences: surveys, focus groups, usability testing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Analysing customer satisfaction and user adoption rates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91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925609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Comparative Analysis of Different Technologies: </a:t>
            </a: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Methodologies (C</a:t>
            </a:r>
            <a:r>
              <a:rPr lang="en-US" altLang="zh-CN" sz="3600" b="1" dirty="0" err="1">
                <a:solidFill>
                  <a:schemeClr val="accent2">
                    <a:lumMod val="75000"/>
                  </a:schemeClr>
                </a:solidFill>
              </a:rPr>
              <a:t>ont.</a:t>
            </a:r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332" y="1950864"/>
            <a:ext cx="8643668" cy="4321533"/>
          </a:xfrm>
        </p:spPr>
        <p:txBody>
          <a:bodyPr/>
          <a:lstStyle/>
          <a:p>
            <a:r>
              <a:rPr lang="en-AU" sz="2400" b="1" dirty="0">
                <a:solidFill>
                  <a:schemeClr val="accent2">
                    <a:lumMod val="75000"/>
                  </a:schemeClr>
                </a:solidFill>
              </a:rPr>
              <a:t>Methodology: </a:t>
            </a:r>
            <a:r>
              <a:rPr lang="en-AU" sz="2200" b="1" dirty="0"/>
              <a:t>Integrating Methodologies in Comparative Analysis</a:t>
            </a:r>
          </a:p>
          <a:p>
            <a:pPr marL="90488" lvl="1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2000" u="sng" dirty="0"/>
              <a:t>Combining Data Sources:</a:t>
            </a:r>
            <a:endParaRPr lang="en-AU" u="sng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Cross-reference feature matrices with performance benchmarks to ensure capabilities meet expectations.</a:t>
            </a:r>
          </a:p>
          <a:p>
            <a:pPr marL="90488" lvl="1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2000" u="sng" dirty="0"/>
              <a:t>Validating with User Feedback: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Use user feedback to confirm findings from feature and performance analysis, prioritising features based on satisfaction and adoption rates.</a:t>
            </a:r>
          </a:p>
          <a:p>
            <a:pPr marL="90488" lvl="1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2000" u="sng" dirty="0"/>
              <a:t>Holistic Decision Making: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Integrate insights from feature comparison, performance testing, and user feedback for well-rounded, informed technology decisions.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92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137942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Methodologies: Feature Comparison</a:t>
            </a:r>
            <a:endParaRPr lang="en-AU" alt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332" y="1950864"/>
            <a:ext cx="8643668" cy="4321533"/>
          </a:xfrm>
        </p:spPr>
        <p:txBody>
          <a:bodyPr/>
          <a:lstStyle/>
          <a:p>
            <a:pPr marL="90488" lvl="1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2000" b="1" dirty="0"/>
              <a:t>Comparative Feature Matrix: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Functionality: Assess key features of each technology.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Performance Benchmarks: Compare speed, efficiency, and scalability.</a:t>
            </a:r>
          </a:p>
          <a:p>
            <a:pPr marL="90488" lvl="1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2000" b="1" dirty="0"/>
              <a:t>User Requirements Mapping: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Alignment: Match technology features with specific user needs.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Prioritisation: Identify which features are most critical for the project.</a:t>
            </a:r>
          </a:p>
          <a:p>
            <a:pPr marL="90488" lvl="1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2000" b="1" dirty="0"/>
              <a:t>Example Matrix: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AU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93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0E4338-F607-C134-CC8D-8A56C8731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401" y="4707369"/>
            <a:ext cx="5610225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56322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Methodologies: Performance Testing</a:t>
            </a:r>
            <a:endParaRPr lang="en-AU" alt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332" y="1795904"/>
            <a:ext cx="8643668" cy="4321533"/>
          </a:xfrm>
        </p:spPr>
        <p:txBody>
          <a:bodyPr/>
          <a:lstStyle/>
          <a:p>
            <a:pPr marL="90488" lvl="1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2000" b="1" dirty="0"/>
              <a:t>Benchmarking:</a:t>
            </a:r>
          </a:p>
          <a:p>
            <a:pPr marL="274638" lvl="2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1600" dirty="0"/>
              <a:t>Load Testing: Evaluate how the technology performs under expected user load.</a:t>
            </a:r>
          </a:p>
          <a:p>
            <a:pPr marL="274638" lvl="2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1600" dirty="0"/>
              <a:t>Stress Testing: Determine the technology's breaking point under extreme conditions.</a:t>
            </a:r>
          </a:p>
          <a:p>
            <a:pPr marL="274638" lvl="2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1600" dirty="0"/>
              <a:t>Reliability Testing: Assess the technology's stability over time.</a:t>
            </a:r>
          </a:p>
          <a:p>
            <a:pPr marL="90488" lvl="1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2000" b="1" dirty="0"/>
              <a:t>Real-world Performance Scenarios:</a:t>
            </a:r>
          </a:p>
          <a:p>
            <a:pPr marL="274638" lvl="2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1600" dirty="0"/>
              <a:t>Simulations: Create scenarios that mimic actual usage to test performance.</a:t>
            </a:r>
          </a:p>
          <a:p>
            <a:pPr marL="274638" lvl="2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1600" dirty="0"/>
              <a:t>Metrics: Measure response times, error rates, and throughput..</a:t>
            </a:r>
          </a:p>
          <a:p>
            <a:pPr marL="90488" lvl="1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2000" b="1" dirty="0"/>
              <a:t>Example: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AU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94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492737-93E1-D9D7-2F74-1EF5F17BF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688" y="4612119"/>
            <a:ext cx="573405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06079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Methodologies: User Feedback and Reviews</a:t>
            </a:r>
            <a:endParaRPr lang="en-AU" alt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332" y="1795904"/>
            <a:ext cx="8643668" cy="4321533"/>
          </a:xfrm>
        </p:spPr>
        <p:txBody>
          <a:bodyPr/>
          <a:lstStyle/>
          <a:p>
            <a:pPr marL="90488" lvl="1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2000" b="1" dirty="0"/>
              <a:t>Gathering User Experiences:</a:t>
            </a:r>
          </a:p>
          <a:p>
            <a:pPr marL="274638" lvl="2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1600" dirty="0"/>
              <a:t>Surveys: Collect quantitative data on user satisfaction and feature usage.</a:t>
            </a:r>
          </a:p>
          <a:p>
            <a:pPr marL="274638" lvl="2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1600" dirty="0"/>
              <a:t>Focus Groups: Obtain qualitative insights through discussions with selected user groups.</a:t>
            </a:r>
          </a:p>
          <a:p>
            <a:pPr marL="274638" lvl="2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1600" dirty="0"/>
              <a:t>Usability Testing: Observe users interacting with the technology to identify pain points and areas for improvement.</a:t>
            </a:r>
          </a:p>
          <a:p>
            <a:pPr marL="90488" lvl="1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2000" b="1" dirty="0"/>
              <a:t>Analysing Customer Satisfaction:</a:t>
            </a:r>
          </a:p>
          <a:p>
            <a:pPr marL="274638" lvl="2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1600" dirty="0"/>
              <a:t>User Adoption Rates: Measure how quickly and extensively the technology is adopted by users.</a:t>
            </a:r>
          </a:p>
          <a:p>
            <a:pPr marL="274638" lvl="2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1600" dirty="0"/>
              <a:t>Customer Satisfaction: Evaluate overall user happiness and areas of discontent</a:t>
            </a:r>
            <a:r>
              <a:rPr lang="en-AU" sz="1600" b="1" dirty="0"/>
              <a:t>.</a:t>
            </a:r>
          </a:p>
          <a:p>
            <a:pPr marL="90488" lvl="1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2000" b="1" dirty="0"/>
              <a:t>Example Survey Results:</a:t>
            </a:r>
          </a:p>
          <a:p>
            <a:pPr marL="90488" lvl="1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endParaRPr lang="en-AU" sz="2000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95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BFED9A-62AD-4896-3369-84D54C2AD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943" y="4841960"/>
            <a:ext cx="56388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6602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Methodologies: Integrating Methodologies in Comparative Analysis</a:t>
            </a:r>
            <a:endParaRPr lang="en-AU" alt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332" y="1795904"/>
            <a:ext cx="8643668" cy="4321533"/>
          </a:xfrm>
        </p:spPr>
        <p:txBody>
          <a:bodyPr/>
          <a:lstStyle/>
          <a:p>
            <a:pPr marL="90488" lvl="1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2000" b="1" dirty="0"/>
              <a:t>Combining Data Sources:</a:t>
            </a:r>
          </a:p>
          <a:p>
            <a:pPr marL="274638" lvl="2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1600" b="1" dirty="0"/>
              <a:t>Feature Comparison + Performance Testing:</a:t>
            </a:r>
          </a:p>
          <a:p>
            <a:pPr marL="457200" lvl="3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1600" dirty="0"/>
              <a:t>Cross-reference feature matrix with performance benchmarks.</a:t>
            </a:r>
          </a:p>
          <a:p>
            <a:pPr marL="457200" lvl="3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1600" dirty="0"/>
              <a:t>Ensure functional capabilities meet performance expectations</a:t>
            </a:r>
            <a:r>
              <a:rPr lang="en-AU" sz="1600" b="1" dirty="0"/>
              <a:t>.</a:t>
            </a:r>
          </a:p>
          <a:p>
            <a:pPr marL="274638" lvl="2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1600" b="1" dirty="0"/>
              <a:t>User Feedback:</a:t>
            </a:r>
          </a:p>
          <a:p>
            <a:pPr marL="457200" lvl="3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1600" dirty="0"/>
              <a:t>Validate findings from feature and performance analysis with user feedback.</a:t>
            </a:r>
          </a:p>
          <a:p>
            <a:pPr marL="457200" lvl="3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1600" dirty="0"/>
              <a:t>Prioritise features and improvements based on user satisfaction and adoption rates.</a:t>
            </a:r>
          </a:p>
          <a:p>
            <a:pPr marL="90488" lvl="1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2000" b="1" dirty="0"/>
              <a:t>Example Integration: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96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B509B3-80EB-BDC2-C536-90188FF72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425" y="4561243"/>
            <a:ext cx="56769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31530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Impact of Emerging Technologies on Design Choices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332" y="1831112"/>
            <a:ext cx="8643668" cy="4321533"/>
          </a:xfrm>
        </p:spPr>
        <p:txBody>
          <a:bodyPr/>
          <a:lstStyle/>
          <a:p>
            <a:pPr marL="90488" lvl="1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2400" b="1" dirty="0">
                <a:solidFill>
                  <a:schemeClr val="accent2">
                    <a:lumMod val="75000"/>
                  </a:schemeClr>
                </a:solidFill>
              </a:rPr>
              <a:t>Definition</a:t>
            </a:r>
            <a:r>
              <a:rPr lang="en-AU" sz="2400" b="1" dirty="0"/>
              <a:t>: </a:t>
            </a:r>
            <a:r>
              <a:rPr lang="en-AU" sz="2400" dirty="0"/>
              <a:t>Emerging technologies are innovative tools and solutions that have the potential to significantly impact various industries.</a:t>
            </a:r>
          </a:p>
          <a:p>
            <a:pPr marL="90488" lvl="1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2400" b="1" dirty="0"/>
              <a:t>Purpose: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400" dirty="0"/>
              <a:t>Transform traditional design processes.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400" dirty="0"/>
              <a:t>Introduce new possibilities and efficiencies.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400" dirty="0"/>
              <a:t>Require reassessment of current technology choices.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9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97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829498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Impact of Emerging Technologies on Design Choices: </a:t>
            </a: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Key Emerging Technologies</a:t>
            </a:r>
            <a:endParaRPr lang="en-AU" alt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332" y="1831112"/>
            <a:ext cx="8643668" cy="432153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Artificial Intelligence (AI) and Machine Learning (ML)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Internet of Things (IoT)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Blockchain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5G Technology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Augmented Reality (AR) and Virtual Reality (VR)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dirty="0"/>
              <a:t>Edge Computing</a:t>
            </a:r>
            <a:endParaRPr lang="en-AU" sz="1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98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452338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Key Emerging Technologies: </a:t>
            </a:r>
            <a:b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AI and ML Impact on Design Choices</a:t>
            </a:r>
            <a:endParaRPr lang="en-AU" alt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332" y="1831112"/>
            <a:ext cx="8643668" cy="4321533"/>
          </a:xfrm>
        </p:spPr>
        <p:txBody>
          <a:bodyPr/>
          <a:lstStyle/>
          <a:p>
            <a:pPr marL="90488" lvl="1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2000" b="1" dirty="0"/>
              <a:t>Automation: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000" dirty="0"/>
              <a:t>Streamlines repetitive tasks.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000" dirty="0"/>
              <a:t>Enhances decision-making processes.</a:t>
            </a:r>
          </a:p>
          <a:p>
            <a:pPr marL="90488" lvl="1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2000" b="1" dirty="0"/>
              <a:t>Predictive Analytics: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000" dirty="0"/>
              <a:t>Improves forecasting and trend analysis.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000" dirty="0"/>
              <a:t>Enables proactive design adjustments.</a:t>
            </a:r>
          </a:p>
          <a:p>
            <a:pPr marL="90488" lvl="1" indent="-90488">
              <a:spcBef>
                <a:spcPts val="1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AU" sz="2000" b="1" dirty="0"/>
              <a:t>Personalisation: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000" dirty="0"/>
              <a:t>Tailors user experiences based on data insights.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sz="2000" dirty="0"/>
              <a:t>Increases user engagement and satisfaction.</a:t>
            </a:r>
          </a:p>
          <a:p>
            <a:pPr marL="457200" lvl="1" indent="0">
              <a:buNone/>
            </a:pPr>
            <a:endParaRPr lang="en-AU" sz="2000" dirty="0"/>
          </a:p>
          <a:p>
            <a:pPr marL="457200" lvl="1" indent="0">
              <a:buNone/>
            </a:pPr>
            <a:r>
              <a:rPr lang="en-AU" sz="2000" b="1" i="1" dirty="0"/>
              <a:t>Example: </a:t>
            </a:r>
            <a:r>
              <a:rPr lang="en-AU" sz="2000" i="1" dirty="0"/>
              <a:t>AI-driven customer support systems providing real-time assistance.</a:t>
            </a:r>
            <a:endParaRPr lang="en-AU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99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874234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Key Emerging Technologies: </a:t>
            </a:r>
            <a:b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IoT Impact on Design Choices</a:t>
            </a:r>
            <a:endParaRPr lang="en-AU" alt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332" y="1831112"/>
            <a:ext cx="8643668" cy="432153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Interconnectivity</a:t>
            </a:r>
            <a:r>
              <a:rPr lang="en-AU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Facilitates seamless integration of devices.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Enhances real-time data exchange.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Smart Systems</a:t>
            </a:r>
            <a:r>
              <a:rPr lang="en-AU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Promotes the development of intelligent infrastructure.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Improves efficiency in resource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Data Overload</a:t>
            </a:r>
            <a:r>
              <a:rPr lang="en-AU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Necessitates robust data processing and storage solutions.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Requires efficient data analytics frameworks.</a:t>
            </a:r>
          </a:p>
          <a:p>
            <a:r>
              <a:rPr lang="en-AU" b="1" i="1" dirty="0"/>
              <a:t>Example</a:t>
            </a:r>
            <a:r>
              <a:rPr lang="en-AU" i="1" dirty="0"/>
              <a:t>: Smart home systems integrating various IoT devices for automated control.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100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610259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Key Emerging Technologies: </a:t>
            </a:r>
            <a:b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Blockchain Impact on Design Choices</a:t>
            </a:r>
            <a:endParaRPr lang="en-AU" alt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332" y="1831112"/>
            <a:ext cx="8643668" cy="432153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Security</a:t>
            </a:r>
            <a:r>
              <a:rPr lang="en-AU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Provides enhanced security through decentralised ledgers.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Ensures data integrity and immutability.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Transparency</a:t>
            </a:r>
            <a:r>
              <a:rPr lang="en-AU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Increases transparency in transactions.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Reduces the risk of fraud.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Decentralisation</a:t>
            </a:r>
            <a:r>
              <a:rPr lang="en-AU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Eliminates the need for intermediaries.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Simplifies complex processes.</a:t>
            </a:r>
          </a:p>
          <a:p>
            <a:r>
              <a:rPr lang="en-AU" b="1" i="1" dirty="0"/>
              <a:t>Example</a:t>
            </a:r>
            <a:r>
              <a:rPr lang="en-AU" i="1" dirty="0"/>
              <a:t>: Secure and transparent supply chain management systems.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101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002394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Key Emerging Technologies: </a:t>
            </a:r>
            <a:b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IoT Impact on Design Choices</a:t>
            </a:r>
            <a:endParaRPr lang="en-AU" alt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332" y="1831112"/>
            <a:ext cx="8643668" cy="432153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Interconnectivity</a:t>
            </a:r>
            <a:r>
              <a:rPr lang="en-AU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Facilitates seamless integration of devices.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Enhances real-time data exchange.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Smart Systems</a:t>
            </a:r>
            <a:r>
              <a:rPr lang="en-AU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Promotes the development of intelligent infrastructure.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Improves efficiency in resource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Data Overload</a:t>
            </a:r>
            <a:r>
              <a:rPr lang="en-AU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Necessitates robust data processing and storage solutions.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Requires efficient data analytics frameworks.</a:t>
            </a:r>
          </a:p>
          <a:p>
            <a:r>
              <a:rPr lang="en-AU" b="1" i="1" dirty="0"/>
              <a:t>Example</a:t>
            </a:r>
            <a:r>
              <a:rPr lang="en-AU" i="1" dirty="0"/>
              <a:t>: Smart home systems integrating various IoT devices for automated control.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102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13396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Key Emerging Technologies: </a:t>
            </a:r>
            <a:b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5G Technology Impact on Design Choices</a:t>
            </a:r>
            <a:endParaRPr lang="en-AU" alt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332" y="1831112"/>
            <a:ext cx="8643668" cy="432153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High-Speed Connectivity</a:t>
            </a:r>
            <a:r>
              <a:rPr lang="en-AU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Enables faster data transfer rates.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Supports high-bandwidth applications.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Low Latency</a:t>
            </a:r>
            <a:r>
              <a:rPr lang="en-AU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Enhances real-time communication and interaction.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Benefits applications requiring immediate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Massive IoT Support</a:t>
            </a:r>
            <a:r>
              <a:rPr lang="en-AU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Accommodates a large number of connected devices.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Facilitates the growth of smart cities and environments.</a:t>
            </a:r>
          </a:p>
          <a:p>
            <a:r>
              <a:rPr lang="en-AU" b="1" i="1" dirty="0"/>
              <a:t>Example</a:t>
            </a:r>
            <a:r>
              <a:rPr lang="en-AU" i="1" dirty="0"/>
              <a:t>: Enhanced mobile experiences with real-time augmented reality applications.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103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81211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Key Emerging Technologies: </a:t>
            </a:r>
            <a:b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AR and VR Impact on Design Choices</a:t>
            </a:r>
            <a:endParaRPr lang="en-AU" alt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332" y="1831112"/>
            <a:ext cx="8643668" cy="432153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Immersive Experiences</a:t>
            </a:r>
            <a:r>
              <a:rPr lang="en-AU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Creates engaging and interactive environments.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Enhances user engagement and retention.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Virtual Prototyping</a:t>
            </a:r>
            <a:r>
              <a:rPr lang="en-AU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Reduces costs and time in product development.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Allows for early detection of design flaws.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Training and Simulation</a:t>
            </a:r>
            <a:r>
              <a:rPr lang="en-AU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Provides realistic training environments.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Improves learning outcomes and safety.</a:t>
            </a:r>
          </a:p>
          <a:p>
            <a:r>
              <a:rPr lang="en-AU" b="1" i="1" dirty="0"/>
              <a:t>Example</a:t>
            </a:r>
            <a:r>
              <a:rPr lang="en-AU" i="1" dirty="0"/>
              <a:t>: Virtual reality training simulations for medical professionals.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104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176060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Key Emerging Technologies: </a:t>
            </a:r>
            <a:b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Edge Computing Impact on Design Choices</a:t>
            </a:r>
            <a:endParaRPr lang="en-AU" alt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332" y="1831112"/>
            <a:ext cx="8643668" cy="432153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Reduced Latency</a:t>
            </a:r>
            <a:r>
              <a:rPr lang="en-AU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Processes data closer to the source.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Improves response times for critical applications.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Bandwidth Efficiency</a:t>
            </a:r>
            <a:r>
              <a:rPr lang="en-AU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Decreases the amount of data sent to centralised servers.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Optimises network usage and reduces costs.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Enhanced Security</a:t>
            </a:r>
            <a:r>
              <a:rPr lang="en-AU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Minimises the risk of data breaches during transmission.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Ensures data privacy through localised processing.</a:t>
            </a:r>
          </a:p>
          <a:p>
            <a:r>
              <a:rPr lang="en-AU" b="1" dirty="0"/>
              <a:t>E</a:t>
            </a:r>
            <a:r>
              <a:rPr lang="en-AU" b="1" i="1" dirty="0"/>
              <a:t>xample</a:t>
            </a:r>
            <a:r>
              <a:rPr lang="en-AU" i="1" dirty="0"/>
              <a:t>: Real-time analytics in industrial IoT systems using edge computing.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105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010143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Risk Assessment in Design Option Evaluation: </a:t>
            </a: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Introduction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332" y="1831112"/>
            <a:ext cx="7987452" cy="4321533"/>
          </a:xfrm>
        </p:spPr>
        <p:txBody>
          <a:bodyPr/>
          <a:lstStyle/>
          <a:p>
            <a:r>
              <a:rPr lang="en-AU" sz="2400" b="1" dirty="0">
                <a:solidFill>
                  <a:schemeClr val="accent2">
                    <a:lumMod val="75000"/>
                  </a:schemeClr>
                </a:solidFill>
              </a:rPr>
              <a:t>Introduction to Risk Assessment</a:t>
            </a:r>
            <a:endParaRPr lang="en-AU" sz="24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Definition</a:t>
            </a:r>
            <a:r>
              <a:rPr lang="en-AU" dirty="0"/>
              <a:t>: Risk assessment is the process of identifying, analysing, and evaluating potential risks in design options to minimise negative impacts on project outcomes.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Purpose</a:t>
            </a:r>
            <a:r>
              <a:rPr lang="en-AU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Ensure informed decision-making.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Mitigate potential issues early in the project lifecycle.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Enhance project success and stakeholder confidence.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106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12486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Risk Assessment in Design Option Evaluation:</a:t>
            </a:r>
            <a:br>
              <a:rPr lang="en-AU" sz="3600" b="1" dirty="0">
                <a:solidFill>
                  <a:srgbClr val="00B0F0"/>
                </a:solidFill>
              </a:rPr>
            </a:b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Key Components </a:t>
            </a:r>
            <a:endParaRPr lang="en-AU" alt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332" y="1831112"/>
            <a:ext cx="7987452" cy="432153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Risk Identification: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Identify potential risks related to design options.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Categorise risks (technical, financial, operational, etc.).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Risk Analysis: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Assess the likelihood and impact of identified risks.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Use qualitative and quantitative methods.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Risk Evaluation: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Prioritise risks based on their severity.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Determine the acceptability of risks.</a:t>
            </a:r>
          </a:p>
          <a:p>
            <a:r>
              <a:rPr lang="en-AU" b="1" i="1" dirty="0"/>
              <a:t>Example</a:t>
            </a:r>
            <a:r>
              <a:rPr lang="en-AU" i="1" dirty="0"/>
              <a:t>: Identifying the risk of system incompatibility in integrating a new technology.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107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944564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Risk Assessment in Design Option Evaluation:</a:t>
            </a:r>
            <a:br>
              <a:rPr lang="en-AU" sz="3600" b="1" dirty="0">
                <a:solidFill>
                  <a:srgbClr val="00B0F0"/>
                </a:solidFill>
              </a:rPr>
            </a:b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Risk Mitigation Strategies</a:t>
            </a:r>
            <a:endParaRPr lang="en-AU" alt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78274" y="1831112"/>
            <a:ext cx="7987452" cy="432153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Avoidance: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Eliminate the risk by choosing an alternative design option.	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i="1" dirty="0"/>
              <a:t>Example: Opting for a well-established technology instead of a nascent 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Reduction: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Implement measures to reduce the likelihood or impact of the risk.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i="1" dirty="0"/>
              <a:t>Example: Conducting thorough testing and validation before full deployment.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Transfer: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Shift the risk to another party, such as through insurance or outsourcing.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i="1" dirty="0"/>
              <a:t>Example: Outsourcing data storage to a reliable third-party provider.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Acceptance: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dirty="0"/>
              <a:t>Acknowledge the risk and prepare to manage its impact if it occurs.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i="1" dirty="0"/>
              <a:t>Example: Creating a contingency plan for potential delays in project timelines.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108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021979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User-</a:t>
            </a:r>
            <a:r>
              <a:rPr lang="en-AU" sz="3600" b="1" dirty="0" err="1">
                <a:solidFill>
                  <a:srgbClr val="00B0F0"/>
                </a:solidFill>
              </a:rPr>
              <a:t>Centered</a:t>
            </a:r>
            <a:r>
              <a:rPr lang="en-AU" sz="3600" b="1" dirty="0">
                <a:solidFill>
                  <a:srgbClr val="00B0F0"/>
                </a:solidFill>
              </a:rPr>
              <a:t> Design Approaches in IT Projects:</a:t>
            </a:r>
            <a:br>
              <a:rPr lang="en-AU" sz="3600" b="1" dirty="0">
                <a:solidFill>
                  <a:srgbClr val="00B0F0"/>
                </a:solidFill>
              </a:rPr>
            </a:b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Principles </a:t>
            </a:r>
            <a:endParaRPr lang="en-AU" alt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0332" y="1831112"/>
            <a:ext cx="8643668" cy="432153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Focus on Users: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600" dirty="0"/>
              <a:t>Understand who the users are and their goals.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AU" sz="1600" dirty="0"/>
              <a:t>Conduct user research to gather insights into user </a:t>
            </a:r>
            <a:r>
              <a:rPr lang="en-AU" sz="1600" dirty="0" err="1"/>
              <a:t>behavior</a:t>
            </a:r>
            <a:r>
              <a:rPr lang="en-AU" sz="1600" dirty="0"/>
              <a:t> and needs.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Iterative Design: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Design, prototype, test, and refine in cycles.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Use feedback from each iteration to improve the design.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Design for Context: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Consider the environment in which the product will be used.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Ensure the design is appropriate for real-world usage scenarios.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Involve Users Throughout the Process: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Engage users early and often through surveys, interviews, and usability testing.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dirty="0"/>
              <a:t>Validate design decisions with real user feedback.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AU" sz="16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109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100431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User-</a:t>
            </a:r>
            <a:r>
              <a:rPr lang="en-AU" sz="3600" b="1" dirty="0" err="1">
                <a:solidFill>
                  <a:srgbClr val="00B0F0"/>
                </a:solidFill>
              </a:rPr>
              <a:t>Centered</a:t>
            </a:r>
            <a:r>
              <a:rPr lang="en-AU" sz="3600" b="1" dirty="0">
                <a:solidFill>
                  <a:srgbClr val="00B0F0"/>
                </a:solidFill>
              </a:rPr>
              <a:t> Design Approaches in IT Projects:</a:t>
            </a:r>
            <a:br>
              <a:rPr lang="en-AU" sz="3600" b="1" dirty="0">
                <a:solidFill>
                  <a:srgbClr val="00B0F0"/>
                </a:solidFill>
              </a:rPr>
            </a:br>
            <a:r>
              <a:rPr lang="en-AU" sz="3600" b="1" dirty="0">
                <a:solidFill>
                  <a:schemeClr val="accent2">
                    <a:lumMod val="75000"/>
                  </a:schemeClr>
                </a:solidFill>
              </a:rPr>
              <a:t>Process</a:t>
            </a:r>
            <a:endParaRPr lang="en-AU" alt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110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Picture 5" descr="A Beginner's Guide to User-Centered Design | WowMakers">
            <a:extLst>
              <a:ext uri="{FF2B5EF4-FFF2-40B4-BE49-F238E27FC236}">
                <a16:creationId xmlns:a16="http://schemas.microsoft.com/office/drawing/2014/main" id="{E2744709-66E6-AB9A-3BC5-654A159E939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260" y="2038198"/>
            <a:ext cx="7602728" cy="4276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065687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Group Discussion Case Stud</a:t>
            </a:r>
            <a:r>
              <a:rPr lang="en-US" altLang="zh-CN" sz="3600" b="1" dirty="0">
                <a:solidFill>
                  <a:srgbClr val="00B0F0"/>
                </a:solidFill>
              </a:rPr>
              <a:t>y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6045" y="1967745"/>
            <a:ext cx="8643668" cy="4321533"/>
          </a:xfrm>
        </p:spPr>
        <p:txBody>
          <a:bodyPr/>
          <a:lstStyle/>
          <a:p>
            <a:r>
              <a:rPr lang="en-AU" sz="1800" b="1" dirty="0">
                <a:solidFill>
                  <a:schemeClr val="tx1"/>
                </a:solidFill>
              </a:rPr>
              <a:t>Scenario:</a:t>
            </a:r>
            <a:r>
              <a:rPr lang="en-AU" sz="1800" dirty="0">
                <a:solidFill>
                  <a:schemeClr val="tx1"/>
                </a:solidFill>
              </a:rPr>
              <a:t> </a:t>
            </a:r>
            <a:r>
              <a:rPr lang="en-AU" sz="1600" dirty="0">
                <a:solidFill>
                  <a:schemeClr val="tx1"/>
                </a:solidFill>
              </a:rPr>
              <a:t>are part of a software development team tasked with creating a new mobile application for a retail company. The app aims to enhance customer engagement by providing a seamless shopping experience, including product browsing, ordering, and personalised recommendations. The project manager emphasises the importance of adopting a User-</a:t>
            </a:r>
            <a:r>
              <a:rPr lang="en-AU" sz="1600" dirty="0" err="1">
                <a:solidFill>
                  <a:schemeClr val="tx1"/>
                </a:solidFill>
              </a:rPr>
              <a:t>Centered</a:t>
            </a:r>
            <a:r>
              <a:rPr lang="en-AU" sz="1600" dirty="0">
                <a:solidFill>
                  <a:schemeClr val="tx1"/>
                </a:solidFill>
              </a:rPr>
              <a:t> Design (UCD) approach to ensure the app meets user expectations and drives customer satisfaction.</a:t>
            </a:r>
          </a:p>
          <a:p>
            <a:r>
              <a:rPr lang="en-AU" sz="1600" b="1" dirty="0">
                <a:solidFill>
                  <a:schemeClr val="tx1"/>
                </a:solidFill>
              </a:rPr>
              <a:t>Discussion Questions:</a:t>
            </a:r>
            <a:endParaRPr lang="en-AU" sz="1600" dirty="0">
              <a:solidFill>
                <a:schemeClr val="tx1"/>
              </a:solidFill>
            </a:endParaRPr>
          </a:p>
          <a:p>
            <a:pPr>
              <a:buFont typeface="+mj-lt"/>
              <a:buAutoNum type="arabicPeriod"/>
            </a:pPr>
            <a:r>
              <a:rPr lang="en-AU" sz="1600" dirty="0">
                <a:solidFill>
                  <a:schemeClr val="tx1"/>
                </a:solidFill>
              </a:rPr>
              <a:t>How would you gather insights into what features and functionalities customers want in the mobile app?</a:t>
            </a:r>
          </a:p>
          <a:p>
            <a:pPr>
              <a:buFont typeface="+mj-lt"/>
              <a:buAutoNum type="arabicPeriod"/>
            </a:pPr>
            <a:r>
              <a:rPr lang="en-AU" sz="1600" dirty="0">
                <a:solidFill>
                  <a:schemeClr val="tx1"/>
                </a:solidFill>
              </a:rPr>
              <a:t>Why is it important to prioritise user preferences during the design phase?</a:t>
            </a:r>
          </a:p>
          <a:p>
            <a:pPr>
              <a:buFont typeface="+mj-lt"/>
              <a:buAutoNum type="arabicPeriod"/>
            </a:pPr>
            <a:r>
              <a:rPr lang="en-AU" sz="1600" dirty="0">
                <a:solidFill>
                  <a:schemeClr val="tx1"/>
                </a:solidFill>
              </a:rPr>
              <a:t>How would you involve potential users in testing early prototypes to improve usability?</a:t>
            </a:r>
          </a:p>
          <a:p>
            <a:pPr>
              <a:buFont typeface="+mj-lt"/>
              <a:buAutoNum type="arabicPeriod"/>
            </a:pPr>
            <a:r>
              <a:rPr lang="en-AU" sz="1600" dirty="0">
                <a:solidFill>
                  <a:schemeClr val="tx1"/>
                </a:solidFill>
              </a:rPr>
              <a:t>What are some simple ways to gather feedback from users on their experience with the app?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111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806674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Case Study: Discussion Points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6045" y="1967745"/>
            <a:ext cx="8643668" cy="4321533"/>
          </a:xfrm>
        </p:spPr>
        <p:txBody>
          <a:bodyPr/>
          <a:lstStyle/>
          <a:p>
            <a:r>
              <a:rPr lang="en-AU" sz="1600" b="1" dirty="0"/>
              <a:t>1. How would you gather insights into what features and functionalities customers want in the mobile app?</a:t>
            </a:r>
            <a:endParaRPr lang="en-AU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1600" dirty="0"/>
              <a:t>Conduct surveys and questionnaires to gather quantitative data on preferences.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600" dirty="0"/>
              <a:t>Organise focus groups or interviews to understand qualitative insights and specific needs.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600" dirty="0"/>
              <a:t>Analyse customer support queries and reviews for common feature requests and pain points.</a:t>
            </a:r>
          </a:p>
          <a:p>
            <a:r>
              <a:rPr lang="en-AU" sz="1600" b="1" dirty="0"/>
              <a:t>2. Why is it important to prioritise user preferences during the design phase?</a:t>
            </a:r>
            <a:endParaRPr lang="en-AU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1600" dirty="0"/>
              <a:t>Ensures the app aligns with user expectations, enhancing user satisfaction.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600" dirty="0"/>
              <a:t>Reduces the risk of developing features that users may not find useful.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600" dirty="0"/>
              <a:t>Increases adoption rates and promotes long-term user engagement with the app.</a:t>
            </a:r>
          </a:p>
          <a:p>
            <a:endParaRPr lang="en-AU" sz="1800" dirty="0">
              <a:solidFill>
                <a:schemeClr val="tx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112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06910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sz="3600" b="1" dirty="0">
                <a:solidFill>
                  <a:srgbClr val="00B0F0"/>
                </a:solidFill>
              </a:rPr>
              <a:t>Case Study: Discussion Points(Cont.)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6045" y="1967745"/>
            <a:ext cx="8643668" cy="4321533"/>
          </a:xfrm>
        </p:spPr>
        <p:txBody>
          <a:bodyPr/>
          <a:lstStyle/>
          <a:p>
            <a:r>
              <a:rPr lang="en-AU" sz="1600" b="1" dirty="0"/>
              <a:t>3. How would you involve potential users in testing early prototypes to improve usability?</a:t>
            </a:r>
            <a:endParaRPr lang="en-AU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1600" dirty="0"/>
              <a:t>Recruit users from the target audience to participate in usability testing sessions.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600" dirty="0"/>
              <a:t>Provide clear tasks and scenarios for users to perform during testing.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600" dirty="0"/>
              <a:t>Gather feedback through observation, interviews, and post-test questionnaires to identify usability issues.</a:t>
            </a:r>
          </a:p>
          <a:p>
            <a:r>
              <a:rPr lang="en-AU" sz="1600" b="1" dirty="0"/>
              <a:t>4. What are some simple ways to gather feedback from users on their experience with the app?</a:t>
            </a:r>
            <a:endParaRPr lang="en-AU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AU" sz="1600" dirty="0"/>
              <a:t>Implement in-app feedback forms or surveys that are easy to access and complete.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600" dirty="0"/>
              <a:t>Encourage users to provide feedback through app store reviews and ratings.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600" dirty="0"/>
              <a:t>Monitor social media channels and customer support interactions for direct user feedback.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113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730710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AU" altLang="en-US" sz="3600" b="1" dirty="0">
                <a:solidFill>
                  <a:srgbClr val="00B0F0"/>
                </a:solidFill>
              </a:rPr>
              <a:t>Summary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114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5535D9B4-5465-735A-B05F-0A38735FF5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8163" y="1764853"/>
            <a:ext cx="8293865" cy="3857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Technology Selection Criteria</a:t>
            </a:r>
            <a:r>
              <a:rPr lang="en-AU" dirty="0"/>
              <a:t>: Define goals and requirements, assess scalability, compatibility, security, cost-effectiveness, and vendor support.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Comparative Analysis: </a:t>
            </a:r>
            <a:r>
              <a:rPr lang="en-AU" dirty="0"/>
              <a:t>Use feature matrices, benchmarks, and trend analysis to evaluate scalability, integration, industry alignment, and long-term viability.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Impact of Emerging Technologies</a:t>
            </a:r>
            <a:r>
              <a:rPr lang="en-AU" dirty="0"/>
              <a:t>: Enhance scalability, user interaction, and operational efficiency; address security and regulatory challenges.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Risk Assessment</a:t>
            </a:r>
            <a:r>
              <a:rPr lang="en-AU" dirty="0"/>
              <a:t>: Identify, prioritise, and mitigate risks using qualitative and quantitative methods.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/>
              <a:t>User-</a:t>
            </a:r>
            <a:r>
              <a:rPr lang="en-AU" b="1" dirty="0" err="1"/>
              <a:t>Centered</a:t>
            </a:r>
            <a:r>
              <a:rPr lang="en-AU" b="1" dirty="0"/>
              <a:t> Design: </a:t>
            </a:r>
            <a:r>
              <a:rPr lang="en-AU" dirty="0"/>
              <a:t>Prioritise iterative user feedback, employ personas, scenarios, and usability testing for intuitive, user-centric solutions.</a:t>
            </a:r>
          </a:p>
        </p:txBody>
      </p:sp>
    </p:spTree>
    <p:extLst>
      <p:ext uri="{BB962C8B-B14F-4D97-AF65-F5344CB8AC3E}">
        <p14:creationId xmlns:p14="http://schemas.microsoft.com/office/powerpoint/2010/main" val="264622789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23420AC8-E61C-458D-9532-7C3A2E114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1" y="798081"/>
            <a:ext cx="9016998" cy="86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0B0F0"/>
                </a:solidFill>
              </a:rPr>
              <a:t>Q&amp;A</a:t>
            </a:r>
            <a:endParaRPr lang="en-AU" altLang="en-US" sz="3600" b="1" dirty="0">
              <a:solidFill>
                <a:srgbClr val="00B0F0"/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D765F26-F4C3-4C79-A70A-3579B29A95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166" y="3127488"/>
            <a:ext cx="8643668" cy="2191204"/>
          </a:xfrm>
        </p:spPr>
        <p:txBody>
          <a:bodyPr/>
          <a:lstStyle/>
          <a:p>
            <a:pPr marL="0" indent="0" algn="ctr" eaLnBrk="1" hangingPunct="1">
              <a:buClr>
                <a:schemeClr val="hlink"/>
              </a:buClr>
              <a:buNone/>
            </a:pPr>
            <a:r>
              <a:rPr lang="en-US" altLang="zh-CN" sz="4000" dirty="0"/>
              <a:t>Question?</a:t>
            </a:r>
            <a:endParaRPr lang="en-US" altLang="en-US" sz="4000" dirty="0"/>
          </a:p>
          <a:p>
            <a:pPr marL="0" indent="0" algn="ctr" eaLnBrk="1" hangingPunct="1">
              <a:buClr>
                <a:schemeClr val="hlink"/>
              </a:buClr>
              <a:buNone/>
            </a:pPr>
            <a:endParaRPr lang="en-US" altLang="en-US" sz="4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717AA1-E9E7-4C43-9D90-AC614EC9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900" b="1" dirty="0">
                <a:solidFill>
                  <a:schemeClr val="bg1"/>
                </a:solidFill>
                <a:latin typeface="+mn-lt"/>
              </a:rPr>
              <a:t>ICT502   </a:t>
            </a:r>
            <a:r>
              <a:rPr lang="en-AU" sz="900" b="1" dirty="0">
                <a:solidFill>
                  <a:schemeClr val="bg1"/>
                </a:solidFill>
                <a:latin typeface="+mn-lt"/>
              </a:rPr>
              <a:t>Applied IT Project A</a:t>
            </a:r>
            <a:endParaRPr lang="en-US" altLang="en-US" sz="9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7" name="Slide Number Placeholder 3">
            <a:extLst>
              <a:ext uri="{FF2B5EF4-FFF2-40B4-BE49-F238E27FC236}">
                <a16:creationId xmlns:a16="http://schemas.microsoft.com/office/drawing/2014/main" id="{AC8DD261-DCDD-4B56-BCC7-4128308947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AE33E21-E097-4280-BDD5-001E172A859C}" type="slidenum">
              <a:rPr lang="en-US" altLang="en-US" sz="900" smtClean="0">
                <a:solidFill>
                  <a:srgbClr val="FFFFFF"/>
                </a:solidFill>
              </a:rPr>
              <a:pPr/>
              <a:t>115</a:t>
            </a:fld>
            <a:endParaRPr lang="en-US" altLang="en-US" sz="900">
              <a:solidFill>
                <a:srgbClr val="FFFFFF"/>
              </a:solidFill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76F9D15E-A22A-4790-B503-B1CDBAF89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063" y="0"/>
            <a:ext cx="31829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65675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7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6&quot;/&gt;&lt;/object&gt;&lt;object type=&quot;3&quot; unique_id=&quot;10004&quot;&gt;&lt;property id=&quot;20148&quot; value=&quot;5&quot;/&gt;&lt;property id=&quot;20300&quot; value=&quot;Slide 2&quot;/&gt;&lt;property id=&quot;20307&quot; value=&quot;260&quot;/&gt;&lt;/object&gt;&lt;object type=&quot;3&quot; unique_id=&quot;10005&quot;&gt;&lt;property id=&quot;20148&quot; value=&quot;5&quot;/&gt;&lt;property id=&quot;20300&quot; value=&quot;Slide 3 - &amp;quot;What is management?&amp;quot;&quot;/&gt;&lt;property id=&quot;20307&quot; value=&quot;297&quot;/&gt;&lt;/object&gt;&lt;object type=&quot;3&quot; unique_id=&quot;10006&quot;&gt;&lt;property id=&quot;20148&quot; value=&quot;5&quot;/&gt;&lt;property id=&quot;20300&quot; value=&quot;Slide 4 - &amp;quot;Management is…&amp;quot;&quot;/&gt;&lt;property id=&quot;20307&quot; value=&quot;298&quot;/&gt;&lt;/object&gt;&lt;object type=&quot;3&quot; unique_id=&quot;10007&quot;&gt;&lt;property id=&quot;20148&quot; value=&quot;5&quot;/&gt;&lt;property id=&quot;20300&quot; value=&quot;Slide 5 - &amp;quot;Management  functions&amp;quot;&quot;/&gt;&lt;property id=&quot;20307&quot; value=&quot;299&quot;/&gt;&lt;/object&gt;&lt;object type=&quot;3&quot; unique_id=&quot;10008&quot;&gt;&lt;property id=&quot;20148&quot; value=&quot;5&quot;/&gt;&lt;property id=&quot;20300&quot; value=&quot;Slide 6 - &amp;quot;Planning&amp;quot;&quot;/&gt;&lt;property id=&quot;20307&quot; value=&quot;300&quot;/&gt;&lt;/object&gt;&lt;object type=&quot;3&quot; unique_id=&quot;10009&quot;&gt;&lt;property id=&quot;20148&quot; value=&quot;5&quot;/&gt;&lt;property id=&quot;20300&quot; value=&quot;Slide 7 - &amp;quot;Organising&amp;quot;&quot;/&gt;&lt;property id=&quot;20307&quot; value=&quot;301&quot;/&gt;&lt;/object&gt;&lt;object type=&quot;3&quot; unique_id=&quot;10010&quot;&gt;&lt;property id=&quot;20148&quot; value=&quot;5&quot;/&gt;&lt;property id=&quot;20300&quot; value=&quot;Slide 8 - &amp;quot;Leading&amp;quot;&quot;/&gt;&lt;property id=&quot;20307&quot; value=&quot;302&quot;/&gt;&lt;/object&gt;&lt;object type=&quot;3&quot; unique_id=&quot;10011&quot;&gt;&lt;property id=&quot;20148&quot; value=&quot;5&quot;/&gt;&lt;property id=&quot;20300&quot; value=&quot;Slide 9 - &amp;quot;Controlling&amp;quot;&quot;/&gt;&lt;property id=&quot;20307&quot; value=&quot;303&quot;/&gt;&lt;/object&gt;&lt;object type=&quot;3&quot; unique_id=&quot;10012&quot;&gt;&lt;property id=&quot;20148&quot; value=&quot;5&quot;/&gt;&lt;property id=&quot;20300&quot; value=&quot;Slide 10 - &amp;quot;The control process&amp;quot;&quot;/&gt;&lt;property id=&quot;20307&quot; value=&quot;304&quot;/&gt;&lt;/object&gt;&lt;object type=&quot;3&quot; unique_id=&quot;10013&quot;&gt;&lt;property id=&quot;20148&quot; value=&quot;5&quot;/&gt;&lt;property id=&quot;20300&quot; value=&quot;Slide 11 - &amp;quot;What do managers do?&amp;quot;&quot;/&gt;&lt;property id=&quot;20307&quot; value=&quot;305&quot;/&gt;&lt;/object&gt;&lt;object type=&quot;3&quot; unique_id=&quot;10014&quot;&gt;&lt;property id=&quot;20148&quot; value=&quot;5&quot;/&gt;&lt;property id=&quot;20300&quot; value=&quot;Slide 12 - &amp;quot;Kinds of managers&amp;quot;&quot;/&gt;&lt;property id=&quot;20307&quot; value=&quot;306&quot;/&gt;&lt;/object&gt;&lt;object type=&quot;3&quot; unique_id=&quot;10015&quot;&gt;&lt;property id=&quot;20148&quot; value=&quot;5&quot;/&gt;&lt;property id=&quot;20300&quot; value=&quot;Slide 13 - &amp;quot;Top managers hold positions such as:&amp;quot;&quot;/&gt;&lt;property id=&quot;20307&quot; value=&quot;307&quot;/&gt;&lt;/object&gt;&lt;object type=&quot;3&quot; unique_id=&quot;10016&quot;&gt;&lt;property id=&quot;20148&quot; value=&quot;5&quot;/&gt;&lt;property id=&quot;20300&quot; value=&quot;Slide 14 - &amp;quot;Responsibilities of top managers&amp;quot;&quot;/&gt;&lt;property id=&quot;20307&quot; value=&quot;308&quot;/&gt;&lt;/object&gt;&lt;object type=&quot;3&quot; unique_id=&quot;10017&quot;&gt;&lt;property id=&quot;20148&quot; value=&quot;5&quot;/&gt;&lt;property id=&quot;20300&quot; value=&quot;Slide 15 - &amp;quot;Middle managers hold such positions as:&amp;quot;&quot;/&gt;&lt;property id=&quot;20307&quot; value=&quot;309&quot;/&gt;&lt;/object&gt;&lt;object type=&quot;3&quot; unique_id=&quot;10018&quot;&gt;&lt;property id=&quot;20148&quot; value=&quot;5&quot;/&gt;&lt;property id=&quot;20300&quot; value=&quot;Slide 16 - &amp;quot;Responsibilities of middle managers&amp;quot;&quot;/&gt;&lt;property id=&quot;20307&quot; value=&quot;310&quot;/&gt;&lt;/object&gt;&lt;object type=&quot;3&quot; unique_id=&quot;10019&quot;&gt;&lt;property id=&quot;20148&quot; value=&quot;5&quot;/&gt;&lt;property id=&quot;20300&quot; value=&quot;Slide 17 - &amp;quot;First-line managers hold such positions as:&amp;quot;&quot;/&gt;&lt;property id=&quot;20307&quot; value=&quot;311&quot;/&gt;&lt;/object&gt;&lt;object type=&quot;3&quot; unique_id=&quot;10020&quot;&gt;&lt;property id=&quot;20148&quot; value=&quot;5&quot;/&gt;&lt;property id=&quot;20300&quot; value=&quot;Slide 18 - &amp;quot;Responsibilities of first-line managers&amp;quot;&quot;/&gt;&lt;property id=&quot;20307&quot; value=&quot;312&quot;/&gt;&lt;/object&gt;&lt;object type=&quot;3&quot; unique_id=&quot;10021&quot;&gt;&lt;property id=&quot;20148&quot; value=&quot;5&quot;/&gt;&lt;property id=&quot;20300&quot; value=&quot;Slide 19 - &amp;quot;Responsibilities of team leaders&amp;quot;&quot;/&gt;&lt;property id=&quot;20307&quot; value=&quot;313&quot;/&gt;&lt;/object&gt;&lt;object type=&quot;3&quot; unique_id=&quot;10022&quot;&gt;&lt;property id=&quot;20148&quot; value=&quot;5&quot;/&gt;&lt;property id=&quot;20300&quot; value=&quot;Slide 20 - &amp;quot;Mintzberg’s managerial roles&amp;quot;&quot;/&gt;&lt;property id=&quot;20307&quot; value=&quot;314&quot;/&gt;&lt;/object&gt;&lt;object type=&quot;3&quot; unique_id=&quot;10023&quot;&gt;&lt;property id=&quot;20148&quot; value=&quot;5&quot;/&gt;&lt;property id=&quot;20300&quot; value=&quot;Slide 21 - &amp;quot;Managerial roles&amp;quot;&quot;/&gt;&lt;property id=&quot;20307&quot; value=&quot;315&quot;/&gt;&lt;/object&gt;&lt;object type=&quot;3&quot; unique_id=&quot;10024&quot;&gt;&lt;property id=&quot;20148&quot; value=&quot;5&quot;/&gt;&lt;property id=&quot;20300&quot; value=&quot;Slide 22 - &amp;quot;Managerial roles&amp;quot;&quot;/&gt;&lt;property id=&quot;20307&quot; value=&quot;316&quot;/&gt;&lt;/object&gt;&lt;object type=&quot;3&quot; unique_id=&quot;10025&quot;&gt;&lt;property id=&quot;20148&quot; value=&quot;5&quot;/&gt;&lt;property id=&quot;20300&quot; value=&quot;Slide 23 - &amp;quot;Managerial roles&amp;quot;&quot;/&gt;&lt;property id=&quot;20307&quot; value=&quot;317&quot;/&gt;&lt;/object&gt;&lt;object type=&quot;3&quot; unique_id=&quot;10026&quot;&gt;&lt;property id=&quot;20148&quot; value=&quot;5&quot;/&gt;&lt;property id=&quot;20300&quot; value=&quot;Slide 24 - &amp;quot;Manager’s quick response &amp;#x0D;&amp;#x0A;saves clients&amp;quot;&quot;/&gt;&lt;property id=&quot;20307&quot; value=&quot;318&quot;/&gt;&lt;/object&gt;&lt;object type=&quot;3&quot; unique_id=&quot;10027&quot;&gt;&lt;property id=&quot;20148&quot; value=&quot;5&quot;/&gt;&lt;property id=&quot;20300&quot; value=&quot;Slide 25 - &amp;quot;What does it take to be a manager?&amp;quot;&quot;/&gt;&lt;property id=&quot;20307&quot; value=&quot;319&quot;/&gt;&lt;/object&gt;&lt;object type=&quot;3&quot; unique_id=&quot;10028&quot;&gt;&lt;property id=&quot;20148&quot; value=&quot;5&quot;/&gt;&lt;property id=&quot;20300&quot; value=&quot;Slide 26 - &amp;quot;Skills companies look for in managers&amp;quot;&quot;/&gt;&lt;property id=&quot;20307&quot; value=&quot;320&quot;/&gt;&lt;/object&gt;&lt;object type=&quot;3&quot; unique_id=&quot;10029&quot;&gt;&lt;property id=&quot;20148&quot; value=&quot;5&quot;/&gt;&lt;property id=&quot;20300&quot; value=&quot;Slide 27 - &amp;quot;Management skills&amp;quot;&quot;/&gt;&lt;property id=&quot;20307&quot; value=&quot;321&quot;/&gt;&lt;/object&gt;&lt;object type=&quot;3&quot; unique_id=&quot;10030&quot;&gt;&lt;property id=&quot;20148&quot; value=&quot;5&quot;/&gt;&lt;property id=&quot;20300&quot; value=&quot;Slide 28 - &amp;quot;Some common mistakes managers make&amp;quot;&quot;/&gt;&lt;property id=&quot;20307&quot; value=&quot;322&quot;/&gt;&lt;/object&gt;&lt;object type=&quot;3&quot; unique_id=&quot;10031&quot;&gt;&lt;property id=&quot;20148&quot; value=&quot;5&quot;/&gt;&lt;property id=&quot;20300&quot; value=&quot;Slide 29 - &amp;quot;Transition to management (the first year)&amp;quot;&quot;/&gt;&lt;property id=&quot;20307&quot; value=&quot;323&quot;/&gt;&lt;/object&gt;&lt;object type=&quot;3&quot; unique_id=&quot;10032&quot;&gt;&lt;property id=&quot;20148&quot; value=&quot;5&quot;/&gt;&lt;property id=&quot;20300&quot; value=&quot;Slide 30 - &amp;quot;Why management matters&amp;quot;&quot;/&gt;&lt;property id=&quot;20307&quot; value=&quot;324&quot;/&gt;&lt;/object&gt;&lt;object type=&quot;3&quot; unique_id=&quot;10033&quot;&gt;&lt;property id=&quot;20148&quot; value=&quot;5&quot;/&gt;&lt;property id=&quot;20300&quot; value=&quot;Slide 31 - &amp;quot;Competitive advantage through people&amp;quot;&quot;/&gt;&lt;property id=&quot;20307&quot; value=&quot;325&quot;/&gt;&lt;/object&gt;&lt;object type=&quot;3&quot; unique_id=&quot;10034&quot;&gt;&lt;property id=&quot;20148&quot; value=&quot;5&quot;/&gt;&lt;property id=&quot;20300&quot; value=&quot;Slide 32 - &amp;quot;Competitive advantage through people&amp;quot;&quot;/&gt;&lt;property id=&quot;20307&quot; value=&quot;326&quot;/&gt;&lt;/object&gt;&lt;object type=&quot;3&quot; unique_id=&quot;10035&quot;&gt;&lt;property id=&quot;20148&quot; value=&quot;5&quot;/&gt;&lt;property id=&quot;20300&quot; value=&quot;Slide 33 - &amp;quot;Competitive advantage through people&amp;quot;&quot;/&gt;&lt;property id=&quot;20307&quot; value=&quot;327&quot;/&gt;&lt;/object&gt;&lt;/object&gt;&lt;object type=&quot;8&quot; unique_id=&quot;10070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3539</TotalTime>
  <Words>5874</Words>
  <Application>Microsoft Office PowerPoint</Application>
  <PresentationFormat>On-screen Show (4:3)</PresentationFormat>
  <Paragraphs>984</Paragraphs>
  <Slides>115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115</vt:i4>
      </vt:variant>
    </vt:vector>
  </HeadingPairs>
  <TitlesOfParts>
    <vt:vector size="123" baseType="lpstr">
      <vt:lpstr>Arial</vt:lpstr>
      <vt:lpstr>Arial Narrow</vt:lpstr>
      <vt:lpstr>Calibri</vt:lpstr>
      <vt:lpstr>Calibri Light</vt:lpstr>
      <vt:lpstr>Roboto</vt:lpstr>
      <vt:lpstr>Symbol</vt:lpstr>
      <vt:lpstr>Times New Roman</vt:lpstr>
      <vt:lpstr>Retrospect</vt:lpstr>
      <vt:lpstr>PowerPoint Presentation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PowerPoint Presentation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Preparation for Assessment 2 – Group Contract + Initial Research </vt:lpstr>
      <vt:lpstr>What we learned last week</vt:lpstr>
      <vt:lpstr>Week 3 Pre-Class Readings</vt:lpstr>
      <vt:lpstr>Week 3 Pre-Class Readings</vt:lpstr>
      <vt:lpstr>Week 3 Pre-Class Readings</vt:lpstr>
      <vt:lpstr>Week 3 Pre-Class Readings</vt:lpstr>
      <vt:lpstr>Week 3 Pre-Class Readings</vt:lpstr>
      <vt:lpstr>Week 3 Pre-Class Readings</vt:lpstr>
      <vt:lpstr>Week 3 Pre-Class Readings</vt:lpstr>
      <vt:lpstr>Week 3 Pre-Class Readings</vt:lpstr>
      <vt:lpstr>Week 3 Pre-Class Readings</vt:lpstr>
      <vt:lpstr>Week 3 Pre-Class Readings</vt:lpstr>
      <vt:lpstr>Week 3 Pre-Class Readings</vt:lpstr>
      <vt:lpstr>Week 3 Pre-Class Readings</vt:lpstr>
      <vt:lpstr>Week 3 Topics</vt:lpstr>
      <vt:lpstr>Pre-Class Discussion</vt:lpstr>
      <vt:lpstr>Pre-Class Discussion</vt:lpstr>
      <vt:lpstr>Pre-Class Discussion</vt:lpstr>
      <vt:lpstr>Pre-Class Discussion</vt:lpstr>
      <vt:lpstr>Pre-Class Discussion</vt:lpstr>
      <vt:lpstr>Pre-Class Discussion</vt:lpstr>
      <vt:lpstr>Pre-Class Discussion</vt:lpstr>
      <vt:lpstr>Pre-Class Discussion</vt:lpstr>
      <vt:lpstr>Pre-Class Discussion</vt:lpstr>
      <vt:lpstr>Pre-Class Discussion</vt:lpstr>
      <vt:lpstr>Pre-Class Discussion</vt:lpstr>
      <vt:lpstr>Pre-Class Discussion</vt:lpstr>
      <vt:lpstr>Pre-Class Discussion</vt:lpstr>
      <vt:lpstr>Pre-Class Discussion</vt:lpstr>
      <vt:lpstr>Pre-Class Discussion</vt:lpstr>
      <vt:lpstr>Pre-Class Discussion</vt:lpstr>
      <vt:lpstr>Pre-Class Discussion</vt:lpstr>
      <vt:lpstr>Pre-Class Discussion</vt:lpstr>
      <vt:lpstr>In-Class Discussion Questions (2–3 min each)</vt:lpstr>
      <vt:lpstr>In-Class Discussion Questions (2–3 min each)</vt:lpstr>
      <vt:lpstr>In-Class Discussion Questions (2–3 min each)</vt:lpstr>
      <vt:lpstr>In-Class Discussion Questions (2–3 min each)</vt:lpstr>
      <vt:lpstr>In-Class Discussion Questions (2–3 min each)</vt:lpstr>
      <vt:lpstr>In-Class Discussion Questions (2–3 min each)</vt:lpstr>
      <vt:lpstr>In-Class Discussion Questions (2–3 min each)</vt:lpstr>
      <vt:lpstr>In-Class Discussion Questions (2–3 min each)</vt:lpstr>
      <vt:lpstr>In-Class Discussion Questions (4–5 min each)</vt:lpstr>
      <vt:lpstr> What Is Project Evaluation?</vt:lpstr>
      <vt:lpstr>Introduction to evaluation of design</vt:lpstr>
      <vt:lpstr>Introduction to evaluation of design(Cont.)</vt:lpstr>
      <vt:lpstr>Criteria for Selecting Technology Solutions</vt:lpstr>
      <vt:lpstr>Criteria for Selecting Technology Solutions (Cont.)</vt:lpstr>
      <vt:lpstr>Criteria for Selecting Technology Solutions (Cont.)</vt:lpstr>
      <vt:lpstr>Comparative Analysis of Different Technologies</vt:lpstr>
      <vt:lpstr>Comparative Analysis of Different Technologies: Methodologies (Cont.)</vt:lpstr>
      <vt:lpstr>Comparative Analysis of Different Technologies: Methodologies (Cont.)</vt:lpstr>
      <vt:lpstr>Methodologies: Feature Comparison</vt:lpstr>
      <vt:lpstr>Methodologies: Performance Testing</vt:lpstr>
      <vt:lpstr>Methodologies: User Feedback and Reviews</vt:lpstr>
      <vt:lpstr>Methodologies: Integrating Methodologies in Comparative Analysis</vt:lpstr>
      <vt:lpstr>Impact of Emerging Technologies on Design Choices</vt:lpstr>
      <vt:lpstr>Impact of Emerging Technologies on Design Choices: Key Emerging Technologies</vt:lpstr>
      <vt:lpstr>Key Emerging Technologies:  AI and ML Impact on Design Choices</vt:lpstr>
      <vt:lpstr>Key Emerging Technologies:  IoT Impact on Design Choices</vt:lpstr>
      <vt:lpstr>Key Emerging Technologies:  Blockchain Impact on Design Choices</vt:lpstr>
      <vt:lpstr>Key Emerging Technologies:  IoT Impact on Design Choices</vt:lpstr>
      <vt:lpstr>Key Emerging Technologies:  5G Technology Impact on Design Choices</vt:lpstr>
      <vt:lpstr>Key Emerging Technologies:  AR and VR Impact on Design Choices</vt:lpstr>
      <vt:lpstr>Key Emerging Technologies:  Edge Computing Impact on Design Choices</vt:lpstr>
      <vt:lpstr>Risk Assessment in Design Option Evaluation: Introduction</vt:lpstr>
      <vt:lpstr>Risk Assessment in Design Option Evaluation: Key Components </vt:lpstr>
      <vt:lpstr>Risk Assessment in Design Option Evaluation: Risk Mitigation Strategies</vt:lpstr>
      <vt:lpstr>User-Centered Design Approaches in IT Projects: Principles </vt:lpstr>
      <vt:lpstr>User-Centered Design Approaches in IT Projects: Process</vt:lpstr>
      <vt:lpstr>Group Discussion Case Study</vt:lpstr>
      <vt:lpstr>Case Study: Discussion Points</vt:lpstr>
      <vt:lpstr>Case Study: Discussion Points(Cont.)</vt:lpstr>
      <vt:lpstr>Summary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Lavecchia, Olga (CL AUS)</dc:creator>
  <cp:lastModifiedBy>Farshid Keivanian</cp:lastModifiedBy>
  <cp:revision>345</cp:revision>
  <dcterms:created xsi:type="dcterms:W3CDTF">2009-10-28T23:36:30Z</dcterms:created>
  <dcterms:modified xsi:type="dcterms:W3CDTF">2026-04-12T09:45:49Z</dcterms:modified>
</cp:coreProperties>
</file>