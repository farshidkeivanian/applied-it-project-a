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99"/>
  </p:notesMasterIdLst>
  <p:handoutMasterIdLst>
    <p:handoutMasterId r:id="rId100"/>
  </p:handoutMasterIdLst>
  <p:sldIdLst>
    <p:sldId id="260" r:id="rId2"/>
    <p:sldId id="286" r:id="rId3"/>
    <p:sldId id="469" r:id="rId4"/>
    <p:sldId id="470" r:id="rId5"/>
    <p:sldId id="471" r:id="rId6"/>
    <p:sldId id="472" r:id="rId7"/>
    <p:sldId id="473" r:id="rId8"/>
    <p:sldId id="474" r:id="rId9"/>
    <p:sldId id="475" r:id="rId10"/>
    <p:sldId id="476" r:id="rId11"/>
    <p:sldId id="477" r:id="rId12"/>
    <p:sldId id="478" r:id="rId13"/>
    <p:sldId id="479" r:id="rId14"/>
    <p:sldId id="480" r:id="rId15"/>
    <p:sldId id="481" r:id="rId16"/>
    <p:sldId id="482" r:id="rId17"/>
    <p:sldId id="483" r:id="rId18"/>
    <p:sldId id="484" r:id="rId19"/>
    <p:sldId id="485" r:id="rId20"/>
    <p:sldId id="486" r:id="rId21"/>
    <p:sldId id="487" r:id="rId22"/>
    <p:sldId id="488" r:id="rId23"/>
    <p:sldId id="489" r:id="rId24"/>
    <p:sldId id="304" r:id="rId25"/>
    <p:sldId id="433" r:id="rId26"/>
    <p:sldId id="434" r:id="rId27"/>
    <p:sldId id="435" r:id="rId28"/>
    <p:sldId id="436" r:id="rId29"/>
    <p:sldId id="437" r:id="rId30"/>
    <p:sldId id="438" r:id="rId31"/>
    <p:sldId id="439" r:id="rId32"/>
    <p:sldId id="440" r:id="rId33"/>
    <p:sldId id="441" r:id="rId34"/>
    <p:sldId id="442" r:id="rId35"/>
    <p:sldId id="443" r:id="rId36"/>
    <p:sldId id="444" r:id="rId37"/>
    <p:sldId id="445" r:id="rId38"/>
    <p:sldId id="446" r:id="rId39"/>
    <p:sldId id="447" r:id="rId40"/>
    <p:sldId id="448" r:id="rId41"/>
    <p:sldId id="449" r:id="rId42"/>
    <p:sldId id="450" r:id="rId43"/>
    <p:sldId id="451" r:id="rId44"/>
    <p:sldId id="452" r:id="rId45"/>
    <p:sldId id="453" r:id="rId46"/>
    <p:sldId id="305" r:id="rId47"/>
    <p:sldId id="289" r:id="rId48"/>
    <p:sldId id="454" r:id="rId49"/>
    <p:sldId id="455" r:id="rId50"/>
    <p:sldId id="456" r:id="rId51"/>
    <p:sldId id="457" r:id="rId52"/>
    <p:sldId id="458" r:id="rId53"/>
    <p:sldId id="459" r:id="rId54"/>
    <p:sldId id="460" r:id="rId55"/>
    <p:sldId id="461" r:id="rId56"/>
    <p:sldId id="462" r:id="rId57"/>
    <p:sldId id="463" r:id="rId58"/>
    <p:sldId id="464" r:id="rId59"/>
    <p:sldId id="465" r:id="rId60"/>
    <p:sldId id="466" r:id="rId61"/>
    <p:sldId id="467" r:id="rId62"/>
    <p:sldId id="468" r:id="rId63"/>
    <p:sldId id="411" r:id="rId64"/>
    <p:sldId id="412" r:id="rId65"/>
    <p:sldId id="413" r:id="rId66"/>
    <p:sldId id="392" r:id="rId67"/>
    <p:sldId id="410" r:id="rId68"/>
    <p:sldId id="414" r:id="rId69"/>
    <p:sldId id="415" r:id="rId70"/>
    <p:sldId id="417" r:id="rId71"/>
    <p:sldId id="418" r:id="rId72"/>
    <p:sldId id="419" r:id="rId73"/>
    <p:sldId id="420" r:id="rId74"/>
    <p:sldId id="421" r:id="rId75"/>
    <p:sldId id="422" r:id="rId76"/>
    <p:sldId id="423" r:id="rId77"/>
    <p:sldId id="424" r:id="rId78"/>
    <p:sldId id="425" r:id="rId79"/>
    <p:sldId id="426" r:id="rId80"/>
    <p:sldId id="429" r:id="rId81"/>
    <p:sldId id="430" r:id="rId82"/>
    <p:sldId id="292" r:id="rId83"/>
    <p:sldId id="363" r:id="rId84"/>
    <p:sldId id="295" r:id="rId85"/>
    <p:sldId id="296" r:id="rId86"/>
    <p:sldId id="431" r:id="rId87"/>
    <p:sldId id="353" r:id="rId88"/>
    <p:sldId id="261" r:id="rId89"/>
    <p:sldId id="358" r:id="rId90"/>
    <p:sldId id="359" r:id="rId91"/>
    <p:sldId id="360" r:id="rId92"/>
    <p:sldId id="361" r:id="rId93"/>
    <p:sldId id="350" r:id="rId94"/>
    <p:sldId id="343" r:id="rId95"/>
    <p:sldId id="432" r:id="rId96"/>
    <p:sldId id="344" r:id="rId97"/>
    <p:sldId id="306" r:id="rId98"/>
  </p:sldIdLst>
  <p:sldSz cx="9144000" cy="6858000" type="screen4x3"/>
  <p:notesSz cx="6858000" cy="9144000"/>
  <p:custDataLst>
    <p:tags r:id="rId101"/>
  </p:custDataLst>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ff 45"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B073"/>
    <a:srgbClr val="BD92DE"/>
    <a:srgbClr val="A7D971"/>
    <a:srgbClr val="93E3FF"/>
    <a:srgbClr val="65D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135F30-5CA7-4946-BCA2-4D42D6683931}" v="4" dt="2022-02-27T23:07:00.9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41" autoAdjust="0"/>
    <p:restoredTop sz="95714" autoAdjust="0"/>
  </p:normalViewPr>
  <p:slideViewPr>
    <p:cSldViewPr snapToGrid="0" snapToObjects="1">
      <p:cViewPr varScale="1">
        <p:scale>
          <a:sx n="70" d="100"/>
          <a:sy n="70" d="100"/>
        </p:scale>
        <p:origin x="705" y="65"/>
      </p:cViewPr>
      <p:guideLst>
        <p:guide orient="horz" pos="2160"/>
        <p:guide pos="2880"/>
      </p:guideLst>
    </p:cSldViewPr>
  </p:slideViewPr>
  <p:notesTextViewPr>
    <p:cViewPr>
      <p:scale>
        <a:sx n="100" d="100"/>
        <a:sy n="100" d="100"/>
      </p:scale>
      <p:origin x="0" y="0"/>
    </p:cViewPr>
  </p:notesTextViewPr>
  <p:notesViewPr>
    <p:cSldViewPr snapToGrid="0" snapToObjects="1">
      <p:cViewPr>
        <p:scale>
          <a:sx n="100" d="100"/>
          <a:sy n="100" d="100"/>
        </p:scale>
        <p:origin x="-1632" y="176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6/11/relationships/changesInfo" Target="changesInfos/changesInfo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commentAuthors" Target="commentAuthor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handoutMaster" Target="handoutMasters/handoutMaster1.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McIntosh" userId="80c4542c76bccb85" providerId="LiveId" clId="{E8135F30-5CA7-4946-BCA2-4D42D6683931}"/>
    <pc:docChg chg="undo custSel modSld">
      <pc:chgData name="Tim McIntosh" userId="80c4542c76bccb85" providerId="LiveId" clId="{E8135F30-5CA7-4946-BCA2-4D42D6683931}" dt="2022-02-27T23:09:33.224" v="205" actId="20577"/>
      <pc:docMkLst>
        <pc:docMk/>
      </pc:docMkLst>
      <pc:sldChg chg="modSp mod">
        <pc:chgData name="Tim McIntosh" userId="80c4542c76bccb85" providerId="LiveId" clId="{E8135F30-5CA7-4946-BCA2-4D42D6683931}" dt="2022-02-27T22:37:24.804" v="5" actId="20577"/>
        <pc:sldMkLst>
          <pc:docMk/>
          <pc:sldMk cId="0" sldId="263"/>
        </pc:sldMkLst>
        <pc:spChg chg="mod">
          <ac:chgData name="Tim McIntosh" userId="80c4542c76bccb85" providerId="LiveId" clId="{E8135F30-5CA7-4946-BCA2-4D42D6683931}" dt="2022-02-27T22:36:09.572" v="0" actId="404"/>
          <ac:spMkLst>
            <pc:docMk/>
            <pc:sldMk cId="0" sldId="263"/>
            <ac:spMk id="6146" creationId="{190BDBBE-2518-4DC2-A8A5-7B1347851768}"/>
          </ac:spMkLst>
        </pc:spChg>
        <pc:spChg chg="mod">
          <ac:chgData name="Tim McIntosh" userId="80c4542c76bccb85" providerId="LiveId" clId="{E8135F30-5CA7-4946-BCA2-4D42D6683931}" dt="2022-02-27T22:37:24.804" v="5" actId="20577"/>
          <ac:spMkLst>
            <pc:docMk/>
            <pc:sldMk cId="0" sldId="263"/>
            <ac:spMk id="22531" creationId="{11F364B8-9E55-4D33-84A1-D572CD6C3E86}"/>
          </ac:spMkLst>
        </pc:spChg>
      </pc:sldChg>
      <pc:sldChg chg="modSp mod">
        <pc:chgData name="Tim McIntosh" userId="80c4542c76bccb85" providerId="LiveId" clId="{E8135F30-5CA7-4946-BCA2-4D42D6683931}" dt="2022-02-27T22:45:51.433" v="31" actId="255"/>
        <pc:sldMkLst>
          <pc:docMk/>
          <pc:sldMk cId="0" sldId="264"/>
        </pc:sldMkLst>
        <pc:spChg chg="mod">
          <ac:chgData name="Tim McIntosh" userId="80c4542c76bccb85" providerId="LiveId" clId="{E8135F30-5CA7-4946-BCA2-4D42D6683931}" dt="2022-02-27T22:45:51.433" v="31" actId="255"/>
          <ac:spMkLst>
            <pc:docMk/>
            <pc:sldMk cId="0" sldId="264"/>
            <ac:spMk id="6146" creationId="{23420AC8-E61C-458D-9532-7C3A2E114EAB}"/>
          </ac:spMkLst>
        </pc:spChg>
        <pc:spChg chg="mod">
          <ac:chgData name="Tim McIntosh" userId="80c4542c76bccb85" providerId="LiveId" clId="{E8135F30-5CA7-4946-BCA2-4D42D6683931}" dt="2022-02-27T22:45:39.379" v="30" actId="14100"/>
          <ac:spMkLst>
            <pc:docMk/>
            <pc:sldMk cId="0" sldId="264"/>
            <ac:spMk id="23555" creationId="{2D765F26-F4C3-4C79-A70A-3579B29A9517}"/>
          </ac:spMkLst>
        </pc:spChg>
      </pc:sldChg>
      <pc:sldChg chg="modSp mod">
        <pc:chgData name="Tim McIntosh" userId="80c4542c76bccb85" providerId="LiveId" clId="{E8135F30-5CA7-4946-BCA2-4D42D6683931}" dt="2022-02-27T22:49:07.922" v="125" actId="114"/>
        <pc:sldMkLst>
          <pc:docMk/>
          <pc:sldMk cId="3474458692" sldId="266"/>
        </pc:sldMkLst>
        <pc:spChg chg="mod">
          <ac:chgData name="Tim McIntosh" userId="80c4542c76bccb85" providerId="LiveId" clId="{E8135F30-5CA7-4946-BCA2-4D42D6683931}" dt="2022-02-27T22:49:07.922" v="125" actId="114"/>
          <ac:spMkLst>
            <pc:docMk/>
            <pc:sldMk cId="3474458692" sldId="266"/>
            <ac:spMk id="3" creationId="{2A54259D-0124-4F7C-8EC1-4968F0788F20}"/>
          </ac:spMkLst>
        </pc:spChg>
      </pc:sldChg>
      <pc:sldChg chg="modSp mod">
        <pc:chgData name="Tim McIntosh" userId="80c4542c76bccb85" providerId="LiveId" clId="{E8135F30-5CA7-4946-BCA2-4D42D6683931}" dt="2022-02-27T23:01:15.030" v="173" actId="313"/>
        <pc:sldMkLst>
          <pc:docMk/>
          <pc:sldMk cId="2436612075" sldId="267"/>
        </pc:sldMkLst>
        <pc:spChg chg="mod">
          <ac:chgData name="Tim McIntosh" userId="80c4542c76bccb85" providerId="LiveId" clId="{E8135F30-5CA7-4946-BCA2-4D42D6683931}" dt="2022-02-27T23:01:15.030" v="173" actId="313"/>
          <ac:spMkLst>
            <pc:docMk/>
            <pc:sldMk cId="2436612075" sldId="267"/>
            <ac:spMk id="26627" creationId="{C4946B8A-C445-4267-8FE9-0BEEA53361FB}"/>
          </ac:spMkLst>
        </pc:spChg>
      </pc:sldChg>
      <pc:sldChg chg="modSp mod">
        <pc:chgData name="Tim McIntosh" userId="80c4542c76bccb85" providerId="LiveId" clId="{E8135F30-5CA7-4946-BCA2-4D42D6683931}" dt="2022-02-27T23:07:48.068" v="188" actId="20577"/>
        <pc:sldMkLst>
          <pc:docMk/>
          <pc:sldMk cId="827405938" sldId="270"/>
        </pc:sldMkLst>
        <pc:spChg chg="mod">
          <ac:chgData name="Tim McIntosh" userId="80c4542c76bccb85" providerId="LiveId" clId="{E8135F30-5CA7-4946-BCA2-4D42D6683931}" dt="2022-02-27T23:07:48.068" v="188" actId="20577"/>
          <ac:spMkLst>
            <pc:docMk/>
            <pc:sldMk cId="827405938" sldId="270"/>
            <ac:spMk id="29699" creationId="{6234B5D1-3058-450E-9804-6D29F7E2F534}"/>
          </ac:spMkLst>
        </pc:spChg>
      </pc:sldChg>
      <pc:sldChg chg="modSp mod">
        <pc:chgData name="Tim McIntosh" userId="80c4542c76bccb85" providerId="LiveId" clId="{E8135F30-5CA7-4946-BCA2-4D42D6683931}" dt="2022-02-27T23:08:29.058" v="199" actId="20577"/>
        <pc:sldMkLst>
          <pc:docMk/>
          <pc:sldMk cId="2637239155" sldId="271"/>
        </pc:sldMkLst>
        <pc:spChg chg="mod">
          <ac:chgData name="Tim McIntosh" userId="80c4542c76bccb85" providerId="LiveId" clId="{E8135F30-5CA7-4946-BCA2-4D42D6683931}" dt="2022-02-27T23:08:29.058" v="199" actId="20577"/>
          <ac:spMkLst>
            <pc:docMk/>
            <pc:sldMk cId="2637239155" sldId="271"/>
            <ac:spMk id="3" creationId="{2A54259D-0124-4F7C-8EC1-4968F0788F20}"/>
          </ac:spMkLst>
        </pc:spChg>
      </pc:sldChg>
      <pc:sldChg chg="modSp mod">
        <pc:chgData name="Tim McIntosh" userId="80c4542c76bccb85" providerId="LiveId" clId="{E8135F30-5CA7-4946-BCA2-4D42D6683931}" dt="2022-02-27T23:06:28.642" v="175" actId="20577"/>
        <pc:sldMkLst>
          <pc:docMk/>
          <pc:sldMk cId="3171362680" sldId="272"/>
        </pc:sldMkLst>
        <pc:spChg chg="mod">
          <ac:chgData name="Tim McIntosh" userId="80c4542c76bccb85" providerId="LiveId" clId="{E8135F30-5CA7-4946-BCA2-4D42D6683931}" dt="2022-02-27T23:06:28.642" v="175" actId="20577"/>
          <ac:spMkLst>
            <pc:docMk/>
            <pc:sldMk cId="3171362680" sldId="272"/>
            <ac:spMk id="24579" creationId="{F3DF4269-9F66-4FF8-828C-9294965EF791}"/>
          </ac:spMkLst>
        </pc:spChg>
      </pc:sldChg>
      <pc:sldChg chg="modSp mod">
        <pc:chgData name="Tim McIntosh" userId="80c4542c76bccb85" providerId="LiveId" clId="{E8135F30-5CA7-4946-BCA2-4D42D6683931}" dt="2022-02-27T23:06:36.368" v="176" actId="2711"/>
        <pc:sldMkLst>
          <pc:docMk/>
          <pc:sldMk cId="270522772" sldId="273"/>
        </pc:sldMkLst>
        <pc:spChg chg="mod">
          <ac:chgData name="Tim McIntosh" userId="80c4542c76bccb85" providerId="LiveId" clId="{E8135F30-5CA7-4946-BCA2-4D42D6683931}" dt="2022-02-27T22:39:44.388" v="9" actId="404"/>
          <ac:spMkLst>
            <pc:docMk/>
            <pc:sldMk cId="270522772" sldId="273"/>
            <ac:spMk id="6146" creationId="{C12AEA32-63AB-4568-82D8-6CF1315EBB57}"/>
          </ac:spMkLst>
        </pc:spChg>
        <pc:spChg chg="mod">
          <ac:chgData name="Tim McIntosh" userId="80c4542c76bccb85" providerId="LiveId" clId="{E8135F30-5CA7-4946-BCA2-4D42D6683931}" dt="2022-02-27T23:06:36.368" v="176" actId="2711"/>
          <ac:spMkLst>
            <pc:docMk/>
            <pc:sldMk cId="270522772" sldId="273"/>
            <ac:spMk id="24579" creationId="{F3DF4269-9F66-4FF8-828C-9294965EF791}"/>
          </ac:spMkLst>
        </pc:spChg>
      </pc:sldChg>
      <pc:sldChg chg="modSp mod">
        <pc:chgData name="Tim McIntosh" userId="80c4542c76bccb85" providerId="LiveId" clId="{E8135F30-5CA7-4946-BCA2-4D42D6683931}" dt="2022-02-27T22:37:11.349" v="2" actId="27636"/>
        <pc:sldMkLst>
          <pc:docMk/>
          <pc:sldMk cId="3305548535" sldId="274"/>
        </pc:sldMkLst>
        <pc:spChg chg="mod">
          <ac:chgData name="Tim McIntosh" userId="80c4542c76bccb85" providerId="LiveId" clId="{E8135F30-5CA7-4946-BCA2-4D42D6683931}" dt="2022-02-27T22:37:11.349" v="2" actId="27636"/>
          <ac:spMkLst>
            <pc:docMk/>
            <pc:sldMk cId="3305548535" sldId="274"/>
            <ac:spMk id="6146" creationId="{C12AEA32-63AB-4568-82D8-6CF1315EBB57}"/>
          </ac:spMkLst>
        </pc:spChg>
      </pc:sldChg>
      <pc:sldChg chg="modSp mod">
        <pc:chgData name="Tim McIntosh" userId="80c4542c76bccb85" providerId="LiveId" clId="{E8135F30-5CA7-4946-BCA2-4D42D6683931}" dt="2022-02-27T23:07:00.993" v="179" actId="14100"/>
        <pc:sldMkLst>
          <pc:docMk/>
          <pc:sldMk cId="1710677828" sldId="275"/>
        </pc:sldMkLst>
        <pc:spChg chg="mod">
          <ac:chgData name="Tim McIntosh" userId="80c4542c76bccb85" providerId="LiveId" clId="{E8135F30-5CA7-4946-BCA2-4D42D6683931}" dt="2022-02-27T22:40:00.073" v="10" actId="255"/>
          <ac:spMkLst>
            <pc:docMk/>
            <pc:sldMk cId="1710677828" sldId="275"/>
            <ac:spMk id="6146" creationId="{C12AEA32-63AB-4568-82D8-6CF1315EBB57}"/>
          </ac:spMkLst>
        </pc:spChg>
        <pc:spChg chg="mod">
          <ac:chgData name="Tim McIntosh" userId="80c4542c76bccb85" providerId="LiveId" clId="{E8135F30-5CA7-4946-BCA2-4D42D6683931}" dt="2022-02-27T23:07:00.993" v="179" actId="14100"/>
          <ac:spMkLst>
            <pc:docMk/>
            <pc:sldMk cId="1710677828" sldId="275"/>
            <ac:spMk id="24579" creationId="{F3DF4269-9F66-4FF8-828C-9294965EF791}"/>
          </ac:spMkLst>
        </pc:spChg>
      </pc:sldChg>
      <pc:sldChg chg="modSp mod">
        <pc:chgData name="Tim McIntosh" userId="80c4542c76bccb85" providerId="LiveId" clId="{E8135F30-5CA7-4946-BCA2-4D42D6683931}" dt="2022-02-27T23:07:08.295" v="180" actId="2711"/>
        <pc:sldMkLst>
          <pc:docMk/>
          <pc:sldMk cId="1968581442" sldId="276"/>
        </pc:sldMkLst>
        <pc:spChg chg="mod">
          <ac:chgData name="Tim McIntosh" userId="80c4542c76bccb85" providerId="LiveId" clId="{E8135F30-5CA7-4946-BCA2-4D42D6683931}" dt="2022-02-27T23:07:08.295" v="180" actId="2711"/>
          <ac:spMkLst>
            <pc:docMk/>
            <pc:sldMk cId="1968581442" sldId="276"/>
            <ac:spMk id="24579" creationId="{F3DF4269-9F66-4FF8-828C-9294965EF791}"/>
          </ac:spMkLst>
        </pc:spChg>
      </pc:sldChg>
      <pc:sldChg chg="modSp mod">
        <pc:chgData name="Tim McIntosh" userId="80c4542c76bccb85" providerId="LiveId" clId="{E8135F30-5CA7-4946-BCA2-4D42D6683931}" dt="2022-02-27T22:40:35.299" v="11" actId="255"/>
        <pc:sldMkLst>
          <pc:docMk/>
          <pc:sldMk cId="1987218006" sldId="278"/>
        </pc:sldMkLst>
        <pc:spChg chg="mod">
          <ac:chgData name="Tim McIntosh" userId="80c4542c76bccb85" providerId="LiveId" clId="{E8135F30-5CA7-4946-BCA2-4D42D6683931}" dt="2022-02-27T22:40:35.299" v="11" actId="255"/>
          <ac:spMkLst>
            <pc:docMk/>
            <pc:sldMk cId="1987218006" sldId="278"/>
            <ac:spMk id="22531" creationId="{11F364B8-9E55-4D33-84A1-D572CD6C3E86}"/>
          </ac:spMkLst>
        </pc:spChg>
      </pc:sldChg>
      <pc:sldChg chg="modSp mod">
        <pc:chgData name="Tim McIntosh" userId="80c4542c76bccb85" providerId="LiveId" clId="{E8135F30-5CA7-4946-BCA2-4D42D6683931}" dt="2022-02-27T23:09:33.224" v="205" actId="20577"/>
        <pc:sldMkLst>
          <pc:docMk/>
          <pc:sldMk cId="1363475473" sldId="280"/>
        </pc:sldMkLst>
        <pc:spChg chg="mod">
          <ac:chgData name="Tim McIntosh" userId="80c4542c76bccb85" providerId="LiveId" clId="{E8135F30-5CA7-4946-BCA2-4D42D6683931}" dt="2022-02-27T23:09:33.224" v="205" actId="20577"/>
          <ac:spMkLst>
            <pc:docMk/>
            <pc:sldMk cId="1363475473" sldId="280"/>
            <ac:spMk id="6146" creationId="{23420AC8-E61C-458D-9532-7C3A2E114EAB}"/>
          </ac:spMkLst>
        </pc:spChg>
      </pc:sldChg>
      <pc:sldChg chg="modSp mod">
        <pc:chgData name="Tim McIntosh" userId="80c4542c76bccb85" providerId="LiveId" clId="{E8135F30-5CA7-4946-BCA2-4D42D6683931}" dt="2022-02-27T22:46:19.911" v="93" actId="20577"/>
        <pc:sldMkLst>
          <pc:docMk/>
          <pc:sldMk cId="3265590034" sldId="283"/>
        </pc:sldMkLst>
        <pc:spChg chg="mod">
          <ac:chgData name="Tim McIntosh" userId="80c4542c76bccb85" providerId="LiveId" clId="{E8135F30-5CA7-4946-BCA2-4D42D6683931}" dt="2022-02-27T22:46:19.911" v="93" actId="20577"/>
          <ac:spMkLst>
            <pc:docMk/>
            <pc:sldMk cId="3265590034" sldId="283"/>
            <ac:spMk id="23555" creationId="{2D765F26-F4C3-4C79-A70A-3579B29A9517}"/>
          </ac:spMkLst>
        </pc:spChg>
      </pc:sldChg>
      <pc:sldChg chg="modSp mod">
        <pc:chgData name="Tim McIntosh" userId="80c4542c76bccb85" providerId="LiveId" clId="{E8135F30-5CA7-4946-BCA2-4D42D6683931}" dt="2022-02-27T22:37:51.620" v="6" actId="255"/>
        <pc:sldMkLst>
          <pc:docMk/>
          <pc:sldMk cId="2228163726" sldId="286"/>
        </pc:sldMkLst>
        <pc:spChg chg="mod">
          <ac:chgData name="Tim McIntosh" userId="80c4542c76bccb85" providerId="LiveId" clId="{E8135F30-5CA7-4946-BCA2-4D42D6683931}" dt="2022-02-27T22:37:51.620" v="6" actId="255"/>
          <ac:spMkLst>
            <pc:docMk/>
            <pc:sldMk cId="2228163726" sldId="286"/>
            <ac:spMk id="22531" creationId="{11F364B8-9E55-4D33-84A1-D572CD6C3E86}"/>
          </ac:spMkLst>
        </pc:spChg>
      </pc:sldChg>
      <pc:sldChg chg="modSp mod">
        <pc:chgData name="Tim McIntosh" userId="80c4542c76bccb85" providerId="LiveId" clId="{E8135F30-5CA7-4946-BCA2-4D42D6683931}" dt="2022-02-27T22:45:09.402" v="27" actId="20577"/>
        <pc:sldMkLst>
          <pc:docMk/>
          <pc:sldMk cId="1472689301" sldId="314"/>
        </pc:sldMkLst>
        <pc:spChg chg="mod">
          <ac:chgData name="Tim McIntosh" userId="80c4542c76bccb85" providerId="LiveId" clId="{E8135F30-5CA7-4946-BCA2-4D42D6683931}" dt="2022-02-27T22:45:09.402" v="27" actId="20577"/>
          <ac:spMkLst>
            <pc:docMk/>
            <pc:sldMk cId="1472689301" sldId="314"/>
            <ac:spMk id="22531" creationId="{11F364B8-9E55-4D33-84A1-D572CD6C3E86}"/>
          </ac:spMkLst>
        </pc:spChg>
      </pc:sldChg>
    </pc:docChg>
  </pc:docChgLst>
  <pc:docChgLst>
    <pc:chgData name="Tim McIntosh" userId="80c4542c76bccb85" providerId="LiveId" clId="{DB6B0DCF-422C-4353-A4F8-7E457B1A928B}"/>
    <pc:docChg chg="undo custSel addSld delSld modSld delMainMaster modMainMaster">
      <pc:chgData name="Tim McIntosh" userId="80c4542c76bccb85" providerId="LiveId" clId="{DB6B0DCF-422C-4353-A4F8-7E457B1A928B}" dt="2022-02-14T08:27:05.043" v="3576"/>
      <pc:docMkLst>
        <pc:docMk/>
      </pc:docMkLst>
      <pc:sldChg chg="modSp mod">
        <pc:chgData name="Tim McIntosh" userId="80c4542c76bccb85" providerId="LiveId" clId="{DB6B0DCF-422C-4353-A4F8-7E457B1A928B}" dt="2022-02-14T08:25:00.153" v="3545" actId="20577"/>
        <pc:sldMkLst>
          <pc:docMk/>
          <pc:sldMk cId="0" sldId="260"/>
        </pc:sldMkLst>
        <pc:spChg chg="mod">
          <ac:chgData name="Tim McIntosh" userId="80c4542c76bccb85" providerId="LiveId" clId="{DB6B0DCF-422C-4353-A4F8-7E457B1A928B}" dt="2022-02-12T01:55:19.366" v="217" actId="20577"/>
          <ac:spMkLst>
            <pc:docMk/>
            <pc:sldMk cId="0" sldId="260"/>
            <ac:spMk id="18434" creationId="{7011D958-7B17-483C-B07B-1B379F607C55}"/>
          </ac:spMkLst>
        </pc:spChg>
        <pc:spChg chg="mod">
          <ac:chgData name="Tim McIntosh" userId="80c4542c76bccb85" providerId="LiveId" clId="{DB6B0DCF-422C-4353-A4F8-7E457B1A928B}" dt="2022-02-14T08:25:00.153" v="3545" actId="20577"/>
          <ac:spMkLst>
            <pc:docMk/>
            <pc:sldMk cId="0" sldId="260"/>
            <ac:spMk id="18436" creationId="{B585785C-A56D-4F54-80A4-ABEA8B982C83}"/>
          </ac:spMkLst>
        </pc:spChg>
      </pc:sldChg>
      <pc:sldChg chg="modSp mod modAnim">
        <pc:chgData name="Tim McIntosh" userId="80c4542c76bccb85" providerId="LiveId" clId="{DB6B0DCF-422C-4353-A4F8-7E457B1A928B}" dt="2022-02-14T08:25:05.024" v="3546"/>
        <pc:sldMkLst>
          <pc:docMk/>
          <pc:sldMk cId="0" sldId="261"/>
        </pc:sldMkLst>
        <pc:spChg chg="mod">
          <ac:chgData name="Tim McIntosh" userId="80c4542c76bccb85" providerId="LiveId" clId="{DB6B0DCF-422C-4353-A4F8-7E457B1A928B}" dt="2022-02-14T08:25:05.024" v="3546"/>
          <ac:spMkLst>
            <pc:docMk/>
            <pc:sldMk cId="0" sldId="261"/>
            <ac:spMk id="2" creationId="{888A6C54-4984-4FE2-A1F7-5E325BF9B63A}"/>
          </ac:spMkLst>
        </pc:spChg>
        <pc:spChg chg="mod">
          <ac:chgData name="Tim McIntosh" userId="80c4542c76bccb85" providerId="LiveId" clId="{DB6B0DCF-422C-4353-A4F8-7E457B1A928B}" dt="2022-02-12T01:54:27.753" v="215" actId="20577"/>
          <ac:spMkLst>
            <pc:docMk/>
            <pc:sldMk cId="0" sldId="261"/>
            <ac:spMk id="3" creationId="{47E3A1D5-959A-49F9-AB1B-63563D526DDF}"/>
          </ac:spMkLst>
        </pc:spChg>
      </pc:sldChg>
      <pc:sldChg chg="addSp delSp modSp mod">
        <pc:chgData name="Tim McIntosh" userId="80c4542c76bccb85" providerId="LiveId" clId="{DB6B0DCF-422C-4353-A4F8-7E457B1A928B}" dt="2022-02-14T08:25:08.942" v="3547"/>
        <pc:sldMkLst>
          <pc:docMk/>
          <pc:sldMk cId="0" sldId="263"/>
        </pc:sldMkLst>
        <pc:spChg chg="mod">
          <ac:chgData name="Tim McIntosh" userId="80c4542c76bccb85" providerId="LiveId" clId="{DB6B0DCF-422C-4353-A4F8-7E457B1A928B}" dt="2022-02-14T08:25:08.942" v="3547"/>
          <ac:spMkLst>
            <pc:docMk/>
            <pc:sldMk cId="0" sldId="263"/>
            <ac:spMk id="2" creationId="{72275A1D-7D1B-4E23-BF1C-0D30325F6EE6}"/>
          </ac:spMkLst>
        </pc:spChg>
        <pc:graphicFrameChg chg="del mod">
          <ac:chgData name="Tim McIntosh" userId="80c4542c76bccb85" providerId="LiveId" clId="{DB6B0DCF-422C-4353-A4F8-7E457B1A928B}" dt="2022-02-12T05:15:30.757" v="1766"/>
          <ac:graphicFrameMkLst>
            <pc:docMk/>
            <pc:sldMk cId="0" sldId="263"/>
            <ac:graphicFrameMk id="3" creationId="{AAA47554-90B5-425F-832C-8D173D0EFD8E}"/>
          </ac:graphicFrameMkLst>
        </pc:graphicFrameChg>
        <pc:graphicFrameChg chg="add del mod">
          <ac:chgData name="Tim McIntosh" userId="80c4542c76bccb85" providerId="LiveId" clId="{DB6B0DCF-422C-4353-A4F8-7E457B1A928B}" dt="2022-02-12T05:15:30.757" v="1766"/>
          <ac:graphicFrameMkLst>
            <pc:docMk/>
            <pc:sldMk cId="0" sldId="263"/>
            <ac:graphicFrameMk id="4" creationId="{75A6B5F1-3951-4A20-981B-FA32B085647C}"/>
          </ac:graphicFrameMkLst>
        </pc:graphicFrameChg>
        <pc:graphicFrameChg chg="add del mod">
          <ac:chgData name="Tim McIntosh" userId="80c4542c76bccb85" providerId="LiveId" clId="{DB6B0DCF-422C-4353-A4F8-7E457B1A928B}" dt="2022-02-12T05:15:30.757" v="1766"/>
          <ac:graphicFrameMkLst>
            <pc:docMk/>
            <pc:sldMk cId="0" sldId="263"/>
            <ac:graphicFrameMk id="5" creationId="{2C7752D3-E0D0-42EB-91A2-E77C03357F82}"/>
          </ac:graphicFrameMkLst>
        </pc:graphicFrameChg>
        <pc:graphicFrameChg chg="add del mod">
          <ac:chgData name="Tim McIntosh" userId="80c4542c76bccb85" providerId="LiveId" clId="{DB6B0DCF-422C-4353-A4F8-7E457B1A928B}" dt="2022-02-12T05:15:30.757" v="1766"/>
          <ac:graphicFrameMkLst>
            <pc:docMk/>
            <pc:sldMk cId="0" sldId="263"/>
            <ac:graphicFrameMk id="6" creationId="{788F2770-15FD-45CB-9E47-2356AE914965}"/>
          </ac:graphicFrameMkLst>
        </pc:graphicFrameChg>
        <pc:graphicFrameChg chg="add del mod">
          <ac:chgData name="Tim McIntosh" userId="80c4542c76bccb85" providerId="LiveId" clId="{DB6B0DCF-422C-4353-A4F8-7E457B1A928B}" dt="2022-02-12T05:15:30.757" v="1766"/>
          <ac:graphicFrameMkLst>
            <pc:docMk/>
            <pc:sldMk cId="0" sldId="263"/>
            <ac:graphicFrameMk id="7" creationId="{9DD7A245-6BC3-4AEF-A55A-A31D18A78206}"/>
          </ac:graphicFrameMkLst>
        </pc:graphicFrameChg>
        <pc:graphicFrameChg chg="add del mod">
          <ac:chgData name="Tim McIntosh" userId="80c4542c76bccb85" providerId="LiveId" clId="{DB6B0DCF-422C-4353-A4F8-7E457B1A928B}" dt="2022-02-12T05:15:30.757" v="1766"/>
          <ac:graphicFrameMkLst>
            <pc:docMk/>
            <pc:sldMk cId="0" sldId="263"/>
            <ac:graphicFrameMk id="8" creationId="{5F49BDE1-E628-4DEB-9461-CC5B7595F261}"/>
          </ac:graphicFrameMkLst>
        </pc:graphicFrameChg>
        <pc:graphicFrameChg chg="add del mod">
          <ac:chgData name="Tim McIntosh" userId="80c4542c76bccb85" providerId="LiveId" clId="{DB6B0DCF-422C-4353-A4F8-7E457B1A928B}" dt="2022-02-12T05:15:30.757" v="1766"/>
          <ac:graphicFrameMkLst>
            <pc:docMk/>
            <pc:sldMk cId="0" sldId="263"/>
            <ac:graphicFrameMk id="9" creationId="{8E2DE260-BF3A-4E5C-888E-E3AD104FA430}"/>
          </ac:graphicFrameMkLst>
        </pc:graphicFrameChg>
        <pc:graphicFrameChg chg="add del mod">
          <ac:chgData name="Tim McIntosh" userId="80c4542c76bccb85" providerId="LiveId" clId="{DB6B0DCF-422C-4353-A4F8-7E457B1A928B}" dt="2022-02-12T05:15:30.757" v="1766"/>
          <ac:graphicFrameMkLst>
            <pc:docMk/>
            <pc:sldMk cId="0" sldId="263"/>
            <ac:graphicFrameMk id="10" creationId="{B508BF46-BC35-4AF8-BA2F-26ACE2FA3377}"/>
          </ac:graphicFrameMkLst>
        </pc:graphicFrameChg>
        <pc:graphicFrameChg chg="add del mod">
          <ac:chgData name="Tim McIntosh" userId="80c4542c76bccb85" providerId="LiveId" clId="{DB6B0DCF-422C-4353-A4F8-7E457B1A928B}" dt="2022-02-12T05:15:30.757" v="1766"/>
          <ac:graphicFrameMkLst>
            <pc:docMk/>
            <pc:sldMk cId="0" sldId="263"/>
            <ac:graphicFrameMk id="11" creationId="{CD1522F5-1A97-4216-982E-88577D9C3854}"/>
          </ac:graphicFrameMkLst>
        </pc:graphicFrameChg>
        <pc:graphicFrameChg chg="add del mod">
          <ac:chgData name="Tim McIntosh" userId="80c4542c76bccb85" providerId="LiveId" clId="{DB6B0DCF-422C-4353-A4F8-7E457B1A928B}" dt="2022-02-12T05:15:30.757" v="1766"/>
          <ac:graphicFrameMkLst>
            <pc:docMk/>
            <pc:sldMk cId="0" sldId="263"/>
            <ac:graphicFrameMk id="12" creationId="{D40152F1-2F95-401A-8547-50B0B3CB315E}"/>
          </ac:graphicFrameMkLst>
        </pc:graphicFrameChg>
        <pc:graphicFrameChg chg="add del mod">
          <ac:chgData name="Tim McIntosh" userId="80c4542c76bccb85" providerId="LiveId" clId="{DB6B0DCF-422C-4353-A4F8-7E457B1A928B}" dt="2022-02-12T05:15:30.757" v="1766"/>
          <ac:graphicFrameMkLst>
            <pc:docMk/>
            <pc:sldMk cId="0" sldId="263"/>
            <ac:graphicFrameMk id="13" creationId="{52198001-8D95-4209-A9AA-448C0B05D4C8}"/>
          </ac:graphicFrameMkLst>
        </pc:graphicFrameChg>
        <pc:graphicFrameChg chg="add del mod">
          <ac:chgData name="Tim McIntosh" userId="80c4542c76bccb85" providerId="LiveId" clId="{DB6B0DCF-422C-4353-A4F8-7E457B1A928B}" dt="2022-02-12T05:15:30.757" v="1766"/>
          <ac:graphicFrameMkLst>
            <pc:docMk/>
            <pc:sldMk cId="0" sldId="263"/>
            <ac:graphicFrameMk id="14" creationId="{483F1F5D-9724-46F1-9382-85C9ACF23B6F}"/>
          </ac:graphicFrameMkLst>
        </pc:graphicFrameChg>
        <pc:graphicFrameChg chg="add del mod">
          <ac:chgData name="Tim McIntosh" userId="80c4542c76bccb85" providerId="LiveId" clId="{DB6B0DCF-422C-4353-A4F8-7E457B1A928B}" dt="2022-02-12T05:15:30.757" v="1766"/>
          <ac:graphicFrameMkLst>
            <pc:docMk/>
            <pc:sldMk cId="0" sldId="263"/>
            <ac:graphicFrameMk id="15" creationId="{34433375-F247-4CE3-9FA6-ABC58FF4B7BB}"/>
          </ac:graphicFrameMkLst>
        </pc:graphicFrameChg>
      </pc:sldChg>
      <pc:sldChg chg="modSp mod">
        <pc:chgData name="Tim McIntosh" userId="80c4542c76bccb85" providerId="LiveId" clId="{DB6B0DCF-422C-4353-A4F8-7E457B1A928B}" dt="2022-02-14T08:26:23.505" v="3562"/>
        <pc:sldMkLst>
          <pc:docMk/>
          <pc:sldMk cId="0" sldId="264"/>
        </pc:sldMkLst>
        <pc:spChg chg="mod">
          <ac:chgData name="Tim McIntosh" userId="80c4542c76bccb85" providerId="LiveId" clId="{DB6B0DCF-422C-4353-A4F8-7E457B1A928B}" dt="2022-02-14T08:26:23.505" v="3562"/>
          <ac:spMkLst>
            <pc:docMk/>
            <pc:sldMk cId="0" sldId="264"/>
            <ac:spMk id="2" creationId="{46717AA1-E9E7-4C43-9D90-AC614EC90791}"/>
          </ac:spMkLst>
        </pc:spChg>
        <pc:spChg chg="mod">
          <ac:chgData name="Tim McIntosh" userId="80c4542c76bccb85" providerId="LiveId" clId="{DB6B0DCF-422C-4353-A4F8-7E457B1A928B}" dt="2022-02-12T02:24:12.739" v="741" actId="255"/>
          <ac:spMkLst>
            <pc:docMk/>
            <pc:sldMk cId="0" sldId="264"/>
            <ac:spMk id="6146" creationId="{23420AC8-E61C-458D-9532-7C3A2E114EAB}"/>
          </ac:spMkLst>
        </pc:spChg>
      </pc:sldChg>
      <pc:sldChg chg="modSp mod">
        <pc:chgData name="Tim McIntosh" userId="80c4542c76bccb85" providerId="LiveId" clId="{DB6B0DCF-422C-4353-A4F8-7E457B1A928B}" dt="2022-02-14T08:26:29.961" v="3564"/>
        <pc:sldMkLst>
          <pc:docMk/>
          <pc:sldMk cId="2078771512" sldId="265"/>
        </pc:sldMkLst>
        <pc:spChg chg="mod">
          <ac:chgData name="Tim McIntosh" userId="80c4542c76bccb85" providerId="LiveId" clId="{DB6B0DCF-422C-4353-A4F8-7E457B1A928B}" dt="2022-02-14T08:26:29.961" v="3564"/>
          <ac:spMkLst>
            <pc:docMk/>
            <pc:sldMk cId="2078771512" sldId="265"/>
            <ac:spMk id="2" creationId="{8E146CB4-A571-4314-8366-1907D5010492}"/>
          </ac:spMkLst>
        </pc:spChg>
      </pc:sldChg>
      <pc:sldChg chg="modSp mod">
        <pc:chgData name="Tim McIntosh" userId="80c4542c76bccb85" providerId="LiveId" clId="{DB6B0DCF-422C-4353-A4F8-7E457B1A928B}" dt="2022-02-14T08:26:32.362" v="3565"/>
        <pc:sldMkLst>
          <pc:docMk/>
          <pc:sldMk cId="3474458692" sldId="266"/>
        </pc:sldMkLst>
        <pc:spChg chg="mod">
          <ac:chgData name="Tim McIntosh" userId="80c4542c76bccb85" providerId="LiveId" clId="{DB6B0DCF-422C-4353-A4F8-7E457B1A928B}" dt="2022-02-14T08:26:32.362" v="3565"/>
          <ac:spMkLst>
            <pc:docMk/>
            <pc:sldMk cId="3474458692" sldId="266"/>
            <ac:spMk id="2" creationId="{96614E2B-3819-4631-BA16-DAAAE805593B}"/>
          </ac:spMkLst>
        </pc:spChg>
      </pc:sldChg>
      <pc:sldChg chg="modSp mod">
        <pc:chgData name="Tim McIntosh" userId="80c4542c76bccb85" providerId="LiveId" clId="{DB6B0DCF-422C-4353-A4F8-7E457B1A928B}" dt="2022-02-14T08:26:35.490" v="3566"/>
        <pc:sldMkLst>
          <pc:docMk/>
          <pc:sldMk cId="2436612075" sldId="267"/>
        </pc:sldMkLst>
        <pc:spChg chg="mod">
          <ac:chgData name="Tim McIntosh" userId="80c4542c76bccb85" providerId="LiveId" clId="{DB6B0DCF-422C-4353-A4F8-7E457B1A928B}" dt="2022-02-14T08:26:35.490" v="3566"/>
          <ac:spMkLst>
            <pc:docMk/>
            <pc:sldMk cId="2436612075" sldId="267"/>
            <ac:spMk id="2" creationId="{19388A29-881D-41F3-87C8-44FF9ED36BFF}"/>
          </ac:spMkLst>
        </pc:spChg>
      </pc:sldChg>
      <pc:sldChg chg="modSp mod">
        <pc:chgData name="Tim McIntosh" userId="80c4542c76bccb85" providerId="LiveId" clId="{DB6B0DCF-422C-4353-A4F8-7E457B1A928B}" dt="2022-02-14T08:26:38.618" v="3567"/>
        <pc:sldMkLst>
          <pc:docMk/>
          <pc:sldMk cId="3124040730" sldId="268"/>
        </pc:sldMkLst>
        <pc:spChg chg="mod">
          <ac:chgData name="Tim McIntosh" userId="80c4542c76bccb85" providerId="LiveId" clId="{DB6B0DCF-422C-4353-A4F8-7E457B1A928B}" dt="2022-02-14T08:26:38.618" v="3567"/>
          <ac:spMkLst>
            <pc:docMk/>
            <pc:sldMk cId="3124040730" sldId="268"/>
            <ac:spMk id="2" creationId="{049D23F1-A8BA-456D-B994-C1B860EFB956}"/>
          </ac:spMkLst>
        </pc:spChg>
      </pc:sldChg>
      <pc:sldChg chg="modSp mod">
        <pc:chgData name="Tim McIntosh" userId="80c4542c76bccb85" providerId="LiveId" clId="{DB6B0DCF-422C-4353-A4F8-7E457B1A928B}" dt="2022-02-14T08:26:41.707" v="3568"/>
        <pc:sldMkLst>
          <pc:docMk/>
          <pc:sldMk cId="827405938" sldId="270"/>
        </pc:sldMkLst>
        <pc:spChg chg="mod">
          <ac:chgData name="Tim McIntosh" userId="80c4542c76bccb85" providerId="LiveId" clId="{DB6B0DCF-422C-4353-A4F8-7E457B1A928B}" dt="2022-02-14T08:26:41.707" v="3568"/>
          <ac:spMkLst>
            <pc:docMk/>
            <pc:sldMk cId="827405938" sldId="270"/>
            <ac:spMk id="2" creationId="{43987819-6D44-4A2E-8E3F-B21177806249}"/>
          </ac:spMkLst>
        </pc:spChg>
      </pc:sldChg>
      <pc:sldChg chg="modSp mod">
        <pc:chgData name="Tim McIntosh" userId="80c4542c76bccb85" providerId="LiveId" clId="{DB6B0DCF-422C-4353-A4F8-7E457B1A928B}" dt="2022-02-14T08:26:44.331" v="3569"/>
        <pc:sldMkLst>
          <pc:docMk/>
          <pc:sldMk cId="2637239155" sldId="271"/>
        </pc:sldMkLst>
        <pc:spChg chg="mod">
          <ac:chgData name="Tim McIntosh" userId="80c4542c76bccb85" providerId="LiveId" clId="{DB6B0DCF-422C-4353-A4F8-7E457B1A928B}" dt="2022-02-14T08:26:44.331" v="3569"/>
          <ac:spMkLst>
            <pc:docMk/>
            <pc:sldMk cId="2637239155" sldId="271"/>
            <ac:spMk id="2" creationId="{96614E2B-3819-4631-BA16-DAAAE805593B}"/>
          </ac:spMkLst>
        </pc:spChg>
      </pc:sldChg>
      <pc:sldChg chg="add del">
        <pc:chgData name="Tim McIntosh" userId="80c4542c76bccb85" providerId="LiveId" clId="{DB6B0DCF-422C-4353-A4F8-7E457B1A928B}" dt="2022-02-12T05:16:46.018" v="1925" actId="2696"/>
        <pc:sldMkLst>
          <pc:docMk/>
          <pc:sldMk cId="503074749" sldId="272"/>
        </pc:sldMkLst>
      </pc:sldChg>
      <pc:sldChg chg="del">
        <pc:chgData name="Tim McIntosh" userId="80c4542c76bccb85" providerId="LiveId" clId="{DB6B0DCF-422C-4353-A4F8-7E457B1A928B}" dt="2022-02-12T05:16:32.626" v="1923" actId="2696"/>
        <pc:sldMkLst>
          <pc:docMk/>
          <pc:sldMk cId="2602595201" sldId="272"/>
        </pc:sldMkLst>
      </pc:sldChg>
      <pc:sldChg chg="modSp add mod">
        <pc:chgData name="Tim McIntosh" userId="80c4542c76bccb85" providerId="LiveId" clId="{DB6B0DCF-422C-4353-A4F8-7E457B1A928B}" dt="2022-02-14T08:25:54.352" v="3552"/>
        <pc:sldMkLst>
          <pc:docMk/>
          <pc:sldMk cId="3171362680" sldId="272"/>
        </pc:sldMkLst>
        <pc:spChg chg="mod">
          <ac:chgData name="Tim McIntosh" userId="80c4542c76bccb85" providerId="LiveId" clId="{DB6B0DCF-422C-4353-A4F8-7E457B1A928B}" dt="2022-02-14T08:25:54.352" v="3552"/>
          <ac:spMkLst>
            <pc:docMk/>
            <pc:sldMk cId="3171362680" sldId="272"/>
            <ac:spMk id="2" creationId="{8E146CB4-A571-4314-8366-1907D5010492}"/>
          </ac:spMkLst>
        </pc:spChg>
      </pc:sldChg>
      <pc:sldChg chg="modSp add mod">
        <pc:chgData name="Tim McIntosh" userId="80c4542c76bccb85" providerId="LiveId" clId="{DB6B0DCF-422C-4353-A4F8-7E457B1A928B}" dt="2022-02-14T08:25:56.911" v="3553"/>
        <pc:sldMkLst>
          <pc:docMk/>
          <pc:sldMk cId="270522772" sldId="273"/>
        </pc:sldMkLst>
        <pc:spChg chg="mod">
          <ac:chgData name="Tim McIntosh" userId="80c4542c76bccb85" providerId="LiveId" clId="{DB6B0DCF-422C-4353-A4F8-7E457B1A928B}" dt="2022-02-14T08:25:56.911" v="3553"/>
          <ac:spMkLst>
            <pc:docMk/>
            <pc:sldMk cId="270522772" sldId="273"/>
            <ac:spMk id="2" creationId="{8E146CB4-A571-4314-8366-1907D5010492}"/>
          </ac:spMkLst>
        </pc:spChg>
      </pc:sldChg>
      <pc:sldChg chg="del">
        <pc:chgData name="Tim McIntosh" userId="80c4542c76bccb85" providerId="LiveId" clId="{DB6B0DCF-422C-4353-A4F8-7E457B1A928B}" dt="2022-02-12T05:16:32.626" v="1923" actId="2696"/>
        <pc:sldMkLst>
          <pc:docMk/>
          <pc:sldMk cId="1093417344" sldId="273"/>
        </pc:sldMkLst>
      </pc:sldChg>
      <pc:sldChg chg="add del">
        <pc:chgData name="Tim McIntosh" userId="80c4542c76bccb85" providerId="LiveId" clId="{DB6B0DCF-422C-4353-A4F8-7E457B1A928B}" dt="2022-02-12T05:16:46.018" v="1925" actId="2696"/>
        <pc:sldMkLst>
          <pc:docMk/>
          <pc:sldMk cId="3315111992" sldId="273"/>
        </pc:sldMkLst>
      </pc:sldChg>
      <pc:sldChg chg="add del">
        <pc:chgData name="Tim McIntosh" userId="80c4542c76bccb85" providerId="LiveId" clId="{DB6B0DCF-422C-4353-A4F8-7E457B1A928B}" dt="2022-02-12T05:16:46.018" v="1925" actId="2696"/>
        <pc:sldMkLst>
          <pc:docMk/>
          <pc:sldMk cId="412851474" sldId="274"/>
        </pc:sldMkLst>
      </pc:sldChg>
      <pc:sldChg chg="del">
        <pc:chgData name="Tim McIntosh" userId="80c4542c76bccb85" providerId="LiveId" clId="{DB6B0DCF-422C-4353-A4F8-7E457B1A928B}" dt="2022-02-12T05:16:32.626" v="1923" actId="2696"/>
        <pc:sldMkLst>
          <pc:docMk/>
          <pc:sldMk cId="1577203092" sldId="274"/>
        </pc:sldMkLst>
      </pc:sldChg>
      <pc:sldChg chg="modSp add mod">
        <pc:chgData name="Tim McIntosh" userId="80c4542c76bccb85" providerId="LiveId" clId="{DB6B0DCF-422C-4353-A4F8-7E457B1A928B}" dt="2022-02-14T08:25:48.495" v="3551"/>
        <pc:sldMkLst>
          <pc:docMk/>
          <pc:sldMk cId="3305548535" sldId="274"/>
        </pc:sldMkLst>
        <pc:spChg chg="mod">
          <ac:chgData name="Tim McIntosh" userId="80c4542c76bccb85" providerId="LiveId" clId="{DB6B0DCF-422C-4353-A4F8-7E457B1A928B}" dt="2022-02-14T08:25:48.495" v="3551"/>
          <ac:spMkLst>
            <pc:docMk/>
            <pc:sldMk cId="3305548535" sldId="274"/>
            <ac:spMk id="2" creationId="{8E146CB4-A571-4314-8366-1907D5010492}"/>
          </ac:spMkLst>
        </pc:spChg>
      </pc:sldChg>
      <pc:sldChg chg="modSp add mod">
        <pc:chgData name="Tim McIntosh" userId="80c4542c76bccb85" providerId="LiveId" clId="{DB6B0DCF-422C-4353-A4F8-7E457B1A928B}" dt="2022-02-14T08:25:59.473" v="3554"/>
        <pc:sldMkLst>
          <pc:docMk/>
          <pc:sldMk cId="1710677828" sldId="275"/>
        </pc:sldMkLst>
        <pc:spChg chg="mod">
          <ac:chgData name="Tim McIntosh" userId="80c4542c76bccb85" providerId="LiveId" clId="{DB6B0DCF-422C-4353-A4F8-7E457B1A928B}" dt="2022-02-14T08:25:59.473" v="3554"/>
          <ac:spMkLst>
            <pc:docMk/>
            <pc:sldMk cId="1710677828" sldId="275"/>
            <ac:spMk id="2" creationId="{8E146CB4-A571-4314-8366-1907D5010492}"/>
          </ac:spMkLst>
        </pc:spChg>
      </pc:sldChg>
      <pc:sldChg chg="add del">
        <pc:chgData name="Tim McIntosh" userId="80c4542c76bccb85" providerId="LiveId" clId="{DB6B0DCF-422C-4353-A4F8-7E457B1A928B}" dt="2022-02-12T05:16:46.018" v="1925" actId="2696"/>
        <pc:sldMkLst>
          <pc:docMk/>
          <pc:sldMk cId="2344319240" sldId="275"/>
        </pc:sldMkLst>
      </pc:sldChg>
      <pc:sldChg chg="del">
        <pc:chgData name="Tim McIntosh" userId="80c4542c76bccb85" providerId="LiveId" clId="{DB6B0DCF-422C-4353-A4F8-7E457B1A928B}" dt="2022-02-12T05:16:32.626" v="1923" actId="2696"/>
        <pc:sldMkLst>
          <pc:docMk/>
          <pc:sldMk cId="2446935371" sldId="275"/>
        </pc:sldMkLst>
      </pc:sldChg>
      <pc:sldChg chg="del">
        <pc:chgData name="Tim McIntosh" userId="80c4542c76bccb85" providerId="LiveId" clId="{DB6B0DCF-422C-4353-A4F8-7E457B1A928B}" dt="2022-02-12T05:16:32.626" v="1923" actId="2696"/>
        <pc:sldMkLst>
          <pc:docMk/>
          <pc:sldMk cId="642007176" sldId="276"/>
        </pc:sldMkLst>
      </pc:sldChg>
      <pc:sldChg chg="modSp add mod">
        <pc:chgData name="Tim McIntosh" userId="80c4542c76bccb85" providerId="LiveId" clId="{DB6B0DCF-422C-4353-A4F8-7E457B1A928B}" dt="2022-02-14T08:26:02.720" v="3555"/>
        <pc:sldMkLst>
          <pc:docMk/>
          <pc:sldMk cId="1968581442" sldId="276"/>
        </pc:sldMkLst>
        <pc:spChg chg="mod">
          <ac:chgData name="Tim McIntosh" userId="80c4542c76bccb85" providerId="LiveId" clId="{DB6B0DCF-422C-4353-A4F8-7E457B1A928B}" dt="2022-02-14T08:26:02.720" v="3555"/>
          <ac:spMkLst>
            <pc:docMk/>
            <pc:sldMk cId="1968581442" sldId="276"/>
            <ac:spMk id="2" creationId="{8E146CB4-A571-4314-8366-1907D5010492}"/>
          </ac:spMkLst>
        </pc:spChg>
      </pc:sldChg>
      <pc:sldChg chg="add del">
        <pc:chgData name="Tim McIntosh" userId="80c4542c76bccb85" providerId="LiveId" clId="{DB6B0DCF-422C-4353-A4F8-7E457B1A928B}" dt="2022-02-12T05:16:46.018" v="1925" actId="2696"/>
        <pc:sldMkLst>
          <pc:docMk/>
          <pc:sldMk cId="4125751430" sldId="276"/>
        </pc:sldMkLst>
      </pc:sldChg>
      <pc:sldChg chg="modSp mod">
        <pc:chgData name="Tim McIntosh" userId="80c4542c76bccb85" providerId="LiveId" clId="{DB6B0DCF-422C-4353-A4F8-7E457B1A928B}" dt="2022-02-14T08:26:50.653" v="3571"/>
        <pc:sldMkLst>
          <pc:docMk/>
          <pc:sldMk cId="2634690509" sldId="277"/>
        </pc:sldMkLst>
        <pc:spChg chg="mod">
          <ac:chgData name="Tim McIntosh" userId="80c4542c76bccb85" providerId="LiveId" clId="{DB6B0DCF-422C-4353-A4F8-7E457B1A928B}" dt="2022-02-14T08:26:50.653" v="3571"/>
          <ac:spMkLst>
            <pc:docMk/>
            <pc:sldMk cId="2634690509" sldId="277"/>
            <ac:spMk id="2" creationId="{46717AA1-E9E7-4C43-9D90-AC614EC90791}"/>
          </ac:spMkLst>
        </pc:spChg>
      </pc:sldChg>
      <pc:sldChg chg="modSp mod">
        <pc:chgData name="Tim McIntosh" userId="80c4542c76bccb85" providerId="LiveId" clId="{DB6B0DCF-422C-4353-A4F8-7E457B1A928B}" dt="2022-02-14T08:26:06.273" v="3556"/>
        <pc:sldMkLst>
          <pc:docMk/>
          <pc:sldMk cId="1987218006" sldId="278"/>
        </pc:sldMkLst>
        <pc:spChg chg="mod">
          <ac:chgData name="Tim McIntosh" userId="80c4542c76bccb85" providerId="LiveId" clId="{DB6B0DCF-422C-4353-A4F8-7E457B1A928B}" dt="2022-02-14T08:26:06.273" v="3556"/>
          <ac:spMkLst>
            <pc:docMk/>
            <pc:sldMk cId="1987218006" sldId="278"/>
            <ac:spMk id="2" creationId="{72275A1D-7D1B-4E23-BF1C-0D30325F6EE6}"/>
          </ac:spMkLst>
        </pc:spChg>
      </pc:sldChg>
      <pc:sldChg chg="modSp mod">
        <pc:chgData name="Tim McIntosh" userId="80c4542c76bccb85" providerId="LiveId" clId="{DB6B0DCF-422C-4353-A4F8-7E457B1A928B}" dt="2022-02-14T08:26:12.792" v="3558"/>
        <pc:sldMkLst>
          <pc:docMk/>
          <pc:sldMk cId="2480749934" sldId="279"/>
        </pc:sldMkLst>
        <pc:spChg chg="mod">
          <ac:chgData name="Tim McIntosh" userId="80c4542c76bccb85" providerId="LiveId" clId="{DB6B0DCF-422C-4353-A4F8-7E457B1A928B}" dt="2022-02-14T08:26:12.792" v="3558"/>
          <ac:spMkLst>
            <pc:docMk/>
            <pc:sldMk cId="2480749934" sldId="279"/>
            <ac:spMk id="2" creationId="{72275A1D-7D1B-4E23-BF1C-0D30325F6EE6}"/>
          </ac:spMkLst>
        </pc:spChg>
      </pc:sldChg>
      <pc:sldChg chg="modSp mod">
        <pc:chgData name="Tim McIntosh" userId="80c4542c76bccb85" providerId="LiveId" clId="{DB6B0DCF-422C-4353-A4F8-7E457B1A928B}" dt="2022-02-14T08:27:05.043" v="3576"/>
        <pc:sldMkLst>
          <pc:docMk/>
          <pc:sldMk cId="1363475473" sldId="280"/>
        </pc:sldMkLst>
        <pc:spChg chg="mod">
          <ac:chgData name="Tim McIntosh" userId="80c4542c76bccb85" providerId="LiveId" clId="{DB6B0DCF-422C-4353-A4F8-7E457B1A928B}" dt="2022-02-14T08:27:05.043" v="3576"/>
          <ac:spMkLst>
            <pc:docMk/>
            <pc:sldMk cId="1363475473" sldId="280"/>
            <ac:spMk id="2" creationId="{46717AA1-E9E7-4C43-9D90-AC614EC90791}"/>
          </ac:spMkLst>
        </pc:spChg>
        <pc:spChg chg="mod">
          <ac:chgData name="Tim McIntosh" userId="80c4542c76bccb85" providerId="LiveId" clId="{DB6B0DCF-422C-4353-A4F8-7E457B1A928B}" dt="2022-02-12T05:48:50.720" v="2637" actId="20577"/>
          <ac:spMkLst>
            <pc:docMk/>
            <pc:sldMk cId="1363475473" sldId="280"/>
            <ac:spMk id="23555" creationId="{2D765F26-F4C3-4C79-A70A-3579B29A9517}"/>
          </ac:spMkLst>
        </pc:spChg>
      </pc:sldChg>
      <pc:sldChg chg="modSp mod">
        <pc:chgData name="Tim McIntosh" userId="80c4542c76bccb85" providerId="LiveId" clId="{DB6B0DCF-422C-4353-A4F8-7E457B1A928B}" dt="2022-02-14T08:26:47.996" v="3570"/>
        <pc:sldMkLst>
          <pc:docMk/>
          <pc:sldMk cId="2873145535" sldId="281"/>
        </pc:sldMkLst>
        <pc:spChg chg="mod">
          <ac:chgData name="Tim McIntosh" userId="80c4542c76bccb85" providerId="LiveId" clId="{DB6B0DCF-422C-4353-A4F8-7E457B1A928B}" dt="2022-02-14T08:26:47.996" v="3570"/>
          <ac:spMkLst>
            <pc:docMk/>
            <pc:sldMk cId="2873145535" sldId="281"/>
            <ac:spMk id="2" creationId="{96614E2B-3819-4631-BA16-DAAAE805593B}"/>
          </ac:spMkLst>
        </pc:spChg>
      </pc:sldChg>
      <pc:sldChg chg="modSp add mod">
        <pc:chgData name="Tim McIntosh" userId="80c4542c76bccb85" providerId="LiveId" clId="{DB6B0DCF-422C-4353-A4F8-7E457B1A928B}" dt="2022-02-14T08:26:09.480" v="3557"/>
        <pc:sldMkLst>
          <pc:docMk/>
          <pc:sldMk cId="1747997659" sldId="282"/>
        </pc:sldMkLst>
        <pc:spChg chg="mod">
          <ac:chgData name="Tim McIntosh" userId="80c4542c76bccb85" providerId="LiveId" clId="{DB6B0DCF-422C-4353-A4F8-7E457B1A928B}" dt="2022-02-14T08:26:09.480" v="3557"/>
          <ac:spMkLst>
            <pc:docMk/>
            <pc:sldMk cId="1747997659" sldId="282"/>
            <ac:spMk id="2" creationId="{72275A1D-7D1B-4E23-BF1C-0D30325F6EE6}"/>
          </ac:spMkLst>
        </pc:spChg>
        <pc:spChg chg="mod">
          <ac:chgData name="Tim McIntosh" userId="80c4542c76bccb85" providerId="LiveId" clId="{DB6B0DCF-422C-4353-A4F8-7E457B1A928B}" dt="2022-02-12T01:56:01.081" v="258" actId="20577"/>
          <ac:spMkLst>
            <pc:docMk/>
            <pc:sldMk cId="1747997659" sldId="282"/>
            <ac:spMk id="6146" creationId="{190BDBBE-2518-4DC2-A8A5-7B1347851768}"/>
          </ac:spMkLst>
        </pc:spChg>
        <pc:spChg chg="mod">
          <ac:chgData name="Tim McIntosh" userId="80c4542c76bccb85" providerId="LiveId" clId="{DB6B0DCF-422C-4353-A4F8-7E457B1A928B}" dt="2022-02-12T02:03:21.303" v="540" actId="255"/>
          <ac:spMkLst>
            <pc:docMk/>
            <pc:sldMk cId="1747997659" sldId="282"/>
            <ac:spMk id="22531" creationId="{11F364B8-9E55-4D33-84A1-D572CD6C3E86}"/>
          </ac:spMkLst>
        </pc:spChg>
      </pc:sldChg>
      <pc:sldChg chg="modSp add del mod">
        <pc:chgData name="Tim McIntosh" userId="80c4542c76bccb85" providerId="LiveId" clId="{DB6B0DCF-422C-4353-A4F8-7E457B1A928B}" dt="2022-02-12T02:23:41.686" v="704" actId="2696"/>
        <pc:sldMkLst>
          <pc:docMk/>
          <pc:sldMk cId="1632801012" sldId="283"/>
        </pc:sldMkLst>
        <pc:spChg chg="mod">
          <ac:chgData name="Tim McIntosh" userId="80c4542c76bccb85" providerId="LiveId" clId="{DB6B0DCF-422C-4353-A4F8-7E457B1A928B}" dt="2022-02-12T02:04:18.181" v="616" actId="20577"/>
          <ac:spMkLst>
            <pc:docMk/>
            <pc:sldMk cId="1632801012" sldId="283"/>
            <ac:spMk id="6146" creationId="{190BDBBE-2518-4DC2-A8A5-7B1347851768}"/>
          </ac:spMkLst>
        </pc:spChg>
        <pc:spChg chg="mod">
          <ac:chgData name="Tim McIntosh" userId="80c4542c76bccb85" providerId="LiveId" clId="{DB6B0DCF-422C-4353-A4F8-7E457B1A928B}" dt="2022-02-12T02:23:37.672" v="703" actId="20577"/>
          <ac:spMkLst>
            <pc:docMk/>
            <pc:sldMk cId="1632801012" sldId="283"/>
            <ac:spMk id="22531" creationId="{11F364B8-9E55-4D33-84A1-D572CD6C3E86}"/>
          </ac:spMkLst>
        </pc:spChg>
      </pc:sldChg>
      <pc:sldChg chg="modSp add mod">
        <pc:chgData name="Tim McIntosh" userId="80c4542c76bccb85" providerId="LiveId" clId="{DB6B0DCF-422C-4353-A4F8-7E457B1A928B}" dt="2022-02-14T08:26:26.193" v="3563"/>
        <pc:sldMkLst>
          <pc:docMk/>
          <pc:sldMk cId="3265590034" sldId="283"/>
        </pc:sldMkLst>
        <pc:spChg chg="mod">
          <ac:chgData name="Tim McIntosh" userId="80c4542c76bccb85" providerId="LiveId" clId="{DB6B0DCF-422C-4353-A4F8-7E457B1A928B}" dt="2022-02-14T08:26:26.193" v="3563"/>
          <ac:spMkLst>
            <pc:docMk/>
            <pc:sldMk cId="3265590034" sldId="283"/>
            <ac:spMk id="2" creationId="{46717AA1-E9E7-4C43-9D90-AC614EC90791}"/>
          </ac:spMkLst>
        </pc:spChg>
        <pc:spChg chg="mod">
          <ac:chgData name="Tim McIntosh" userId="80c4542c76bccb85" providerId="LiveId" clId="{DB6B0DCF-422C-4353-A4F8-7E457B1A928B}" dt="2022-02-12T02:24:47.497" v="765" actId="20577"/>
          <ac:spMkLst>
            <pc:docMk/>
            <pc:sldMk cId="3265590034" sldId="283"/>
            <ac:spMk id="6146" creationId="{23420AC8-E61C-458D-9532-7C3A2E114EAB}"/>
          </ac:spMkLst>
        </pc:spChg>
        <pc:spChg chg="mod">
          <ac:chgData name="Tim McIntosh" userId="80c4542c76bccb85" providerId="LiveId" clId="{DB6B0DCF-422C-4353-A4F8-7E457B1A928B}" dt="2022-02-12T05:17:13.470" v="1927" actId="11"/>
          <ac:spMkLst>
            <pc:docMk/>
            <pc:sldMk cId="3265590034" sldId="283"/>
            <ac:spMk id="23555" creationId="{2D765F26-F4C3-4C79-A70A-3579B29A9517}"/>
          </ac:spMkLst>
        </pc:spChg>
      </pc:sldChg>
      <pc:sldChg chg="modSp add mod">
        <pc:chgData name="Tim McIntosh" userId="80c4542c76bccb85" providerId="LiveId" clId="{DB6B0DCF-422C-4353-A4F8-7E457B1A928B}" dt="2022-02-14T08:26:53.172" v="3572"/>
        <pc:sldMkLst>
          <pc:docMk/>
          <pc:sldMk cId="953012337" sldId="284"/>
        </pc:sldMkLst>
        <pc:spChg chg="mod">
          <ac:chgData name="Tim McIntosh" userId="80c4542c76bccb85" providerId="LiveId" clId="{DB6B0DCF-422C-4353-A4F8-7E457B1A928B}" dt="2022-02-14T08:26:53.172" v="3572"/>
          <ac:spMkLst>
            <pc:docMk/>
            <pc:sldMk cId="953012337" sldId="284"/>
            <ac:spMk id="2" creationId="{46717AA1-E9E7-4C43-9D90-AC614EC90791}"/>
          </ac:spMkLst>
        </pc:spChg>
        <pc:spChg chg="mod">
          <ac:chgData name="Tim McIntosh" userId="80c4542c76bccb85" providerId="LiveId" clId="{DB6B0DCF-422C-4353-A4F8-7E457B1A928B}" dt="2022-02-12T02:53:17.472" v="1121" actId="20577"/>
          <ac:spMkLst>
            <pc:docMk/>
            <pc:sldMk cId="953012337" sldId="284"/>
            <ac:spMk id="6146" creationId="{23420AC8-E61C-458D-9532-7C3A2E114EAB}"/>
          </ac:spMkLst>
        </pc:spChg>
        <pc:spChg chg="mod">
          <ac:chgData name="Tim McIntosh" userId="80c4542c76bccb85" providerId="LiveId" clId="{DB6B0DCF-422C-4353-A4F8-7E457B1A928B}" dt="2022-02-12T02:59:48.717" v="1757" actId="20577"/>
          <ac:spMkLst>
            <pc:docMk/>
            <pc:sldMk cId="953012337" sldId="284"/>
            <ac:spMk id="23555" creationId="{2D765F26-F4C3-4C79-A70A-3579B29A9517}"/>
          </ac:spMkLst>
        </pc:spChg>
      </pc:sldChg>
      <pc:sldChg chg="modSp add del mod">
        <pc:chgData name="Tim McIntosh" userId="80c4542c76bccb85" providerId="LiveId" clId="{DB6B0DCF-422C-4353-A4F8-7E457B1A928B}" dt="2022-02-14T08:26:56.563" v="3573"/>
        <pc:sldMkLst>
          <pc:docMk/>
          <pc:sldMk cId="3230552907" sldId="285"/>
        </pc:sldMkLst>
        <pc:spChg chg="mod">
          <ac:chgData name="Tim McIntosh" userId="80c4542c76bccb85" providerId="LiveId" clId="{DB6B0DCF-422C-4353-A4F8-7E457B1A928B}" dt="2022-02-14T08:26:56.563" v="3573"/>
          <ac:spMkLst>
            <pc:docMk/>
            <pc:sldMk cId="3230552907" sldId="285"/>
            <ac:spMk id="2" creationId="{46717AA1-E9E7-4C43-9D90-AC614EC90791}"/>
          </ac:spMkLst>
        </pc:spChg>
        <pc:spChg chg="mod">
          <ac:chgData name="Tim McIntosh" userId="80c4542c76bccb85" providerId="LiveId" clId="{DB6B0DCF-422C-4353-A4F8-7E457B1A928B}" dt="2022-02-12T05:17:37.143" v="1963" actId="20577"/>
          <ac:spMkLst>
            <pc:docMk/>
            <pc:sldMk cId="3230552907" sldId="285"/>
            <ac:spMk id="6146" creationId="{23420AC8-E61C-458D-9532-7C3A2E114EAB}"/>
          </ac:spMkLst>
        </pc:spChg>
        <pc:spChg chg="mod">
          <ac:chgData name="Tim McIntosh" userId="80c4542c76bccb85" providerId="LiveId" clId="{DB6B0DCF-422C-4353-A4F8-7E457B1A928B}" dt="2022-02-12T06:28:08.793" v="3494" actId="20577"/>
          <ac:spMkLst>
            <pc:docMk/>
            <pc:sldMk cId="3230552907" sldId="285"/>
            <ac:spMk id="23555" creationId="{2D765F26-F4C3-4C79-A70A-3579B29A9517}"/>
          </ac:spMkLst>
        </pc:spChg>
      </pc:sldChg>
      <pc:sldChg chg="modSp add mod">
        <pc:chgData name="Tim McIntosh" userId="80c4542c76bccb85" providerId="LiveId" clId="{DB6B0DCF-422C-4353-A4F8-7E457B1A928B}" dt="2022-02-12T05:16:14.889" v="1922" actId="11"/>
        <pc:sldMkLst>
          <pc:docMk/>
          <pc:sldMk cId="2228163726" sldId="286"/>
        </pc:sldMkLst>
        <pc:spChg chg="mod">
          <ac:chgData name="Tim McIntosh" userId="80c4542c76bccb85" providerId="LiveId" clId="{DB6B0DCF-422C-4353-A4F8-7E457B1A928B}" dt="2022-02-12T05:15:40.816" v="1787" actId="20577"/>
          <ac:spMkLst>
            <pc:docMk/>
            <pc:sldMk cId="2228163726" sldId="286"/>
            <ac:spMk id="6146" creationId="{190BDBBE-2518-4DC2-A8A5-7B1347851768}"/>
          </ac:spMkLst>
        </pc:spChg>
        <pc:spChg chg="mod">
          <ac:chgData name="Tim McIntosh" userId="80c4542c76bccb85" providerId="LiveId" clId="{DB6B0DCF-422C-4353-A4F8-7E457B1A928B}" dt="2022-02-12T05:16:14.889" v="1922" actId="11"/>
          <ac:spMkLst>
            <pc:docMk/>
            <pc:sldMk cId="2228163726" sldId="286"/>
            <ac:spMk id="22531" creationId="{11F364B8-9E55-4D33-84A1-D572CD6C3E86}"/>
          </ac:spMkLst>
        </pc:spChg>
      </pc:sldChg>
      <pc:sldChg chg="add del">
        <pc:chgData name="Tim McIntosh" userId="80c4542c76bccb85" providerId="LiveId" clId="{DB6B0DCF-422C-4353-A4F8-7E457B1A928B}" dt="2022-02-12T05:43:12.119" v="2257" actId="2696"/>
        <pc:sldMkLst>
          <pc:docMk/>
          <pc:sldMk cId="771953093" sldId="287"/>
        </pc:sldMkLst>
      </pc:sldChg>
      <pc:sldChg chg="modSp add mod">
        <pc:chgData name="Tim McIntosh" userId="80c4542c76bccb85" providerId="LiveId" clId="{DB6B0DCF-422C-4353-A4F8-7E457B1A928B}" dt="2022-02-14T08:26:59.020" v="3574"/>
        <pc:sldMkLst>
          <pc:docMk/>
          <pc:sldMk cId="1196611232" sldId="287"/>
        </pc:sldMkLst>
        <pc:spChg chg="mod">
          <ac:chgData name="Tim McIntosh" userId="80c4542c76bccb85" providerId="LiveId" clId="{DB6B0DCF-422C-4353-A4F8-7E457B1A928B}" dt="2022-02-14T08:26:59.020" v="3574"/>
          <ac:spMkLst>
            <pc:docMk/>
            <pc:sldMk cId="1196611232" sldId="287"/>
            <ac:spMk id="2" creationId="{46717AA1-E9E7-4C43-9D90-AC614EC90791}"/>
          </ac:spMkLst>
        </pc:spChg>
        <pc:spChg chg="mod">
          <ac:chgData name="Tim McIntosh" userId="80c4542c76bccb85" providerId="LiveId" clId="{DB6B0DCF-422C-4353-A4F8-7E457B1A928B}" dt="2022-02-12T05:52:37.143" v="2776" actId="20577"/>
          <ac:spMkLst>
            <pc:docMk/>
            <pc:sldMk cId="1196611232" sldId="287"/>
            <ac:spMk id="6146" creationId="{23420AC8-E61C-458D-9532-7C3A2E114EAB}"/>
          </ac:spMkLst>
        </pc:spChg>
        <pc:spChg chg="mod">
          <ac:chgData name="Tim McIntosh" userId="80c4542c76bccb85" providerId="LiveId" clId="{DB6B0DCF-422C-4353-A4F8-7E457B1A928B}" dt="2022-02-12T05:53:35.170" v="2958" actId="11"/>
          <ac:spMkLst>
            <pc:docMk/>
            <pc:sldMk cId="1196611232" sldId="287"/>
            <ac:spMk id="23555" creationId="{2D765F26-F4C3-4C79-A70A-3579B29A9517}"/>
          </ac:spMkLst>
        </pc:spChg>
      </pc:sldChg>
      <pc:sldChg chg="modSp add del mod">
        <pc:chgData name="Tim McIntosh" userId="80c4542c76bccb85" providerId="LiveId" clId="{DB6B0DCF-422C-4353-A4F8-7E457B1A928B}" dt="2022-02-12T06:08:44.434" v="3092" actId="2696"/>
        <pc:sldMkLst>
          <pc:docMk/>
          <pc:sldMk cId="4052069835" sldId="288"/>
        </pc:sldMkLst>
        <pc:spChg chg="mod">
          <ac:chgData name="Tim McIntosh" userId="80c4542c76bccb85" providerId="LiveId" clId="{DB6B0DCF-422C-4353-A4F8-7E457B1A928B}" dt="2022-02-12T05:54:06.957" v="3076" actId="20577"/>
          <ac:spMkLst>
            <pc:docMk/>
            <pc:sldMk cId="4052069835" sldId="288"/>
            <ac:spMk id="23555" creationId="{2D765F26-F4C3-4C79-A70A-3579B29A9517}"/>
          </ac:spMkLst>
        </pc:spChg>
      </pc:sldChg>
      <pc:sldChg chg="addSp delSp modSp add mod">
        <pc:chgData name="Tim McIntosh" userId="80c4542c76bccb85" providerId="LiveId" clId="{DB6B0DCF-422C-4353-A4F8-7E457B1A928B}" dt="2022-02-14T08:27:01.583" v="3575"/>
        <pc:sldMkLst>
          <pc:docMk/>
          <pc:sldMk cId="869496650" sldId="289"/>
        </pc:sldMkLst>
        <pc:spChg chg="mod">
          <ac:chgData name="Tim McIntosh" userId="80c4542c76bccb85" providerId="LiveId" clId="{DB6B0DCF-422C-4353-A4F8-7E457B1A928B}" dt="2022-02-14T08:27:01.583" v="3575"/>
          <ac:spMkLst>
            <pc:docMk/>
            <pc:sldMk cId="869496650" sldId="289"/>
            <ac:spMk id="2" creationId="{46717AA1-E9E7-4C43-9D90-AC614EC90791}"/>
          </ac:spMkLst>
        </pc:spChg>
        <pc:spChg chg="add del mod">
          <ac:chgData name="Tim McIntosh" userId="80c4542c76bccb85" providerId="LiveId" clId="{DB6B0DCF-422C-4353-A4F8-7E457B1A928B}" dt="2022-02-12T05:54:20.589" v="3079" actId="478"/>
          <ac:spMkLst>
            <pc:docMk/>
            <pc:sldMk cId="869496650" sldId="289"/>
            <ac:spMk id="3" creationId="{16DE7AA4-2367-4C8D-ABF8-AFF2045507B5}"/>
          </ac:spMkLst>
        </pc:spChg>
        <pc:spChg chg="add del mod">
          <ac:chgData name="Tim McIntosh" userId="80c4542c76bccb85" providerId="LiveId" clId="{DB6B0DCF-422C-4353-A4F8-7E457B1A928B}" dt="2022-02-12T05:54:27.790" v="3081" actId="478"/>
          <ac:spMkLst>
            <pc:docMk/>
            <pc:sldMk cId="869496650" sldId="289"/>
            <ac:spMk id="5" creationId="{ED16F417-4F4F-42E2-89F6-C1E692E12C29}"/>
          </ac:spMkLst>
        </pc:spChg>
        <pc:spChg chg="del">
          <ac:chgData name="Tim McIntosh" userId="80c4542c76bccb85" providerId="LiveId" clId="{DB6B0DCF-422C-4353-A4F8-7E457B1A928B}" dt="2022-02-12T05:54:23.412" v="3080" actId="478"/>
          <ac:spMkLst>
            <pc:docMk/>
            <pc:sldMk cId="869496650" sldId="289"/>
            <ac:spMk id="6146" creationId="{23420AC8-E61C-458D-9532-7C3A2E114EAB}"/>
          </ac:spMkLst>
        </pc:spChg>
        <pc:spChg chg="del">
          <ac:chgData name="Tim McIntosh" userId="80c4542c76bccb85" providerId="LiveId" clId="{DB6B0DCF-422C-4353-A4F8-7E457B1A928B}" dt="2022-02-12T05:54:18.021" v="3078" actId="478"/>
          <ac:spMkLst>
            <pc:docMk/>
            <pc:sldMk cId="869496650" sldId="289"/>
            <ac:spMk id="23555" creationId="{2D765F26-F4C3-4C79-A70A-3579B29A9517}"/>
          </ac:spMkLst>
        </pc:spChg>
        <pc:picChg chg="add mod">
          <ac:chgData name="Tim McIntosh" userId="80c4542c76bccb85" providerId="LiveId" clId="{DB6B0DCF-422C-4353-A4F8-7E457B1A928B}" dt="2022-02-12T05:56:47.444" v="3091" actId="1076"/>
          <ac:picMkLst>
            <pc:docMk/>
            <pc:sldMk cId="869496650" sldId="289"/>
            <ac:picMk id="7" creationId="{E2CB0594-1FBA-4ACE-B352-DE8902D424B5}"/>
          </ac:picMkLst>
        </pc:picChg>
        <pc:picChg chg="add del mod">
          <ac:chgData name="Tim McIntosh" userId="80c4542c76bccb85" providerId="LiveId" clId="{DB6B0DCF-422C-4353-A4F8-7E457B1A928B}" dt="2022-02-12T05:56:20.143" v="3087" actId="478"/>
          <ac:picMkLst>
            <pc:docMk/>
            <pc:sldMk cId="869496650" sldId="289"/>
            <ac:picMk id="9" creationId="{C0403EC1-5DF7-4CD5-951A-DADCA03E5636}"/>
          </ac:picMkLst>
        </pc:picChg>
        <pc:picChg chg="add mod">
          <ac:chgData name="Tim McIntosh" userId="80c4542c76bccb85" providerId="LiveId" clId="{DB6B0DCF-422C-4353-A4F8-7E457B1A928B}" dt="2022-02-12T05:56:43.242" v="3089" actId="1076"/>
          <ac:picMkLst>
            <pc:docMk/>
            <pc:sldMk cId="869496650" sldId="289"/>
            <ac:picMk id="11" creationId="{2176D69D-69A5-4844-982D-E51CEF8DD19F}"/>
          </ac:picMkLst>
        </pc:picChg>
      </pc:sldChg>
      <pc:sldChg chg="modSp add mod">
        <pc:chgData name="Tim McIntosh" userId="80c4542c76bccb85" providerId="LiveId" clId="{DB6B0DCF-422C-4353-A4F8-7E457B1A928B}" dt="2022-02-14T08:25:23.519" v="3548"/>
        <pc:sldMkLst>
          <pc:docMk/>
          <pc:sldMk cId="704369733" sldId="290"/>
        </pc:sldMkLst>
        <pc:spChg chg="mod">
          <ac:chgData name="Tim McIntosh" userId="80c4542c76bccb85" providerId="LiveId" clId="{DB6B0DCF-422C-4353-A4F8-7E457B1A928B}" dt="2022-02-14T08:25:23.519" v="3548"/>
          <ac:spMkLst>
            <pc:docMk/>
            <pc:sldMk cId="704369733" sldId="290"/>
            <ac:spMk id="2" creationId="{72275A1D-7D1B-4E23-BF1C-0D30325F6EE6}"/>
          </ac:spMkLst>
        </pc:spChg>
      </pc:sldChg>
      <pc:sldChg chg="modSp add mod">
        <pc:chgData name="Tim McIntosh" userId="80c4542c76bccb85" providerId="LiveId" clId="{DB6B0DCF-422C-4353-A4F8-7E457B1A928B}" dt="2022-02-14T08:25:34.213" v="3550"/>
        <pc:sldMkLst>
          <pc:docMk/>
          <pc:sldMk cId="2322794807" sldId="291"/>
        </pc:sldMkLst>
        <pc:spChg chg="mod">
          <ac:chgData name="Tim McIntosh" userId="80c4542c76bccb85" providerId="LiveId" clId="{DB6B0DCF-422C-4353-A4F8-7E457B1A928B}" dt="2022-02-14T08:25:34.213" v="3550"/>
          <ac:spMkLst>
            <pc:docMk/>
            <pc:sldMk cId="2322794807" sldId="291"/>
            <ac:spMk id="2" creationId="{72275A1D-7D1B-4E23-BF1C-0D30325F6EE6}"/>
          </ac:spMkLst>
        </pc:spChg>
        <pc:spChg chg="mod">
          <ac:chgData name="Tim McIntosh" userId="80c4542c76bccb85" providerId="LiveId" clId="{DB6B0DCF-422C-4353-A4F8-7E457B1A928B}" dt="2022-02-14T08:25:32.078" v="3549" actId="1076"/>
          <ac:spMkLst>
            <pc:docMk/>
            <pc:sldMk cId="2322794807" sldId="291"/>
            <ac:spMk id="5" creationId="{1C5CC246-7355-4614-AB6C-AD183AAD8A78}"/>
          </ac:spMkLst>
        </pc:spChg>
      </pc:sldChg>
      <pc:sldChg chg="modSp add mod">
        <pc:chgData name="Tim McIntosh" userId="80c4542c76bccb85" providerId="LiveId" clId="{DB6B0DCF-422C-4353-A4F8-7E457B1A928B}" dt="2022-02-14T08:26:15.426" v="3559"/>
        <pc:sldMkLst>
          <pc:docMk/>
          <pc:sldMk cId="2705798789" sldId="292"/>
        </pc:sldMkLst>
        <pc:spChg chg="mod">
          <ac:chgData name="Tim McIntosh" userId="80c4542c76bccb85" providerId="LiveId" clId="{DB6B0DCF-422C-4353-A4F8-7E457B1A928B}" dt="2022-02-14T08:26:15.426" v="3559"/>
          <ac:spMkLst>
            <pc:docMk/>
            <pc:sldMk cId="2705798789" sldId="292"/>
            <ac:spMk id="2" creationId="{72275A1D-7D1B-4E23-BF1C-0D30325F6EE6}"/>
          </ac:spMkLst>
        </pc:spChg>
      </pc:sldChg>
      <pc:sldChg chg="modSp add mod">
        <pc:chgData name="Tim McIntosh" userId="80c4542c76bccb85" providerId="LiveId" clId="{DB6B0DCF-422C-4353-A4F8-7E457B1A928B}" dt="2022-02-14T08:26:17.825" v="3560"/>
        <pc:sldMkLst>
          <pc:docMk/>
          <pc:sldMk cId="511951508" sldId="293"/>
        </pc:sldMkLst>
        <pc:spChg chg="mod">
          <ac:chgData name="Tim McIntosh" userId="80c4542c76bccb85" providerId="LiveId" clId="{DB6B0DCF-422C-4353-A4F8-7E457B1A928B}" dt="2022-02-14T08:26:17.825" v="3560"/>
          <ac:spMkLst>
            <pc:docMk/>
            <pc:sldMk cId="511951508" sldId="293"/>
            <ac:spMk id="2" creationId="{72275A1D-7D1B-4E23-BF1C-0D30325F6EE6}"/>
          </ac:spMkLst>
        </pc:spChg>
      </pc:sldChg>
      <pc:sldChg chg="modSp add mod">
        <pc:chgData name="Tim McIntosh" userId="80c4542c76bccb85" providerId="LiveId" clId="{DB6B0DCF-422C-4353-A4F8-7E457B1A928B}" dt="2022-02-14T08:26:21.273" v="3561"/>
        <pc:sldMkLst>
          <pc:docMk/>
          <pc:sldMk cId="1472689301" sldId="314"/>
        </pc:sldMkLst>
        <pc:spChg chg="mod">
          <ac:chgData name="Tim McIntosh" userId="80c4542c76bccb85" providerId="LiveId" clId="{DB6B0DCF-422C-4353-A4F8-7E457B1A928B}" dt="2022-02-14T08:26:21.273" v="3561"/>
          <ac:spMkLst>
            <pc:docMk/>
            <pc:sldMk cId="1472689301" sldId="314"/>
            <ac:spMk id="2" creationId="{72275A1D-7D1B-4E23-BF1C-0D30325F6EE6}"/>
          </ac:spMkLst>
        </pc:spChg>
      </pc:sldChg>
      <pc:sldMasterChg chg="del delSldLayout">
        <pc:chgData name="Tim McIntosh" userId="80c4542c76bccb85" providerId="LiveId" clId="{DB6B0DCF-422C-4353-A4F8-7E457B1A928B}" dt="2022-02-14T08:23:28.408" v="3500" actId="2696"/>
        <pc:sldMasterMkLst>
          <pc:docMk/>
          <pc:sldMasterMk cId="0" sldId="2147483651"/>
        </pc:sldMasterMkLst>
        <pc:sldLayoutChg chg="del">
          <pc:chgData name="Tim McIntosh" userId="80c4542c76bccb85" providerId="LiveId" clId="{DB6B0DCF-422C-4353-A4F8-7E457B1A928B}" dt="2022-02-14T08:23:28.402" v="3498" actId="2696"/>
          <pc:sldLayoutMkLst>
            <pc:docMk/>
            <pc:sldMasterMk cId="0" sldId="2147483651"/>
            <pc:sldLayoutMk cId="1686131074" sldId="2147483968"/>
          </pc:sldLayoutMkLst>
        </pc:sldLayoutChg>
        <pc:sldLayoutChg chg="del">
          <pc:chgData name="Tim McIntosh" userId="80c4542c76bccb85" providerId="LiveId" clId="{DB6B0DCF-422C-4353-A4F8-7E457B1A928B}" dt="2022-02-14T08:23:28.404" v="3499" actId="2696"/>
          <pc:sldLayoutMkLst>
            <pc:docMk/>
            <pc:sldMasterMk cId="0" sldId="2147483651"/>
            <pc:sldLayoutMk cId="66218245" sldId="2147483969"/>
          </pc:sldLayoutMkLst>
        </pc:sldLayoutChg>
      </pc:sldMasterChg>
      <pc:sldMasterChg chg="del delSldLayout">
        <pc:chgData name="Tim McIntosh" userId="80c4542c76bccb85" providerId="LiveId" clId="{DB6B0DCF-422C-4353-A4F8-7E457B1A928B}" dt="2022-02-14T08:23:28.391" v="3497" actId="2696"/>
        <pc:sldMasterMkLst>
          <pc:docMk/>
          <pc:sldMasterMk cId="0" sldId="2147483654"/>
        </pc:sldMasterMkLst>
        <pc:sldLayoutChg chg="del">
          <pc:chgData name="Tim McIntosh" userId="80c4542c76bccb85" providerId="LiveId" clId="{DB6B0DCF-422C-4353-A4F8-7E457B1A928B}" dt="2022-02-14T08:23:28.387" v="3496" actId="2696"/>
          <pc:sldLayoutMkLst>
            <pc:docMk/>
            <pc:sldMasterMk cId="0" sldId="2147483654"/>
            <pc:sldLayoutMk cId="3406083966" sldId="2147483967"/>
          </pc:sldLayoutMkLst>
        </pc:sldLayoutChg>
      </pc:sldMasterChg>
      <pc:sldMasterChg chg="modSp mod delSldLayout modSldLayout">
        <pc:chgData name="Tim McIntosh" userId="80c4542c76bccb85" providerId="LiveId" clId="{DB6B0DCF-422C-4353-A4F8-7E457B1A928B}" dt="2022-02-14T08:24:44.013" v="3537" actId="2696"/>
        <pc:sldMasterMkLst>
          <pc:docMk/>
          <pc:sldMasterMk cId="0" sldId="2147483658"/>
        </pc:sldMasterMkLst>
        <pc:spChg chg="mod">
          <ac:chgData name="Tim McIntosh" userId="80c4542c76bccb85" providerId="LiveId" clId="{DB6B0DCF-422C-4353-A4F8-7E457B1A928B}" dt="2022-02-14T08:23:42.107" v="3508"/>
          <ac:spMkLst>
            <pc:docMk/>
            <pc:sldMasterMk cId="0" sldId="2147483658"/>
            <ac:spMk id="5" creationId="{EFEE9959-195D-4693-AA37-953BDC04C6FE}"/>
          </ac:spMkLst>
        </pc:spChg>
        <pc:sldLayoutChg chg="modSp del mod">
          <pc:chgData name="Tim McIntosh" userId="80c4542c76bccb85" providerId="LiveId" clId="{DB6B0DCF-422C-4353-A4F8-7E457B1A928B}" dt="2022-02-14T08:24:44.013" v="3537" actId="2696"/>
          <pc:sldLayoutMkLst>
            <pc:docMk/>
            <pc:sldMasterMk cId="0" sldId="2147483658"/>
            <pc:sldLayoutMk cId="3241405307" sldId="2147483970"/>
          </pc:sldLayoutMkLst>
          <pc:spChg chg="mod">
            <ac:chgData name="Tim McIntosh" userId="80c4542c76bccb85" providerId="LiveId" clId="{DB6B0DCF-422C-4353-A4F8-7E457B1A928B}" dt="2022-02-14T08:23:54.906" v="3519"/>
            <ac:spMkLst>
              <pc:docMk/>
              <pc:sldMasterMk cId="0" sldId="2147483658"/>
              <pc:sldLayoutMk cId="3241405307" sldId="2147483970"/>
              <ac:spMk id="8" creationId="{F997CA58-90FD-4D2F-B023-D0AC0627E8AE}"/>
            </ac:spMkLst>
          </pc:spChg>
        </pc:sldLayoutChg>
        <pc:sldLayoutChg chg="modSp mod">
          <pc:chgData name="Tim McIntosh" userId="80c4542c76bccb85" providerId="LiveId" clId="{DB6B0DCF-422C-4353-A4F8-7E457B1A928B}" dt="2022-02-14T08:24:06.218" v="3527"/>
          <pc:sldLayoutMkLst>
            <pc:docMk/>
            <pc:sldMasterMk cId="0" sldId="2147483658"/>
            <pc:sldLayoutMk cId="3092058568" sldId="2147483971"/>
          </pc:sldLayoutMkLst>
          <pc:spChg chg="mod">
            <ac:chgData name="Tim McIntosh" userId="80c4542c76bccb85" providerId="LiveId" clId="{DB6B0DCF-422C-4353-A4F8-7E457B1A928B}" dt="2022-02-14T08:24:06.218" v="3527"/>
            <ac:spMkLst>
              <pc:docMk/>
              <pc:sldMasterMk cId="0" sldId="2147483658"/>
              <pc:sldLayoutMk cId="3092058568" sldId="2147483971"/>
              <ac:spMk id="5" creationId="{81279088-81E5-42AE-A449-F335DB56FCF5}"/>
            </ac:spMkLst>
          </pc:spChg>
        </pc:sldLayoutChg>
        <pc:sldLayoutChg chg="del">
          <pc:chgData name="Tim McIntosh" userId="80c4542c76bccb85" providerId="LiveId" clId="{DB6B0DCF-422C-4353-A4F8-7E457B1A928B}" dt="2022-02-14T08:24:39.600" v="3536" actId="2696"/>
          <pc:sldLayoutMkLst>
            <pc:docMk/>
            <pc:sldMasterMk cId="0" sldId="2147483658"/>
            <pc:sldLayoutMk cId="3767248618" sldId="2147483972"/>
          </pc:sldLayoutMkLst>
        </pc:sldLayoutChg>
        <pc:sldLayoutChg chg="del">
          <pc:chgData name="Tim McIntosh" userId="80c4542c76bccb85" providerId="LiveId" clId="{DB6B0DCF-422C-4353-A4F8-7E457B1A928B}" dt="2022-02-14T08:24:37.699" v="3535" actId="2696"/>
          <pc:sldLayoutMkLst>
            <pc:docMk/>
            <pc:sldMasterMk cId="0" sldId="2147483658"/>
            <pc:sldLayoutMk cId="1551832678" sldId="2147483973"/>
          </pc:sldLayoutMkLst>
        </pc:sldLayoutChg>
        <pc:sldLayoutChg chg="del">
          <pc:chgData name="Tim McIntosh" userId="80c4542c76bccb85" providerId="LiveId" clId="{DB6B0DCF-422C-4353-A4F8-7E457B1A928B}" dt="2022-02-14T08:24:35.900" v="3534" actId="2696"/>
          <pc:sldLayoutMkLst>
            <pc:docMk/>
            <pc:sldMasterMk cId="0" sldId="2147483658"/>
            <pc:sldLayoutMk cId="3262363800" sldId="2147483974"/>
          </pc:sldLayoutMkLst>
        </pc:sldLayoutChg>
        <pc:sldLayoutChg chg="del">
          <pc:chgData name="Tim McIntosh" userId="80c4542c76bccb85" providerId="LiveId" clId="{DB6B0DCF-422C-4353-A4F8-7E457B1A928B}" dt="2022-02-14T08:24:33.904" v="3533" actId="2696"/>
          <pc:sldLayoutMkLst>
            <pc:docMk/>
            <pc:sldMasterMk cId="0" sldId="2147483658"/>
            <pc:sldLayoutMk cId="2265036269" sldId="2147483975"/>
          </pc:sldLayoutMkLst>
        </pc:sldLayoutChg>
        <pc:sldLayoutChg chg="del">
          <pc:chgData name="Tim McIntosh" userId="80c4542c76bccb85" providerId="LiveId" clId="{DB6B0DCF-422C-4353-A4F8-7E457B1A928B}" dt="2022-02-14T08:24:31.633" v="3532" actId="2696"/>
          <pc:sldLayoutMkLst>
            <pc:docMk/>
            <pc:sldMasterMk cId="0" sldId="2147483658"/>
            <pc:sldLayoutMk cId="2848908576" sldId="2147483976"/>
          </pc:sldLayoutMkLst>
        </pc:sldLayoutChg>
        <pc:sldLayoutChg chg="del">
          <pc:chgData name="Tim McIntosh" userId="80c4542c76bccb85" providerId="LiveId" clId="{DB6B0DCF-422C-4353-A4F8-7E457B1A928B}" dt="2022-02-14T08:24:29.700" v="3531" actId="2696"/>
          <pc:sldLayoutMkLst>
            <pc:docMk/>
            <pc:sldMasterMk cId="0" sldId="2147483658"/>
            <pc:sldLayoutMk cId="259065860" sldId="2147483977"/>
          </pc:sldLayoutMkLst>
        </pc:sldLayoutChg>
        <pc:sldLayoutChg chg="del">
          <pc:chgData name="Tim McIntosh" userId="80c4542c76bccb85" providerId="LiveId" clId="{DB6B0DCF-422C-4353-A4F8-7E457B1A928B}" dt="2022-02-14T08:24:18.437" v="3528" actId="2696"/>
          <pc:sldLayoutMkLst>
            <pc:docMk/>
            <pc:sldMasterMk cId="0" sldId="2147483658"/>
            <pc:sldLayoutMk cId="4224716668" sldId="2147483978"/>
          </pc:sldLayoutMkLst>
        </pc:sldLayoutChg>
        <pc:sldLayoutChg chg="del">
          <pc:chgData name="Tim McIntosh" userId="80c4542c76bccb85" providerId="LiveId" clId="{DB6B0DCF-422C-4353-A4F8-7E457B1A928B}" dt="2022-02-14T08:24:18.453" v="3529" actId="2696"/>
          <pc:sldLayoutMkLst>
            <pc:docMk/>
            <pc:sldMasterMk cId="0" sldId="2147483658"/>
            <pc:sldLayoutMk cId="2694374494" sldId="2147483979"/>
          </pc:sldLayoutMkLst>
        </pc:sldLayoutChg>
        <pc:sldLayoutChg chg="del">
          <pc:chgData name="Tim McIntosh" userId="80c4542c76bccb85" providerId="LiveId" clId="{DB6B0DCF-422C-4353-A4F8-7E457B1A928B}" dt="2022-02-14T08:24:18.467" v="3530" actId="2696"/>
          <pc:sldLayoutMkLst>
            <pc:docMk/>
            <pc:sldMasterMk cId="0" sldId="2147483658"/>
            <pc:sldLayoutMk cId="1158625596" sldId="2147483980"/>
          </pc:sldLayoutMkLst>
        </pc:sldLayoutChg>
      </pc:sldMasterChg>
    </pc:docChg>
  </pc:docChgLst>
  <pc:docChgLst>
    <pc:chgData name="Tim McIntosh" userId="80c4542c76bccb85" providerId="LiveId" clId="{40026388-F5B8-43E0-A5A0-22659BCCBDB5}"/>
    <pc:docChg chg="undo redo custSel addSld delSld modSld sldOrd">
      <pc:chgData name="Tim McIntosh" userId="80c4542c76bccb85" providerId="LiveId" clId="{40026388-F5B8-43E0-A5A0-22659BCCBDB5}" dt="2022-02-09T01:04:12.421" v="4144" actId="14100"/>
      <pc:docMkLst>
        <pc:docMk/>
      </pc:docMkLst>
      <pc:sldChg chg="modSp">
        <pc:chgData name="Tim McIntosh" userId="80c4542c76bccb85" providerId="LiveId" clId="{40026388-F5B8-43E0-A5A0-22659BCCBDB5}" dt="2022-02-09T01:04:12.421" v="4144" actId="14100"/>
        <pc:sldMkLst>
          <pc:docMk/>
          <pc:sldMk cId="0" sldId="260"/>
        </pc:sldMkLst>
        <pc:spChg chg="mod">
          <ac:chgData name="Tim McIntosh" userId="80c4542c76bccb85" providerId="LiveId" clId="{40026388-F5B8-43E0-A5A0-22659BCCBDB5}" dt="2022-02-09T01:04:12.421" v="4144" actId="14100"/>
          <ac:spMkLst>
            <pc:docMk/>
            <pc:sldMk cId="0" sldId="260"/>
            <ac:spMk id="18434" creationId="{7011D958-7B17-483C-B07B-1B379F607C55}"/>
          </ac:spMkLst>
        </pc:spChg>
      </pc:sldChg>
      <pc:sldChg chg="del">
        <pc:chgData name="Tim McIntosh" userId="80c4542c76bccb85" providerId="LiveId" clId="{40026388-F5B8-43E0-A5A0-22659BCCBDB5}" dt="2022-01-12T04:04:44.460" v="3610" actId="47"/>
        <pc:sldMkLst>
          <pc:docMk/>
          <pc:sldMk cId="0" sldId="262"/>
        </pc:sldMkLst>
      </pc:sldChg>
      <pc:sldChg chg="modSp mod">
        <pc:chgData name="Tim McIntosh" userId="80c4542c76bccb85" providerId="LiveId" clId="{40026388-F5B8-43E0-A5A0-22659BCCBDB5}" dt="2022-02-09T00:52:32.989" v="3615" actId="1076"/>
        <pc:sldMkLst>
          <pc:docMk/>
          <pc:sldMk cId="0" sldId="263"/>
        </pc:sldMkLst>
        <pc:spChg chg="mod">
          <ac:chgData name="Tim McIntosh" userId="80c4542c76bccb85" providerId="LiveId" clId="{40026388-F5B8-43E0-A5A0-22659BCCBDB5}" dt="2022-02-09T00:52:32.989" v="3615" actId="1076"/>
          <ac:spMkLst>
            <pc:docMk/>
            <pc:sldMk cId="0" sldId="263"/>
            <ac:spMk id="22531" creationId="{11F364B8-9E55-4D33-84A1-D572CD6C3E86}"/>
          </ac:spMkLst>
        </pc:spChg>
      </pc:sldChg>
      <pc:sldChg chg="modSp mod">
        <pc:chgData name="Tim McIntosh" userId="80c4542c76bccb85" providerId="LiveId" clId="{40026388-F5B8-43E0-A5A0-22659BCCBDB5}" dt="2022-02-09T00:53:55.232" v="3633" actId="313"/>
        <pc:sldMkLst>
          <pc:docMk/>
          <pc:sldMk cId="0" sldId="264"/>
        </pc:sldMkLst>
        <pc:spChg chg="mod">
          <ac:chgData name="Tim McIntosh" userId="80c4542c76bccb85" providerId="LiveId" clId="{40026388-F5B8-43E0-A5A0-22659BCCBDB5}" dt="2022-02-09T00:53:24.654" v="3620"/>
          <ac:spMkLst>
            <pc:docMk/>
            <pc:sldMk cId="0" sldId="264"/>
            <ac:spMk id="6146" creationId="{23420AC8-E61C-458D-9532-7C3A2E114EAB}"/>
          </ac:spMkLst>
        </pc:spChg>
        <pc:spChg chg="mod">
          <ac:chgData name="Tim McIntosh" userId="80c4542c76bccb85" providerId="LiveId" clId="{40026388-F5B8-43E0-A5A0-22659BCCBDB5}" dt="2022-02-09T00:53:55.232" v="3633" actId="313"/>
          <ac:spMkLst>
            <pc:docMk/>
            <pc:sldMk cId="0" sldId="264"/>
            <ac:spMk id="23555" creationId="{2D765F26-F4C3-4C79-A70A-3579B29A9517}"/>
          </ac:spMkLst>
        </pc:spChg>
      </pc:sldChg>
      <pc:sldChg chg="modSp del mod">
        <pc:chgData name="Tim McIntosh" userId="80c4542c76bccb85" providerId="LiveId" clId="{40026388-F5B8-43E0-A5A0-22659BCCBDB5}" dt="2022-01-11T00:15:28.254" v="1042" actId="2696"/>
        <pc:sldMkLst>
          <pc:docMk/>
          <pc:sldMk cId="2078771512" sldId="265"/>
        </pc:sldMkLst>
        <pc:spChg chg="mod">
          <ac:chgData name="Tim McIntosh" userId="80c4542c76bccb85" providerId="LiveId" clId="{40026388-F5B8-43E0-A5A0-22659BCCBDB5}" dt="2022-01-10T10:30:02.170" v="516" actId="1076"/>
          <ac:spMkLst>
            <pc:docMk/>
            <pc:sldMk cId="2078771512" sldId="265"/>
            <ac:spMk id="24579" creationId="{F3DF4269-9F66-4FF8-828C-9294965EF791}"/>
          </ac:spMkLst>
        </pc:spChg>
      </pc:sldChg>
      <pc:sldChg chg="modSp add mod">
        <pc:chgData name="Tim McIntosh" userId="80c4542c76bccb85" providerId="LiveId" clId="{40026388-F5B8-43E0-A5A0-22659BCCBDB5}" dt="2022-02-09T00:56:18.092" v="3697" actId="20577"/>
        <pc:sldMkLst>
          <pc:docMk/>
          <pc:sldMk cId="3474458692" sldId="266"/>
        </pc:sldMkLst>
        <pc:spChg chg="mod">
          <ac:chgData name="Tim McIntosh" userId="80c4542c76bccb85" providerId="LiveId" clId="{40026388-F5B8-43E0-A5A0-22659BCCBDB5}" dt="2022-02-09T00:56:18.092" v="3697" actId="20577"/>
          <ac:spMkLst>
            <pc:docMk/>
            <pc:sldMk cId="3474458692" sldId="266"/>
            <ac:spMk id="3" creationId="{2A54259D-0124-4F7C-8EC1-4968F0788F20}"/>
          </ac:spMkLst>
        </pc:spChg>
        <pc:spChg chg="mod">
          <ac:chgData name="Tim McIntosh" userId="80c4542c76bccb85" providerId="LiveId" clId="{40026388-F5B8-43E0-A5A0-22659BCCBDB5}" dt="2022-02-09T00:55:45.641" v="3652" actId="20577"/>
          <ac:spMkLst>
            <pc:docMk/>
            <pc:sldMk cId="3474458692" sldId="266"/>
            <ac:spMk id="6146" creationId="{4B96BD86-4D61-4E04-837A-26BBE7A7E152}"/>
          </ac:spMkLst>
        </pc:spChg>
      </pc:sldChg>
      <pc:sldChg chg="modSp del mod">
        <pc:chgData name="Tim McIntosh" userId="80c4542c76bccb85" providerId="LiveId" clId="{40026388-F5B8-43E0-A5A0-22659BCCBDB5}" dt="2022-02-09T00:59:27.674" v="3960" actId="20577"/>
        <pc:sldMkLst>
          <pc:docMk/>
          <pc:sldMk cId="2436612075" sldId="267"/>
        </pc:sldMkLst>
        <pc:spChg chg="mod">
          <ac:chgData name="Tim McIntosh" userId="80c4542c76bccb85" providerId="LiveId" clId="{40026388-F5B8-43E0-A5A0-22659BCCBDB5}" dt="2022-02-09T00:59:05.824" v="3840" actId="20577"/>
          <ac:spMkLst>
            <pc:docMk/>
            <pc:sldMk cId="2436612075" sldId="267"/>
            <ac:spMk id="6146" creationId="{BCA2ADD3-2E34-4DC0-8AC9-1F2AA6AB2E88}"/>
          </ac:spMkLst>
        </pc:spChg>
        <pc:spChg chg="mod">
          <ac:chgData name="Tim McIntosh" userId="80c4542c76bccb85" providerId="LiveId" clId="{40026388-F5B8-43E0-A5A0-22659BCCBDB5}" dt="2022-02-09T00:59:27.674" v="3960" actId="20577"/>
          <ac:spMkLst>
            <pc:docMk/>
            <pc:sldMk cId="2436612075" sldId="267"/>
            <ac:spMk id="26627" creationId="{C4946B8A-C445-4267-8FE9-0BEEA53361FB}"/>
          </ac:spMkLst>
        </pc:spChg>
      </pc:sldChg>
      <pc:sldChg chg="del">
        <pc:chgData name="Tim McIntosh" userId="80c4542c76bccb85" providerId="LiveId" clId="{40026388-F5B8-43E0-A5A0-22659BCCBDB5}" dt="2022-01-11T00:15:28.254" v="1042" actId="2696"/>
        <pc:sldMkLst>
          <pc:docMk/>
          <pc:sldMk cId="3124040730" sldId="268"/>
        </pc:sldMkLst>
      </pc:sldChg>
      <pc:sldChg chg="modSp add mod">
        <pc:chgData name="Tim McIntosh" userId="80c4542c76bccb85" providerId="LiveId" clId="{40026388-F5B8-43E0-A5A0-22659BCCBDB5}" dt="2022-02-09T01:01:22.025" v="4029" actId="948"/>
        <pc:sldMkLst>
          <pc:docMk/>
          <pc:sldMk cId="827405938" sldId="270"/>
        </pc:sldMkLst>
        <pc:spChg chg="mod">
          <ac:chgData name="Tim McIntosh" userId="80c4542c76bccb85" providerId="LiveId" clId="{40026388-F5B8-43E0-A5A0-22659BCCBDB5}" dt="2022-02-09T00:59:40.874" v="3961" actId="20577"/>
          <ac:spMkLst>
            <pc:docMk/>
            <pc:sldMk cId="827405938" sldId="270"/>
            <ac:spMk id="6146" creationId="{24205FA9-038C-4104-80FA-C7DA3010DF7C}"/>
          </ac:spMkLst>
        </pc:spChg>
        <pc:spChg chg="mod">
          <ac:chgData name="Tim McIntosh" userId="80c4542c76bccb85" providerId="LiveId" clId="{40026388-F5B8-43E0-A5A0-22659BCCBDB5}" dt="2022-02-09T01:01:22.025" v="4029" actId="948"/>
          <ac:spMkLst>
            <pc:docMk/>
            <pc:sldMk cId="827405938" sldId="270"/>
            <ac:spMk id="29699" creationId="{6234B5D1-3058-450E-9804-6D29F7E2F534}"/>
          </ac:spMkLst>
        </pc:spChg>
      </pc:sldChg>
      <pc:sldChg chg="modSp add mod">
        <pc:chgData name="Tim McIntosh" userId="80c4542c76bccb85" providerId="LiveId" clId="{40026388-F5B8-43E0-A5A0-22659BCCBDB5}" dt="2022-02-09T01:03:13.491" v="4140" actId="207"/>
        <pc:sldMkLst>
          <pc:docMk/>
          <pc:sldMk cId="2637239155" sldId="271"/>
        </pc:sldMkLst>
        <pc:spChg chg="mod">
          <ac:chgData name="Tim McIntosh" userId="80c4542c76bccb85" providerId="LiveId" clId="{40026388-F5B8-43E0-A5A0-22659BCCBDB5}" dt="2022-02-09T01:03:13.491" v="4140" actId="207"/>
          <ac:spMkLst>
            <pc:docMk/>
            <pc:sldMk cId="2637239155" sldId="271"/>
            <ac:spMk id="3" creationId="{2A54259D-0124-4F7C-8EC1-4968F0788F20}"/>
          </ac:spMkLst>
        </pc:spChg>
      </pc:sldChg>
      <pc:sldChg chg="del">
        <pc:chgData name="Tim McIntosh" userId="80c4542c76bccb85" providerId="LiveId" clId="{40026388-F5B8-43E0-A5A0-22659BCCBDB5}" dt="2022-01-11T00:15:28.254" v="1042" actId="2696"/>
        <pc:sldMkLst>
          <pc:docMk/>
          <pc:sldMk cId="2999577684" sldId="271"/>
        </pc:sldMkLst>
      </pc:sldChg>
      <pc:sldChg chg="modSp add del mod">
        <pc:chgData name="Tim McIntosh" userId="80c4542c76bccb85" providerId="LiveId" clId="{40026388-F5B8-43E0-A5A0-22659BCCBDB5}" dt="2022-01-10T22:51:39.179" v="517" actId="2696"/>
        <pc:sldMkLst>
          <pc:docMk/>
          <pc:sldMk cId="1373153215" sldId="272"/>
        </pc:sldMkLst>
        <pc:spChg chg="mod">
          <ac:chgData name="Tim McIntosh" userId="80c4542c76bccb85" providerId="LiveId" clId="{40026388-F5B8-43E0-A5A0-22659BCCBDB5}" dt="2022-01-10T10:20:36.225" v="182" actId="27636"/>
          <ac:spMkLst>
            <pc:docMk/>
            <pc:sldMk cId="1373153215" sldId="272"/>
            <ac:spMk id="6146" creationId="{C12AEA32-63AB-4568-82D8-6CF1315EBB57}"/>
          </ac:spMkLst>
        </pc:spChg>
        <pc:spChg chg="mod">
          <ac:chgData name="Tim McIntosh" userId="80c4542c76bccb85" providerId="LiveId" clId="{40026388-F5B8-43E0-A5A0-22659BCCBDB5}" dt="2022-01-10T10:22:27.065" v="294" actId="20577"/>
          <ac:spMkLst>
            <pc:docMk/>
            <pc:sldMk cId="1373153215" sldId="272"/>
            <ac:spMk id="24579" creationId="{F3DF4269-9F66-4FF8-828C-9294965EF791}"/>
          </ac:spMkLst>
        </pc:spChg>
      </pc:sldChg>
      <pc:sldChg chg="modSp add mod">
        <pc:chgData name="Tim McIntosh" userId="80c4542c76bccb85" providerId="LiveId" clId="{40026388-F5B8-43E0-A5A0-22659BCCBDB5}" dt="2022-01-11T00:37:18.293" v="1522" actId="20577"/>
        <pc:sldMkLst>
          <pc:docMk/>
          <pc:sldMk cId="2602595201" sldId="272"/>
        </pc:sldMkLst>
        <pc:spChg chg="mod">
          <ac:chgData name="Tim McIntosh" userId="80c4542c76bccb85" providerId="LiveId" clId="{40026388-F5B8-43E0-A5A0-22659BCCBDB5}" dt="2022-01-11T00:37:18.293" v="1522" actId="20577"/>
          <ac:spMkLst>
            <pc:docMk/>
            <pc:sldMk cId="2602595201" sldId="272"/>
            <ac:spMk id="6146" creationId="{C12AEA32-63AB-4568-82D8-6CF1315EBB57}"/>
          </ac:spMkLst>
        </pc:spChg>
      </pc:sldChg>
      <pc:sldChg chg="modSp add mod">
        <pc:chgData name="Tim McIntosh" userId="80c4542c76bccb85" providerId="LiveId" clId="{40026388-F5B8-43E0-A5A0-22659BCCBDB5}" dt="2022-02-09T00:54:59.023" v="3640" actId="20577"/>
        <pc:sldMkLst>
          <pc:docMk/>
          <pc:sldMk cId="1093417344" sldId="273"/>
        </pc:sldMkLst>
        <pc:spChg chg="mod">
          <ac:chgData name="Tim McIntosh" userId="80c4542c76bccb85" providerId="LiveId" clId="{40026388-F5B8-43E0-A5A0-22659BCCBDB5}" dt="2022-01-11T00:37:25.431" v="1540" actId="20577"/>
          <ac:spMkLst>
            <pc:docMk/>
            <pc:sldMk cId="1093417344" sldId="273"/>
            <ac:spMk id="6146" creationId="{C12AEA32-63AB-4568-82D8-6CF1315EBB57}"/>
          </ac:spMkLst>
        </pc:spChg>
        <pc:spChg chg="mod">
          <ac:chgData name="Tim McIntosh" userId="80c4542c76bccb85" providerId="LiveId" clId="{40026388-F5B8-43E0-A5A0-22659BCCBDB5}" dt="2022-02-09T00:54:59.023" v="3640" actId="20577"/>
          <ac:spMkLst>
            <pc:docMk/>
            <pc:sldMk cId="1093417344" sldId="273"/>
            <ac:spMk id="24579" creationId="{F3DF4269-9F66-4FF8-828C-9294965EF791}"/>
          </ac:spMkLst>
        </pc:spChg>
      </pc:sldChg>
      <pc:sldChg chg="modSp add del mod">
        <pc:chgData name="Tim McIntosh" userId="80c4542c76bccb85" providerId="LiveId" clId="{40026388-F5B8-43E0-A5A0-22659BCCBDB5}" dt="2022-01-10T22:51:39.179" v="517" actId="2696"/>
        <pc:sldMkLst>
          <pc:docMk/>
          <pc:sldMk cId="2067347682" sldId="273"/>
        </pc:sldMkLst>
        <pc:spChg chg="mod">
          <ac:chgData name="Tim McIntosh" userId="80c4542c76bccb85" providerId="LiveId" clId="{40026388-F5B8-43E0-A5A0-22659BCCBDB5}" dt="2022-01-10T10:27:56.552" v="416" actId="20577"/>
          <ac:spMkLst>
            <pc:docMk/>
            <pc:sldMk cId="2067347682" sldId="273"/>
            <ac:spMk id="24579" creationId="{F3DF4269-9F66-4FF8-828C-9294965EF791}"/>
          </ac:spMkLst>
        </pc:spChg>
      </pc:sldChg>
      <pc:sldChg chg="addSp delSp modSp add mod ord">
        <pc:chgData name="Tim McIntosh" userId="80c4542c76bccb85" providerId="LiveId" clId="{40026388-F5B8-43E0-A5A0-22659BCCBDB5}" dt="2022-02-09T00:54:28.799" v="3639" actId="14100"/>
        <pc:sldMkLst>
          <pc:docMk/>
          <pc:sldMk cId="1577203092" sldId="274"/>
        </pc:sldMkLst>
        <pc:spChg chg="add del mod">
          <ac:chgData name="Tim McIntosh" userId="80c4542c76bccb85" providerId="LiveId" clId="{40026388-F5B8-43E0-A5A0-22659BCCBDB5}" dt="2022-01-10T22:53:21.112" v="580" actId="3680"/>
          <ac:spMkLst>
            <pc:docMk/>
            <pc:sldMk cId="1577203092" sldId="274"/>
            <ac:spMk id="3" creationId="{29E8137E-FAA0-4853-8B89-A5E1678D5C8A}"/>
          </ac:spMkLst>
        </pc:spChg>
        <pc:spChg chg="add mod">
          <ac:chgData name="Tim McIntosh" userId="80c4542c76bccb85" providerId="LiveId" clId="{40026388-F5B8-43E0-A5A0-22659BCCBDB5}" dt="2022-01-11T00:14:09.127" v="1041" actId="255"/>
          <ac:spMkLst>
            <pc:docMk/>
            <pc:sldMk cId="1577203092" sldId="274"/>
            <ac:spMk id="3" creationId="{657C257C-4756-4CFA-802E-09CB101C92CE}"/>
          </ac:spMkLst>
        </pc:spChg>
        <pc:spChg chg="mod">
          <ac:chgData name="Tim McIntosh" userId="80c4542c76bccb85" providerId="LiveId" clId="{40026388-F5B8-43E0-A5A0-22659BCCBDB5}" dt="2022-02-09T00:54:28.799" v="3639" actId="14100"/>
          <ac:spMkLst>
            <pc:docMk/>
            <pc:sldMk cId="1577203092" sldId="274"/>
            <ac:spMk id="6146" creationId="{C12AEA32-63AB-4568-82D8-6CF1315EBB57}"/>
          </ac:spMkLst>
        </pc:spChg>
        <pc:spChg chg="del">
          <ac:chgData name="Tim McIntosh" userId="80c4542c76bccb85" providerId="LiveId" clId="{40026388-F5B8-43E0-A5A0-22659BCCBDB5}" dt="2022-01-10T22:52:50.521" v="577" actId="478"/>
          <ac:spMkLst>
            <pc:docMk/>
            <pc:sldMk cId="1577203092" sldId="274"/>
            <ac:spMk id="24579" creationId="{F3DF4269-9F66-4FF8-828C-9294965EF791}"/>
          </ac:spMkLst>
        </pc:spChg>
        <pc:graphicFrameChg chg="add del mod ord modGraphic">
          <ac:chgData name="Tim McIntosh" userId="80c4542c76bccb85" providerId="LiveId" clId="{40026388-F5B8-43E0-A5A0-22659BCCBDB5}" dt="2022-01-10T22:53:16.220" v="579" actId="3680"/>
          <ac:graphicFrameMkLst>
            <pc:docMk/>
            <pc:sldMk cId="1577203092" sldId="274"/>
            <ac:graphicFrameMk id="4" creationId="{D451FFE8-11FC-4CBB-89ED-13DFC2F62243}"/>
          </ac:graphicFrameMkLst>
        </pc:graphicFrameChg>
        <pc:graphicFrameChg chg="add mod ord modGraphic">
          <ac:chgData name="Tim McIntosh" userId="80c4542c76bccb85" providerId="LiveId" clId="{40026388-F5B8-43E0-A5A0-22659BCCBDB5}" dt="2022-01-11T00:14:02.226" v="1038" actId="1076"/>
          <ac:graphicFrameMkLst>
            <pc:docMk/>
            <pc:sldMk cId="1577203092" sldId="274"/>
            <ac:graphicFrameMk id="5" creationId="{6A9E95DA-6B5A-4499-B24C-DA75458A81A3}"/>
          </ac:graphicFrameMkLst>
        </pc:graphicFrameChg>
      </pc:sldChg>
      <pc:sldChg chg="modSp add del mod">
        <pc:chgData name="Tim McIntosh" userId="80c4542c76bccb85" providerId="LiveId" clId="{40026388-F5B8-43E0-A5A0-22659BCCBDB5}" dt="2022-01-11T00:31:23.070" v="1081" actId="2696"/>
        <pc:sldMkLst>
          <pc:docMk/>
          <pc:sldMk cId="1139084609" sldId="275"/>
        </pc:sldMkLst>
        <pc:spChg chg="mod">
          <ac:chgData name="Tim McIntosh" userId="80c4542c76bccb85" providerId="LiveId" clId="{40026388-F5B8-43E0-A5A0-22659BCCBDB5}" dt="2022-01-11T00:31:07.820" v="1080" actId="20577"/>
          <ac:spMkLst>
            <pc:docMk/>
            <pc:sldMk cId="1139084609" sldId="275"/>
            <ac:spMk id="6146" creationId="{C12AEA32-63AB-4568-82D8-6CF1315EBB57}"/>
          </ac:spMkLst>
        </pc:spChg>
      </pc:sldChg>
      <pc:sldChg chg="addSp delSp modSp add mod">
        <pc:chgData name="Tim McIntosh" userId="80c4542c76bccb85" providerId="LiveId" clId="{40026388-F5B8-43E0-A5A0-22659BCCBDB5}" dt="2022-01-11T09:19:18.430" v="3596" actId="14100"/>
        <pc:sldMkLst>
          <pc:docMk/>
          <pc:sldMk cId="2446935371" sldId="275"/>
        </pc:sldMkLst>
        <pc:spChg chg="add del">
          <ac:chgData name="Tim McIntosh" userId="80c4542c76bccb85" providerId="LiveId" clId="{40026388-F5B8-43E0-A5A0-22659BCCBDB5}" dt="2022-01-11T00:32:32.079" v="1157"/>
          <ac:spMkLst>
            <pc:docMk/>
            <pc:sldMk cId="2446935371" sldId="275"/>
            <ac:spMk id="3" creationId="{B6BA37EE-4DBE-4F5E-BABA-3AB2E8ECDAAC}"/>
          </ac:spMkLst>
        </pc:spChg>
        <pc:spChg chg="mod">
          <ac:chgData name="Tim McIntosh" userId="80c4542c76bccb85" providerId="LiveId" clId="{40026388-F5B8-43E0-A5A0-22659BCCBDB5}" dt="2022-01-11T09:19:18.430" v="3596" actId="14100"/>
          <ac:spMkLst>
            <pc:docMk/>
            <pc:sldMk cId="2446935371" sldId="275"/>
            <ac:spMk id="6146" creationId="{C12AEA32-63AB-4568-82D8-6CF1315EBB57}"/>
          </ac:spMkLst>
        </pc:spChg>
        <pc:spChg chg="mod">
          <ac:chgData name="Tim McIntosh" userId="80c4542c76bccb85" providerId="LiveId" clId="{40026388-F5B8-43E0-A5A0-22659BCCBDB5}" dt="2022-01-11T00:33:33.917" v="1250" actId="14100"/>
          <ac:spMkLst>
            <pc:docMk/>
            <pc:sldMk cId="2446935371" sldId="275"/>
            <ac:spMk id="24579" creationId="{F3DF4269-9F66-4FF8-828C-9294965EF791}"/>
          </ac:spMkLst>
        </pc:spChg>
      </pc:sldChg>
      <pc:sldChg chg="modSp add mod">
        <pc:chgData name="Tim McIntosh" userId="80c4542c76bccb85" providerId="LiveId" clId="{40026388-F5B8-43E0-A5A0-22659BCCBDB5}" dt="2022-02-09T00:55:20.017" v="3641" actId="20577"/>
        <pc:sldMkLst>
          <pc:docMk/>
          <pc:sldMk cId="642007176" sldId="276"/>
        </pc:sldMkLst>
        <pc:spChg chg="mod">
          <ac:chgData name="Tim McIntosh" userId="80c4542c76bccb85" providerId="LiveId" clId="{40026388-F5B8-43E0-A5A0-22659BCCBDB5}" dt="2022-01-11T09:19:45.172" v="3609" actId="255"/>
          <ac:spMkLst>
            <pc:docMk/>
            <pc:sldMk cId="642007176" sldId="276"/>
            <ac:spMk id="6146" creationId="{C12AEA32-63AB-4568-82D8-6CF1315EBB57}"/>
          </ac:spMkLst>
        </pc:spChg>
        <pc:spChg chg="mod">
          <ac:chgData name="Tim McIntosh" userId="80c4542c76bccb85" providerId="LiveId" clId="{40026388-F5B8-43E0-A5A0-22659BCCBDB5}" dt="2022-02-09T00:55:20.017" v="3641" actId="20577"/>
          <ac:spMkLst>
            <pc:docMk/>
            <pc:sldMk cId="642007176" sldId="276"/>
            <ac:spMk id="24579" creationId="{F3DF4269-9F66-4FF8-828C-9294965EF791}"/>
          </ac:spMkLst>
        </pc:spChg>
      </pc:sldChg>
      <pc:sldChg chg="add del">
        <pc:chgData name="Tim McIntosh" userId="80c4542c76bccb85" providerId="LiveId" clId="{40026388-F5B8-43E0-A5A0-22659BCCBDB5}" dt="2022-01-11T00:33:42.748" v="1252" actId="47"/>
        <pc:sldMkLst>
          <pc:docMk/>
          <pc:sldMk cId="2551129213" sldId="277"/>
        </pc:sldMkLst>
      </pc:sldChg>
      <pc:sldChg chg="modSp add mod">
        <pc:chgData name="Tim McIntosh" userId="80c4542c76bccb85" providerId="LiveId" clId="{40026388-F5B8-43E0-A5A0-22659BCCBDB5}" dt="2022-02-09T01:03:51.757" v="4143" actId="1076"/>
        <pc:sldMkLst>
          <pc:docMk/>
          <pc:sldMk cId="2634690509" sldId="277"/>
        </pc:sldMkLst>
        <pc:spChg chg="mod">
          <ac:chgData name="Tim McIntosh" userId="80c4542c76bccb85" providerId="LiveId" clId="{40026388-F5B8-43E0-A5A0-22659BCCBDB5}" dt="2022-02-09T01:03:51.757" v="4143" actId="1076"/>
          <ac:spMkLst>
            <pc:docMk/>
            <pc:sldMk cId="2634690509" sldId="277"/>
            <ac:spMk id="6146" creationId="{23420AC8-E61C-458D-9532-7C3A2E114EAB}"/>
          </ac:spMkLst>
        </pc:spChg>
        <pc:spChg chg="mod">
          <ac:chgData name="Tim McIntosh" userId="80c4542c76bccb85" providerId="LiveId" clId="{40026388-F5B8-43E0-A5A0-22659BCCBDB5}" dt="2022-02-09T01:03:38.528" v="4141" actId="14100"/>
          <ac:spMkLst>
            <pc:docMk/>
            <pc:sldMk cId="2634690509" sldId="277"/>
            <ac:spMk id="23555" creationId="{2D765F26-F4C3-4C79-A70A-3579B29A9517}"/>
          </ac:spMkLst>
        </pc:spChg>
      </pc:sldChg>
      <pc:sldChg chg="add del">
        <pc:chgData name="Tim McIntosh" userId="80c4542c76bccb85" providerId="LiveId" clId="{40026388-F5B8-43E0-A5A0-22659BCCBDB5}" dt="2022-01-11T00:45:09.362" v="2109"/>
        <pc:sldMkLst>
          <pc:docMk/>
          <pc:sldMk cId="488027510" sldId="278"/>
        </pc:sldMkLst>
      </pc:sldChg>
      <pc:sldChg chg="modSp add mod">
        <pc:chgData name="Tim McIntosh" userId="80c4542c76bccb85" providerId="LiveId" clId="{40026388-F5B8-43E0-A5A0-22659BCCBDB5}" dt="2022-02-09T00:52:50.410" v="3617" actId="114"/>
        <pc:sldMkLst>
          <pc:docMk/>
          <pc:sldMk cId="1987218006" sldId="278"/>
        </pc:sldMkLst>
        <pc:spChg chg="mod">
          <ac:chgData name="Tim McIntosh" userId="80c4542c76bccb85" providerId="LiveId" clId="{40026388-F5B8-43E0-A5A0-22659BCCBDB5}" dt="2022-01-11T00:48:13.367" v="2521" actId="20577"/>
          <ac:spMkLst>
            <pc:docMk/>
            <pc:sldMk cId="1987218006" sldId="278"/>
            <ac:spMk id="6146" creationId="{190BDBBE-2518-4DC2-A8A5-7B1347851768}"/>
          </ac:spMkLst>
        </pc:spChg>
        <pc:spChg chg="mod">
          <ac:chgData name="Tim McIntosh" userId="80c4542c76bccb85" providerId="LiveId" clId="{40026388-F5B8-43E0-A5A0-22659BCCBDB5}" dt="2022-02-09T00:52:50.410" v="3617" actId="114"/>
          <ac:spMkLst>
            <pc:docMk/>
            <pc:sldMk cId="1987218006" sldId="278"/>
            <ac:spMk id="22531" creationId="{11F364B8-9E55-4D33-84A1-D572CD6C3E86}"/>
          </ac:spMkLst>
        </pc:spChg>
      </pc:sldChg>
      <pc:sldChg chg="modSp add mod">
        <pc:chgData name="Tim McIntosh" userId="80c4542c76bccb85" providerId="LiveId" clId="{40026388-F5B8-43E0-A5A0-22659BCCBDB5}" dt="2022-02-09T00:53:13.812" v="3619" actId="1076"/>
        <pc:sldMkLst>
          <pc:docMk/>
          <pc:sldMk cId="2480749934" sldId="279"/>
        </pc:sldMkLst>
        <pc:spChg chg="mod">
          <ac:chgData name="Tim McIntosh" userId="80c4542c76bccb85" providerId="LiveId" clId="{40026388-F5B8-43E0-A5A0-22659BCCBDB5}" dt="2022-01-11T00:48:39.118" v="2528" actId="20577"/>
          <ac:spMkLst>
            <pc:docMk/>
            <pc:sldMk cId="2480749934" sldId="279"/>
            <ac:spMk id="6146" creationId="{190BDBBE-2518-4DC2-A8A5-7B1347851768}"/>
          </ac:spMkLst>
        </pc:spChg>
        <pc:spChg chg="mod">
          <ac:chgData name="Tim McIntosh" userId="80c4542c76bccb85" providerId="LiveId" clId="{40026388-F5B8-43E0-A5A0-22659BCCBDB5}" dt="2022-02-09T00:53:13.812" v="3619" actId="1076"/>
          <ac:spMkLst>
            <pc:docMk/>
            <pc:sldMk cId="2480749934" sldId="279"/>
            <ac:spMk id="22531" creationId="{11F364B8-9E55-4D33-84A1-D572CD6C3E86}"/>
          </ac:spMkLst>
        </pc:spChg>
      </pc:sldChg>
      <pc:sldChg chg="modSp add mod">
        <pc:chgData name="Tim McIntosh" userId="80c4542c76bccb85" providerId="LiveId" clId="{40026388-F5B8-43E0-A5A0-22659BCCBDB5}" dt="2022-01-11T00:53:43.698" v="3068" actId="1076"/>
        <pc:sldMkLst>
          <pc:docMk/>
          <pc:sldMk cId="1363475473" sldId="280"/>
        </pc:sldMkLst>
        <pc:spChg chg="mod">
          <ac:chgData name="Tim McIntosh" userId="80c4542c76bccb85" providerId="LiveId" clId="{40026388-F5B8-43E0-A5A0-22659BCCBDB5}" dt="2022-01-11T00:51:10.665" v="2772" actId="20577"/>
          <ac:spMkLst>
            <pc:docMk/>
            <pc:sldMk cId="1363475473" sldId="280"/>
            <ac:spMk id="6146" creationId="{23420AC8-E61C-458D-9532-7C3A2E114EAB}"/>
          </ac:spMkLst>
        </pc:spChg>
        <pc:spChg chg="mod">
          <ac:chgData name="Tim McIntosh" userId="80c4542c76bccb85" providerId="LiveId" clId="{40026388-F5B8-43E0-A5A0-22659BCCBDB5}" dt="2022-01-11T00:53:43.698" v="3068" actId="1076"/>
          <ac:spMkLst>
            <pc:docMk/>
            <pc:sldMk cId="1363475473" sldId="280"/>
            <ac:spMk id="23555" creationId="{2D765F26-F4C3-4C79-A70A-3579B29A9517}"/>
          </ac:spMkLst>
        </pc:spChg>
      </pc:sldChg>
      <pc:sldChg chg="modSp add del mod">
        <pc:chgData name="Tim McIntosh" userId="80c4542c76bccb85" providerId="LiveId" clId="{40026388-F5B8-43E0-A5A0-22659BCCBDB5}" dt="2022-01-11T09:15:02.830" v="3214" actId="2696"/>
        <pc:sldMkLst>
          <pc:docMk/>
          <pc:sldMk cId="124540111" sldId="281"/>
        </pc:sldMkLst>
        <pc:spChg chg="mod">
          <ac:chgData name="Tim McIntosh" userId="80c4542c76bccb85" providerId="LiveId" clId="{40026388-F5B8-43E0-A5A0-22659BCCBDB5}" dt="2022-01-11T09:14:54.911" v="3213" actId="20577"/>
          <ac:spMkLst>
            <pc:docMk/>
            <pc:sldMk cId="124540111" sldId="281"/>
            <ac:spMk id="3" creationId="{2A54259D-0124-4F7C-8EC1-4968F0788F20}"/>
          </ac:spMkLst>
        </pc:spChg>
        <pc:spChg chg="mod">
          <ac:chgData name="Tim McIntosh" userId="80c4542c76bccb85" providerId="LiveId" clId="{40026388-F5B8-43E0-A5A0-22659BCCBDB5}" dt="2022-01-11T09:14:25.510" v="3096" actId="20577"/>
          <ac:spMkLst>
            <pc:docMk/>
            <pc:sldMk cId="124540111" sldId="281"/>
            <ac:spMk id="6146" creationId="{4B96BD86-4D61-4E04-837A-26BBE7A7E152}"/>
          </ac:spMkLst>
        </pc:spChg>
      </pc:sldChg>
      <pc:sldChg chg="modSp add mod">
        <pc:chgData name="Tim McIntosh" userId="80c4542c76bccb85" providerId="LiveId" clId="{40026388-F5B8-43E0-A5A0-22659BCCBDB5}" dt="2022-01-11T09:18:48.239" v="3562" actId="207"/>
        <pc:sldMkLst>
          <pc:docMk/>
          <pc:sldMk cId="2873145535" sldId="281"/>
        </pc:sldMkLst>
        <pc:spChg chg="mod">
          <ac:chgData name="Tim McIntosh" userId="80c4542c76bccb85" providerId="LiveId" clId="{40026388-F5B8-43E0-A5A0-22659BCCBDB5}" dt="2022-01-11T09:18:48.239" v="3562" actId="207"/>
          <ac:spMkLst>
            <pc:docMk/>
            <pc:sldMk cId="2873145535" sldId="281"/>
            <ac:spMk id="3" creationId="{2A54259D-0124-4F7C-8EC1-4968F0788F20}"/>
          </ac:spMkLst>
        </pc:spChg>
        <pc:spChg chg="mod">
          <ac:chgData name="Tim McIntosh" userId="80c4542c76bccb85" providerId="LiveId" clId="{40026388-F5B8-43E0-A5A0-22659BCCBDB5}" dt="2022-01-11T09:15:25.362" v="3269" actId="20577"/>
          <ac:spMkLst>
            <pc:docMk/>
            <pc:sldMk cId="2873145535" sldId="281"/>
            <ac:spMk id="6146" creationId="{4B96BD86-4D61-4E04-837A-26BBE7A7E15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D888D3-E0B3-4EC8-A0F8-AF7221993A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AU"/>
          </a:p>
        </p:txBody>
      </p:sp>
      <p:sp>
        <p:nvSpPr>
          <p:cNvPr id="3" name="Date Placeholder 2">
            <a:extLst>
              <a:ext uri="{FF2B5EF4-FFF2-40B4-BE49-F238E27FC236}">
                <a16:creationId xmlns:a16="http://schemas.microsoft.com/office/drawing/2014/main" id="{C38706D2-77D8-407C-A72D-20BBC22DB2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38AF6E5-6A99-4991-BBC1-EAD7CBCD643F}" type="datetimeFigureOut">
              <a:rPr lang="en-AU"/>
              <a:pPr>
                <a:defRPr/>
              </a:pPr>
              <a:t>11/05/2026</a:t>
            </a:fld>
            <a:endParaRPr lang="en-AU"/>
          </a:p>
        </p:txBody>
      </p:sp>
      <p:sp>
        <p:nvSpPr>
          <p:cNvPr id="4" name="Footer Placeholder 3">
            <a:extLst>
              <a:ext uri="{FF2B5EF4-FFF2-40B4-BE49-F238E27FC236}">
                <a16:creationId xmlns:a16="http://schemas.microsoft.com/office/drawing/2014/main" id="{075AA8F4-8CE8-419C-93D9-32E6EB8748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r>
              <a:rPr lang="en-AU"/>
              <a:t>MGM1201 Introduction to Management</a:t>
            </a:r>
          </a:p>
        </p:txBody>
      </p:sp>
      <p:sp>
        <p:nvSpPr>
          <p:cNvPr id="5" name="Slide Number Placeholder 4">
            <a:extLst>
              <a:ext uri="{FF2B5EF4-FFF2-40B4-BE49-F238E27FC236}">
                <a16:creationId xmlns:a16="http://schemas.microsoft.com/office/drawing/2014/main" id="{B7FAE922-90BD-4BEB-B517-77994FA7133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8EB6C266-7148-4A73-9792-6361C0E7D9CE}"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C9D7FC-AE7B-4171-9664-F81F340972E2}"/>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Narrow" pitchFamily="34" charset="0"/>
                <a:cs typeface="Arial" charset="0"/>
              </a:defRPr>
            </a:lvl1pPr>
          </a:lstStyle>
          <a:p>
            <a:pPr>
              <a:defRPr/>
            </a:pPr>
            <a:endParaRPr lang="en-AU"/>
          </a:p>
        </p:txBody>
      </p:sp>
      <p:sp>
        <p:nvSpPr>
          <p:cNvPr id="3" name="Date Placeholder 2">
            <a:extLst>
              <a:ext uri="{FF2B5EF4-FFF2-40B4-BE49-F238E27FC236}">
                <a16:creationId xmlns:a16="http://schemas.microsoft.com/office/drawing/2014/main" id="{A570DDF3-705A-4AD4-BB96-1812D9EDCDBE}"/>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Narrow" pitchFamily="34" charset="0"/>
                <a:cs typeface="Arial" charset="0"/>
              </a:defRPr>
            </a:lvl1pPr>
          </a:lstStyle>
          <a:p>
            <a:pPr>
              <a:defRPr/>
            </a:pPr>
            <a:fld id="{91F64CF8-3EFE-421F-BD7A-0A9B398E75CD}" type="datetimeFigureOut">
              <a:rPr lang="en-US"/>
              <a:pPr>
                <a:defRPr/>
              </a:pPr>
              <a:t>5/11/2026</a:t>
            </a:fld>
            <a:endParaRPr lang="en-AU"/>
          </a:p>
        </p:txBody>
      </p:sp>
      <p:sp>
        <p:nvSpPr>
          <p:cNvPr id="4" name="Slide Image Placeholder 3">
            <a:extLst>
              <a:ext uri="{FF2B5EF4-FFF2-40B4-BE49-F238E27FC236}">
                <a16:creationId xmlns:a16="http://schemas.microsoft.com/office/drawing/2014/main" id="{D28F1839-C53D-4FDD-9833-C60E30978FE9}"/>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dirty="0"/>
          </a:p>
        </p:txBody>
      </p:sp>
      <p:sp>
        <p:nvSpPr>
          <p:cNvPr id="5" name="Notes Placeholder 4">
            <a:extLst>
              <a:ext uri="{FF2B5EF4-FFF2-40B4-BE49-F238E27FC236}">
                <a16:creationId xmlns:a16="http://schemas.microsoft.com/office/drawing/2014/main" id="{FB5005B8-2463-4395-A223-76E74F3A1BCD}"/>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a:extLst>
              <a:ext uri="{FF2B5EF4-FFF2-40B4-BE49-F238E27FC236}">
                <a16:creationId xmlns:a16="http://schemas.microsoft.com/office/drawing/2014/main" id="{8EAB34A1-0E20-4E59-AEDA-1BEB43815DAE}"/>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Narrow" pitchFamily="34" charset="0"/>
                <a:cs typeface="Arial" charset="0"/>
              </a:defRPr>
            </a:lvl1pPr>
          </a:lstStyle>
          <a:p>
            <a:pPr>
              <a:defRPr/>
            </a:pPr>
            <a:r>
              <a:rPr lang="en-AU"/>
              <a:t>MGM1201 Introduction to Management</a:t>
            </a:r>
          </a:p>
        </p:txBody>
      </p:sp>
      <p:sp>
        <p:nvSpPr>
          <p:cNvPr id="7" name="Slide Number Placeholder 6">
            <a:extLst>
              <a:ext uri="{FF2B5EF4-FFF2-40B4-BE49-F238E27FC236}">
                <a16:creationId xmlns:a16="http://schemas.microsoft.com/office/drawing/2014/main" id="{573234FB-833F-4B2C-A50C-511DF918317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Narrow" panose="020B0606020202030204" pitchFamily="34" charset="0"/>
              </a:defRPr>
            </a:lvl1pPr>
          </a:lstStyle>
          <a:p>
            <a:pPr>
              <a:defRPr/>
            </a:pPr>
            <a:fld id="{D02EFCD8-A2D0-4328-B179-5217C2DCF70B}"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Narrow"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Narrow"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Narrow"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Narrow"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Narrow"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1</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86</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D18DDF8-BBAF-4CA3-8385-C9F26D1FA90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1279088-81E5-42AE-A449-F335DB56FCF5}"/>
              </a:ext>
            </a:extLst>
          </p:cNvPr>
          <p:cNvSpPr>
            <a:spLocks noGrp="1"/>
          </p:cNvSpPr>
          <p:nvPr>
            <p:ph type="ftr" sz="quarter" idx="11"/>
          </p:nvPr>
        </p:nvSpPr>
        <p:spPr/>
        <p:txBody>
          <a:bodyPr/>
          <a:lstStyle>
            <a:lvl1pPr>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0FDB2800-BB2A-42FC-A1F7-6D65D43264BF}"/>
              </a:ext>
            </a:extLst>
          </p:cNvPr>
          <p:cNvSpPr>
            <a:spLocks noGrp="1"/>
          </p:cNvSpPr>
          <p:nvPr>
            <p:ph type="sldNum" sz="quarter" idx="12"/>
          </p:nvPr>
        </p:nvSpPr>
        <p:spPr/>
        <p:txBody>
          <a:bodyPr/>
          <a:lstStyle>
            <a:lvl1pPr>
              <a:defRPr/>
            </a:lvl1pPr>
          </a:lstStyle>
          <a:p>
            <a:pPr>
              <a:defRPr/>
            </a:pPr>
            <a:fld id="{D195665D-46DE-48AA-A147-583A9E243055}" type="slidenum">
              <a:rPr lang="en-US" altLang="en-US"/>
              <a:pPr>
                <a:defRPr/>
              </a:pPr>
              <a:t>‹#›</a:t>
            </a:fld>
            <a:endParaRPr lang="en-US" altLang="en-US"/>
          </a:p>
        </p:txBody>
      </p:sp>
    </p:spTree>
    <p:extLst>
      <p:ext uri="{BB962C8B-B14F-4D97-AF65-F5344CB8AC3E}">
        <p14:creationId xmlns:p14="http://schemas.microsoft.com/office/powerpoint/2010/main" val="3092058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987425" y="2424114"/>
            <a:ext cx="4208463" cy="754516"/>
          </a:xfrm>
        </p:spPr>
        <p:txBody>
          <a:bodyPr>
            <a:normAutofit/>
          </a:bodyPr>
          <a:lstStyle>
            <a:lvl1pPr>
              <a:buNone/>
              <a:defRPr sz="4000" b="1">
                <a:solidFill>
                  <a:schemeClr val="accent3">
                    <a:lumMod val="75000"/>
                  </a:schemeClr>
                </a:solidFill>
              </a:defRPr>
            </a:lvl1pPr>
          </a:lstStyle>
          <a:p>
            <a:pPr lvl="0"/>
            <a:r>
              <a:rPr lang="en-US"/>
              <a:t>Click to edit Master text styles</a:t>
            </a:r>
          </a:p>
        </p:txBody>
      </p:sp>
      <p:sp>
        <p:nvSpPr>
          <p:cNvPr id="11" name="Text Placeholder 10"/>
          <p:cNvSpPr>
            <a:spLocks noGrp="1"/>
          </p:cNvSpPr>
          <p:nvPr>
            <p:ph type="body" sz="quarter" idx="14"/>
          </p:nvPr>
        </p:nvSpPr>
        <p:spPr>
          <a:xfrm>
            <a:off x="987425" y="3429000"/>
            <a:ext cx="7300913" cy="2565400"/>
          </a:xfrm>
        </p:spPr>
        <p:txBody>
          <a:bodyPr>
            <a:normAutofit/>
          </a:bodyPr>
          <a:lstStyle>
            <a:lvl1pPr>
              <a:buNone/>
              <a:defRPr sz="4000">
                <a:solidFill>
                  <a:schemeClr val="accent3">
                    <a:lumMod val="75000"/>
                  </a:schemeClr>
                </a:solidFill>
                <a:latin typeface="Arial Narrow" pitchFamily="34" charset="0"/>
              </a:defRPr>
            </a:lvl1pPr>
          </a:lstStyle>
          <a:p>
            <a:pPr lvl="0"/>
            <a:endParaRPr lang="en-AU" dirty="0"/>
          </a:p>
        </p:txBody>
      </p:sp>
    </p:spTree>
    <p:extLst>
      <p:ext uri="{BB962C8B-B14F-4D97-AF65-F5344CB8AC3E}">
        <p14:creationId xmlns:p14="http://schemas.microsoft.com/office/powerpoint/2010/main" val="9700685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AF0ADA-31EF-4C37-BFB4-6846F8CC73AD}"/>
              </a:ext>
            </a:extLst>
          </p:cNvPr>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D5F093B2-0F82-47F8-A8E7-F20180BAC978}"/>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C97CA925-85C2-4A83-ADE3-8FCC18A86A36}"/>
              </a:ext>
            </a:extLst>
          </p:cNvPr>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077" name="Text Placeholder 2">
            <a:extLst>
              <a:ext uri="{FF2B5EF4-FFF2-40B4-BE49-F238E27FC236}">
                <a16:creationId xmlns:a16="http://schemas.microsoft.com/office/drawing/2014/main" id="{2D186389-A230-473D-BE88-C2B1FB76B0D3}"/>
              </a:ext>
            </a:extLst>
          </p:cNvPr>
          <p:cNvSpPr>
            <a:spLocks noGrp="1" noChangeArrowheads="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9CAD95A-D7C1-4161-B153-68D2FB5531E3}"/>
              </a:ext>
            </a:extLst>
          </p:cNvPr>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a:extLst>
              <a:ext uri="{FF2B5EF4-FFF2-40B4-BE49-F238E27FC236}">
                <a16:creationId xmlns:a16="http://schemas.microsoft.com/office/drawing/2014/main" id="{EFEE9959-195D-4693-AA37-953BDC04C6FE}"/>
              </a:ext>
            </a:extLst>
          </p:cNvPr>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87BDC37D-D0BA-42B9-9D61-2CF676F40B33}"/>
              </a:ext>
            </a:extLst>
          </p:cNvPr>
          <p:cNvSpPr>
            <a:spLocks noGrp="1"/>
          </p:cNvSpPr>
          <p:nvPr>
            <p:ph type="sldNum" sz="quarter" idx="4"/>
          </p:nvPr>
        </p:nvSpPr>
        <p:spPr>
          <a:xfrm>
            <a:off x="7424738" y="6459538"/>
            <a:ext cx="984250"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FFFFFF"/>
                </a:solidFill>
              </a:defRPr>
            </a:lvl1pPr>
          </a:lstStyle>
          <a:p>
            <a:pPr>
              <a:defRPr/>
            </a:pPr>
            <a:fld id="{55BE3CB0-5624-47F4-A482-33D6D62E6D59}"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8FB8F089-64D3-47EA-93ED-A369A77005E1}"/>
              </a:ext>
            </a:extLst>
          </p:cNvPr>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71" r:id="rId1"/>
    <p:sldLayoutId id="2147483981" r:id="rId2"/>
  </p:sldLayoutIdLst>
  <p:hf hd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FbbeCcBRYkY"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802yQd8TNf8" TargetMode="Externa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6N_0uc6KctE" TargetMode="Externa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538956" y="920381"/>
            <a:ext cx="8605044" cy="3788019"/>
          </a:xfrm>
        </p:spPr>
        <p:txBody>
          <a:bodyPr anchor="ctr"/>
          <a:lstStyle/>
          <a:p>
            <a:pPr algn="ctr" eaLnBrk="1" hangingPunct="1">
              <a:spcBef>
                <a:spcPts val="600"/>
              </a:spcBef>
              <a:spcAft>
                <a:spcPts val="2400"/>
              </a:spcAft>
            </a:pPr>
            <a:r>
              <a:rPr lang="en-AU" altLang="en-US" sz="5400" dirty="0">
                <a:solidFill>
                  <a:srgbClr val="00B0F0"/>
                </a:solidFill>
              </a:rPr>
              <a:t>ICT</a:t>
            </a:r>
            <a:r>
              <a:rPr lang="en-US" altLang="zh-CN" sz="5400" dirty="0">
                <a:solidFill>
                  <a:srgbClr val="00B0F0"/>
                </a:solidFill>
              </a:rPr>
              <a:t>502</a:t>
            </a:r>
            <a:endParaRPr lang="en-AU" altLang="en-US" sz="5400" dirty="0">
              <a:solidFill>
                <a:srgbClr val="00B0F0"/>
              </a:solidFill>
            </a:endParaRPr>
          </a:p>
          <a:p>
            <a:pPr algn="ctr" eaLnBrk="1" hangingPunct="1">
              <a:spcBef>
                <a:spcPts val="600"/>
              </a:spcBef>
              <a:spcAft>
                <a:spcPts val="2400"/>
              </a:spcAft>
            </a:pPr>
            <a:r>
              <a:rPr lang="en-AU" altLang="en-US" sz="5400" dirty="0">
                <a:solidFill>
                  <a:srgbClr val="00B0F0"/>
                </a:solidFill>
              </a:rPr>
              <a:t>Week </a:t>
            </a:r>
            <a:r>
              <a:rPr lang="en-US" altLang="en-US" sz="5400" dirty="0">
                <a:solidFill>
                  <a:srgbClr val="00B0F0"/>
                </a:solidFill>
              </a:rPr>
              <a:t>6</a:t>
            </a:r>
            <a:r>
              <a:rPr lang="en-AU" altLang="en-US" sz="5400" dirty="0">
                <a:solidFill>
                  <a:srgbClr val="00B0F0"/>
                </a:solidFill>
              </a:rPr>
              <a:t>: </a:t>
            </a:r>
            <a:r>
              <a:rPr lang="en-AU" sz="5400" dirty="0">
                <a:solidFill>
                  <a:srgbClr val="00B0F0"/>
                </a:solidFill>
              </a:rPr>
              <a:t>Project Implementation</a:t>
            </a:r>
          </a:p>
          <a:p>
            <a:pPr algn="ctr" eaLnBrk="1" hangingPunct="1">
              <a:spcBef>
                <a:spcPts val="600"/>
              </a:spcBef>
              <a:spcAft>
                <a:spcPts val="2400"/>
              </a:spcAft>
            </a:pPr>
            <a:endParaRPr lang="en-AU" altLang="en-US" sz="5400" dirty="0">
              <a:solidFill>
                <a:srgbClr val="00B0F0"/>
              </a:solidFill>
            </a:endParaRP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1</a:t>
            </a:fld>
            <a:endParaRPr lang="en-US" altLang="en-US" sz="1000">
              <a:solidFill>
                <a:schemeClr val="bg1"/>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sz="4800" b="1" dirty="0">
                <a:solidFill>
                  <a:srgbClr val="00B0F0"/>
                </a:solidFill>
              </a:rPr>
              <a:t>What we</a:t>
            </a:r>
            <a:r>
              <a:rPr lang="zh-CN" altLang="en-US" sz="4800" b="1" dirty="0">
                <a:solidFill>
                  <a:srgbClr val="00B0F0"/>
                </a:solidFill>
              </a:rPr>
              <a:t> </a:t>
            </a:r>
            <a:r>
              <a:rPr lang="en-US" altLang="zh-CN" sz="4800" b="1" dirty="0">
                <a:solidFill>
                  <a:srgbClr val="00B0F0"/>
                </a:solidFill>
              </a:rPr>
              <a:t>learned</a:t>
            </a:r>
            <a:r>
              <a:rPr lang="zh-CN" altLang="en-US" sz="4800" b="1" dirty="0">
                <a:solidFill>
                  <a:srgbClr val="00B0F0"/>
                </a:solidFill>
              </a:rPr>
              <a:t> </a:t>
            </a:r>
            <a:r>
              <a:rPr lang="en-US" altLang="zh-CN" sz="4800" b="1" dirty="0">
                <a:solidFill>
                  <a:srgbClr val="00B0F0"/>
                </a:solidFill>
              </a:rPr>
              <a:t>last</a:t>
            </a:r>
            <a:r>
              <a:rPr lang="zh-CN" altLang="en-US" sz="4800" b="1" dirty="0">
                <a:solidFill>
                  <a:srgbClr val="00B0F0"/>
                </a:solidFill>
              </a:rPr>
              <a:t> </a:t>
            </a:r>
            <a:r>
              <a:rPr lang="en-US" altLang="zh-CN" sz="4800" b="1" dirty="0">
                <a:solidFill>
                  <a:srgbClr val="00B0F0"/>
                </a:solidFill>
              </a:rPr>
              <a:t>wee</a:t>
            </a:r>
            <a:r>
              <a:rPr lang="en-US" altLang="zh-CN" b="1" dirty="0">
                <a:solidFill>
                  <a:srgbClr val="00B0F0"/>
                </a:solidFill>
              </a:rPr>
              <a:t>k</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IT Industry Needs and Trends </a:t>
            </a:r>
          </a:p>
          <a:p>
            <a:pPr marL="342900" lvl="0" indent="-342900">
              <a:buSzPts val="1000"/>
              <a:buFont typeface="Symbol" panose="05050102010706020507" pitchFamily="18" charset="2"/>
              <a:buChar char=""/>
              <a:tabLst>
                <a:tab pos="457200" algn="l"/>
              </a:tabLst>
            </a:pPr>
            <a:r>
              <a:rPr lang="en-AU" sz="2400" dirty="0">
                <a:latin typeface="Times New Roman" panose="02020603050405020304" pitchFamily="18" charset="0"/>
              </a:rPr>
              <a:t>Identifying key skills and capabilities required in IT Projects</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Tools and technologies for developing sustainable solutions</a:t>
            </a:r>
          </a:p>
          <a:p>
            <a:pPr marL="342900" lvl="0" indent="-342900">
              <a:buSzPts val="1000"/>
              <a:buFont typeface="Symbol" panose="05050102010706020507" pitchFamily="18" charset="2"/>
              <a:buChar char=""/>
              <a:tabLst>
                <a:tab pos="457200" algn="l"/>
              </a:tabLst>
            </a:pPr>
            <a:r>
              <a:rPr lang="en-AU" sz="2400" dirty="0">
                <a:latin typeface="Times New Roman" panose="02020603050405020304" pitchFamily="18" charset="0"/>
              </a:rPr>
              <a:t>Interpreting patents and identifying prior art</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8163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145A4-E486-D06A-D725-0BA9C587C1A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CC92676-0E39-9326-3AA7-813286DC833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Week 6 Overview</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4A77AA55-5643-EA40-1A44-C14F8CEC925B}"/>
              </a:ext>
            </a:extLst>
          </p:cNvPr>
          <p:cNvSpPr>
            <a:spLocks noGrp="1" noChangeArrowheads="1"/>
          </p:cNvSpPr>
          <p:nvPr>
            <p:ph idx="1"/>
          </p:nvPr>
        </p:nvSpPr>
        <p:spPr>
          <a:xfrm>
            <a:off x="558006" y="1835151"/>
            <a:ext cx="8027988" cy="3776662"/>
          </a:xfrm>
        </p:spPr>
        <p:txBody>
          <a:bodyPr/>
          <a:lstStyle/>
          <a:p>
            <a:r>
              <a:rPr lang="en-US" sz="2400" b="1" dirty="0"/>
              <a:t>From Ideas to Real Project Implementation</a:t>
            </a:r>
          </a:p>
          <a:p>
            <a:r>
              <a:rPr lang="en-US" sz="2400" b="1" dirty="0"/>
              <a:t>This week students learn:</a:t>
            </a:r>
          </a:p>
          <a:p>
            <a:r>
              <a:rPr lang="en-US" sz="2400" dirty="0"/>
              <a:t>How IT projects move from planning to implementation </a:t>
            </a:r>
          </a:p>
          <a:p>
            <a:r>
              <a:rPr lang="en-US" sz="2400" dirty="0"/>
              <a:t>How to communicate professionally with a client </a:t>
            </a:r>
          </a:p>
          <a:p>
            <a:r>
              <a:rPr lang="en-US" sz="2400" dirty="0"/>
              <a:t>How to identify real business problems </a:t>
            </a:r>
          </a:p>
          <a:p>
            <a:r>
              <a:rPr lang="en-US" sz="2400" dirty="0"/>
              <a:t>How to propose realistic IT solutions </a:t>
            </a:r>
          </a:p>
          <a:p>
            <a:r>
              <a:rPr lang="en-US" sz="2400" dirty="0"/>
              <a:t>How to connect company information to Assessment 4</a:t>
            </a:r>
          </a:p>
        </p:txBody>
      </p:sp>
      <p:sp>
        <p:nvSpPr>
          <p:cNvPr id="2" name="Footer Placeholder 1">
            <a:extLst>
              <a:ext uri="{FF2B5EF4-FFF2-40B4-BE49-F238E27FC236}">
                <a16:creationId xmlns:a16="http://schemas.microsoft.com/office/drawing/2014/main" id="{62CF58B8-DF3C-68E6-22C7-A59D627AFD5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3BE4C5F-169E-3DE9-8E38-83958EB21FD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a:t>
            </a:fld>
            <a:endParaRPr lang="en-US" altLang="en-US" sz="900">
              <a:solidFill>
                <a:srgbClr val="FFFFFF"/>
              </a:solidFill>
            </a:endParaRPr>
          </a:p>
        </p:txBody>
      </p:sp>
      <p:pic>
        <p:nvPicPr>
          <p:cNvPr id="22534" name="Picture 5">
            <a:extLst>
              <a:ext uri="{FF2B5EF4-FFF2-40B4-BE49-F238E27FC236}">
                <a16:creationId xmlns:a16="http://schemas.microsoft.com/office/drawing/2014/main" id="{D3372983-020F-484C-F7FE-8142405EA1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825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FDBB5-10D4-EF26-A556-9B53BB5A745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051E432-588A-B818-7F32-CD3E2B742176}"/>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b="1" dirty="0">
                <a:solidFill>
                  <a:srgbClr val="00B0F0"/>
                </a:solidFill>
              </a:rPr>
              <a:t>Assessment 4 Mindset</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01DD496B-C159-3C2C-02E8-37101CB5818A}"/>
              </a:ext>
            </a:extLst>
          </p:cNvPr>
          <p:cNvSpPr>
            <a:spLocks noGrp="1" noChangeArrowheads="1"/>
          </p:cNvSpPr>
          <p:nvPr>
            <p:ph idx="1"/>
          </p:nvPr>
        </p:nvSpPr>
        <p:spPr>
          <a:xfrm>
            <a:off x="558006" y="1835151"/>
            <a:ext cx="8027988" cy="3776662"/>
          </a:xfrm>
        </p:spPr>
        <p:txBody>
          <a:bodyPr/>
          <a:lstStyle/>
          <a:p>
            <a:r>
              <a:rPr lang="en-US" sz="2400" b="1" dirty="0"/>
              <a:t>Important Shift in Assessment 4</a:t>
            </a:r>
          </a:p>
          <a:p>
            <a:r>
              <a:rPr lang="en-US" sz="2400" b="1" dirty="0"/>
              <a:t>Assessment 3:</a:t>
            </a:r>
          </a:p>
          <a:p>
            <a:pPr>
              <a:buFont typeface="Wingdings" panose="05000000000000000000" pitchFamily="2" charset="2"/>
              <a:buChar char="Ø"/>
            </a:pPr>
            <a:r>
              <a:rPr lang="en-US" sz="2400" dirty="0"/>
              <a:t>Understanding the company </a:t>
            </a:r>
          </a:p>
          <a:p>
            <a:pPr>
              <a:buFont typeface="Wingdings" panose="05000000000000000000" pitchFamily="2" charset="2"/>
              <a:buChar char="Ø"/>
            </a:pPr>
            <a:r>
              <a:rPr lang="en-US" sz="2400" dirty="0"/>
              <a:t>Asking questions </a:t>
            </a:r>
          </a:p>
          <a:p>
            <a:pPr>
              <a:buFont typeface="Wingdings" panose="05000000000000000000" pitchFamily="2" charset="2"/>
              <a:buChar char="Ø"/>
            </a:pPr>
            <a:r>
              <a:rPr lang="en-US" sz="2400" dirty="0"/>
              <a:t>Research and reflection </a:t>
            </a:r>
          </a:p>
        </p:txBody>
      </p:sp>
      <p:sp>
        <p:nvSpPr>
          <p:cNvPr id="2" name="Footer Placeholder 1">
            <a:extLst>
              <a:ext uri="{FF2B5EF4-FFF2-40B4-BE49-F238E27FC236}">
                <a16:creationId xmlns:a16="http://schemas.microsoft.com/office/drawing/2014/main" id="{E42F71A8-29B7-F6F0-0757-DB060585A6E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A493E0A-B230-83AB-5400-586604016BA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a:t>
            </a:fld>
            <a:endParaRPr lang="en-US" altLang="en-US" sz="900">
              <a:solidFill>
                <a:srgbClr val="FFFFFF"/>
              </a:solidFill>
            </a:endParaRPr>
          </a:p>
        </p:txBody>
      </p:sp>
      <p:pic>
        <p:nvPicPr>
          <p:cNvPr id="22534" name="Picture 5">
            <a:extLst>
              <a:ext uri="{FF2B5EF4-FFF2-40B4-BE49-F238E27FC236}">
                <a16:creationId xmlns:a16="http://schemas.microsoft.com/office/drawing/2014/main" id="{5ECCA302-269D-4F5D-B5BE-57690CDF60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5773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7EAE1-35DA-8BE3-5156-EC4AB1CB690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79A3D9D-36D7-653D-2312-A914CBAB4A4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b="1" dirty="0">
                <a:solidFill>
                  <a:srgbClr val="00B0F0"/>
                </a:solidFill>
              </a:rPr>
              <a:t>Assessment 4 Mindset</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6C9290B0-97BC-7EC9-3F3E-920D050F9B8E}"/>
              </a:ext>
            </a:extLst>
          </p:cNvPr>
          <p:cNvSpPr>
            <a:spLocks noGrp="1" noChangeArrowheads="1"/>
          </p:cNvSpPr>
          <p:nvPr>
            <p:ph idx="1"/>
          </p:nvPr>
        </p:nvSpPr>
        <p:spPr>
          <a:xfrm>
            <a:off x="558006" y="1835150"/>
            <a:ext cx="8027988" cy="4502587"/>
          </a:xfrm>
        </p:spPr>
        <p:txBody>
          <a:bodyPr/>
          <a:lstStyle/>
          <a:p>
            <a:r>
              <a:rPr lang="en-US" sz="2400" b="1" dirty="0"/>
              <a:t>Assessment 4:</a:t>
            </a:r>
          </a:p>
          <a:p>
            <a:pPr>
              <a:buFont typeface="Wingdings" panose="05000000000000000000" pitchFamily="2" charset="2"/>
              <a:buChar char="Ø"/>
            </a:pPr>
            <a:r>
              <a:rPr lang="en-US" sz="2400" dirty="0"/>
              <a:t>Designing a solution </a:t>
            </a:r>
          </a:p>
          <a:p>
            <a:pPr>
              <a:buFont typeface="Wingdings" panose="05000000000000000000" pitchFamily="2" charset="2"/>
              <a:buChar char="Ø"/>
            </a:pPr>
            <a:r>
              <a:rPr lang="en-US" sz="2400" dirty="0"/>
              <a:t>Explaining implementation </a:t>
            </a:r>
          </a:p>
          <a:p>
            <a:pPr>
              <a:buFont typeface="Wingdings" panose="05000000000000000000" pitchFamily="2" charset="2"/>
              <a:buChar char="Ø"/>
            </a:pPr>
            <a:r>
              <a:rPr lang="en-US" sz="2400" dirty="0"/>
              <a:t>Managing risks and communication </a:t>
            </a:r>
          </a:p>
          <a:p>
            <a:pPr>
              <a:buFont typeface="Wingdings" panose="05000000000000000000" pitchFamily="2" charset="2"/>
              <a:buChar char="Ø"/>
            </a:pPr>
            <a:r>
              <a:rPr lang="en-US" sz="2400" dirty="0"/>
              <a:t>Creating technical documentation </a:t>
            </a:r>
          </a:p>
          <a:p>
            <a:r>
              <a:rPr lang="en-US" sz="2400" dirty="0"/>
              <a:t>Students are now acting like:</a:t>
            </a:r>
          </a:p>
          <a:p>
            <a:pPr>
              <a:buFont typeface="Wingdings" panose="05000000000000000000" pitchFamily="2" charset="2"/>
              <a:buChar char="Ø"/>
            </a:pPr>
            <a:r>
              <a:rPr lang="en-US" sz="2400" dirty="0"/>
              <a:t>IT consultants </a:t>
            </a:r>
          </a:p>
          <a:p>
            <a:pPr>
              <a:buFont typeface="Wingdings" panose="05000000000000000000" pitchFamily="2" charset="2"/>
              <a:buChar char="Ø"/>
            </a:pPr>
            <a:r>
              <a:rPr lang="en-US" sz="2400" dirty="0"/>
              <a:t>Business analysts </a:t>
            </a:r>
          </a:p>
          <a:p>
            <a:pPr>
              <a:buFont typeface="Wingdings" panose="05000000000000000000" pitchFamily="2" charset="2"/>
              <a:buChar char="Ø"/>
            </a:pPr>
            <a:r>
              <a:rPr lang="en-US" sz="2400" dirty="0"/>
              <a:t>Project coordinators</a:t>
            </a:r>
          </a:p>
        </p:txBody>
      </p:sp>
      <p:sp>
        <p:nvSpPr>
          <p:cNvPr id="2" name="Footer Placeholder 1">
            <a:extLst>
              <a:ext uri="{FF2B5EF4-FFF2-40B4-BE49-F238E27FC236}">
                <a16:creationId xmlns:a16="http://schemas.microsoft.com/office/drawing/2014/main" id="{FC8873CF-9964-70BC-B42C-3674CEABFC6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2D84C6B-DE98-712A-B035-9360E49BD5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a:t>
            </a:fld>
            <a:endParaRPr lang="en-US" altLang="en-US" sz="900">
              <a:solidFill>
                <a:srgbClr val="FFFFFF"/>
              </a:solidFill>
            </a:endParaRPr>
          </a:p>
        </p:txBody>
      </p:sp>
      <p:pic>
        <p:nvPicPr>
          <p:cNvPr id="22534" name="Picture 5">
            <a:extLst>
              <a:ext uri="{FF2B5EF4-FFF2-40B4-BE49-F238E27FC236}">
                <a16:creationId xmlns:a16="http://schemas.microsoft.com/office/drawing/2014/main" id="{B9839BD4-1F68-E50B-7D0E-0AAD839D9A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3748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68A50-FD07-D1E0-C341-B17DC421252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F460A7D-D9F7-0A1F-09D6-BD08201EBEB6}"/>
              </a:ext>
            </a:extLst>
          </p:cNvPr>
          <p:cNvSpPr>
            <a:spLocks noGrp="1"/>
          </p:cNvSpPr>
          <p:nvPr>
            <p:ph type="title"/>
          </p:nvPr>
        </p:nvSpPr>
        <p:spPr>
          <a:xfrm>
            <a:off x="539750" y="612775"/>
            <a:ext cx="8027988" cy="1100574"/>
          </a:xfrm>
        </p:spPr>
        <p:txBody>
          <a:bodyPr>
            <a:normAutofit fontScale="90000"/>
          </a:bodyPr>
          <a:lstStyle/>
          <a:p>
            <a:pPr algn="ctr" eaLnBrk="1" fontAlgn="auto" hangingPunct="1">
              <a:spcAft>
                <a:spcPts val="0"/>
              </a:spcAft>
              <a:defRPr/>
            </a:pPr>
            <a:r>
              <a:rPr lang="en-US" altLang="en-US" b="1" dirty="0">
                <a:solidFill>
                  <a:srgbClr val="00B0F0"/>
                </a:solidFill>
              </a:rPr>
              <a:t>What Students Should Understand About NSW IT Support</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A0F701E2-C13E-7821-3DE5-143030900006}"/>
              </a:ext>
            </a:extLst>
          </p:cNvPr>
          <p:cNvSpPr>
            <a:spLocks noGrp="1" noChangeArrowheads="1"/>
          </p:cNvSpPr>
          <p:nvPr>
            <p:ph idx="1"/>
          </p:nvPr>
        </p:nvSpPr>
        <p:spPr>
          <a:xfrm>
            <a:off x="558006" y="1835150"/>
            <a:ext cx="8027988" cy="4502587"/>
          </a:xfrm>
        </p:spPr>
        <p:txBody>
          <a:bodyPr/>
          <a:lstStyle/>
          <a:p>
            <a:r>
              <a:rPr lang="en-US" sz="2400" b="1" dirty="0"/>
              <a:t>NSW IT Support Main Business Areas</a:t>
            </a:r>
          </a:p>
          <a:p>
            <a:r>
              <a:rPr lang="en-US" sz="2400" b="1" dirty="0"/>
              <a:t>Services:</a:t>
            </a:r>
          </a:p>
          <a:p>
            <a:pPr>
              <a:buFont typeface="Wingdings" panose="05000000000000000000" pitchFamily="2" charset="2"/>
              <a:buChar char="Ø"/>
            </a:pPr>
            <a:r>
              <a:rPr lang="en-US" sz="2400" dirty="0"/>
              <a:t>Managed IT support </a:t>
            </a:r>
          </a:p>
          <a:p>
            <a:pPr>
              <a:buFont typeface="Wingdings" panose="05000000000000000000" pitchFamily="2" charset="2"/>
              <a:buChar char="Ø"/>
            </a:pPr>
            <a:r>
              <a:rPr lang="en-US" sz="2400" dirty="0"/>
              <a:t>Cloud services </a:t>
            </a:r>
          </a:p>
          <a:p>
            <a:pPr>
              <a:buFont typeface="Wingdings" panose="05000000000000000000" pitchFamily="2" charset="2"/>
              <a:buChar char="Ø"/>
            </a:pPr>
            <a:r>
              <a:rPr lang="en-US" sz="2400" dirty="0"/>
              <a:t>Cybersecurity </a:t>
            </a:r>
          </a:p>
          <a:p>
            <a:pPr>
              <a:buFont typeface="Wingdings" panose="05000000000000000000" pitchFamily="2" charset="2"/>
              <a:buChar char="Ø"/>
            </a:pPr>
            <a:r>
              <a:rPr lang="en-US" sz="2400" dirty="0"/>
              <a:t>Telecommunications </a:t>
            </a:r>
          </a:p>
          <a:p>
            <a:pPr>
              <a:buFont typeface="Wingdings" panose="05000000000000000000" pitchFamily="2" charset="2"/>
              <a:buChar char="Ø"/>
            </a:pPr>
            <a:r>
              <a:rPr lang="en-US" sz="2400" dirty="0"/>
              <a:t>Web development</a:t>
            </a:r>
          </a:p>
        </p:txBody>
      </p:sp>
      <p:sp>
        <p:nvSpPr>
          <p:cNvPr id="2" name="Footer Placeholder 1">
            <a:extLst>
              <a:ext uri="{FF2B5EF4-FFF2-40B4-BE49-F238E27FC236}">
                <a16:creationId xmlns:a16="http://schemas.microsoft.com/office/drawing/2014/main" id="{C6E4DF4F-3EF7-0D05-DCA9-F2F92179070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82CDDE4-8A71-61E2-9D47-6C34A47B319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a:t>
            </a:fld>
            <a:endParaRPr lang="en-US" altLang="en-US" sz="900">
              <a:solidFill>
                <a:srgbClr val="FFFFFF"/>
              </a:solidFill>
            </a:endParaRPr>
          </a:p>
        </p:txBody>
      </p:sp>
      <p:pic>
        <p:nvPicPr>
          <p:cNvPr id="22534" name="Picture 5">
            <a:extLst>
              <a:ext uri="{FF2B5EF4-FFF2-40B4-BE49-F238E27FC236}">
                <a16:creationId xmlns:a16="http://schemas.microsoft.com/office/drawing/2014/main" id="{1F1D69CC-3105-1E4A-2E35-34D25D3DA6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3100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B6400-702F-7DED-A62B-49F7562614D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7B1CE64-83A1-ED06-27D2-771441CDF47D}"/>
              </a:ext>
            </a:extLst>
          </p:cNvPr>
          <p:cNvSpPr>
            <a:spLocks noGrp="1"/>
          </p:cNvSpPr>
          <p:nvPr>
            <p:ph type="title"/>
          </p:nvPr>
        </p:nvSpPr>
        <p:spPr>
          <a:xfrm>
            <a:off x="539750" y="612775"/>
            <a:ext cx="8027988" cy="1100574"/>
          </a:xfrm>
        </p:spPr>
        <p:txBody>
          <a:bodyPr>
            <a:normAutofit fontScale="90000"/>
          </a:bodyPr>
          <a:lstStyle/>
          <a:p>
            <a:pPr algn="ctr" eaLnBrk="1" fontAlgn="auto" hangingPunct="1">
              <a:spcAft>
                <a:spcPts val="0"/>
              </a:spcAft>
              <a:defRPr/>
            </a:pPr>
            <a:r>
              <a:rPr lang="en-US" altLang="en-US" b="1" dirty="0">
                <a:solidFill>
                  <a:srgbClr val="00B0F0"/>
                </a:solidFill>
              </a:rPr>
              <a:t>What Students Should Understand About NSW IT Support</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7F14833F-9BDD-6AF5-DB7F-313D740DBAC3}"/>
              </a:ext>
            </a:extLst>
          </p:cNvPr>
          <p:cNvSpPr>
            <a:spLocks noGrp="1" noChangeArrowheads="1"/>
          </p:cNvSpPr>
          <p:nvPr>
            <p:ph idx="1"/>
          </p:nvPr>
        </p:nvSpPr>
        <p:spPr>
          <a:xfrm>
            <a:off x="558006" y="1835150"/>
            <a:ext cx="8027988" cy="4502587"/>
          </a:xfrm>
        </p:spPr>
        <p:txBody>
          <a:bodyPr/>
          <a:lstStyle/>
          <a:p>
            <a:r>
              <a:rPr lang="en-US" sz="2400" b="1" dirty="0"/>
              <a:t>Common Client Needs:</a:t>
            </a:r>
          </a:p>
          <a:p>
            <a:pPr>
              <a:buFont typeface="Wingdings" panose="05000000000000000000" pitchFamily="2" charset="2"/>
              <a:buChar char="Ø"/>
            </a:pPr>
            <a:r>
              <a:rPr lang="en-US" sz="2400" dirty="0"/>
              <a:t>Fast issue resolution </a:t>
            </a:r>
          </a:p>
          <a:p>
            <a:pPr>
              <a:buFont typeface="Wingdings" panose="05000000000000000000" pitchFamily="2" charset="2"/>
              <a:buChar char="Ø"/>
            </a:pPr>
            <a:r>
              <a:rPr lang="en-US" sz="2400" dirty="0"/>
              <a:t>Secure systems </a:t>
            </a:r>
          </a:p>
          <a:p>
            <a:pPr>
              <a:buFont typeface="Wingdings" panose="05000000000000000000" pitchFamily="2" charset="2"/>
              <a:buChar char="Ø"/>
            </a:pPr>
            <a:r>
              <a:rPr lang="en-US" sz="2400" dirty="0"/>
              <a:t>Reliable cloud services </a:t>
            </a:r>
          </a:p>
          <a:p>
            <a:pPr>
              <a:buFont typeface="Wingdings" panose="05000000000000000000" pitchFamily="2" charset="2"/>
              <a:buChar char="Ø"/>
            </a:pPr>
            <a:r>
              <a:rPr lang="en-US" sz="2400" dirty="0"/>
              <a:t>Remote support </a:t>
            </a:r>
          </a:p>
          <a:p>
            <a:pPr>
              <a:buFont typeface="Wingdings" panose="05000000000000000000" pitchFamily="2" charset="2"/>
              <a:buChar char="Ø"/>
            </a:pPr>
            <a:r>
              <a:rPr lang="en-US" sz="2400" dirty="0"/>
              <a:t>Business continuity</a:t>
            </a:r>
          </a:p>
        </p:txBody>
      </p:sp>
      <p:sp>
        <p:nvSpPr>
          <p:cNvPr id="2" name="Footer Placeholder 1">
            <a:extLst>
              <a:ext uri="{FF2B5EF4-FFF2-40B4-BE49-F238E27FC236}">
                <a16:creationId xmlns:a16="http://schemas.microsoft.com/office/drawing/2014/main" id="{20D9D21F-BF72-AF0D-D3CB-F9C42F37BC5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60A013C-DC48-39A1-1D7C-D9FC8EA1539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a:t>
            </a:fld>
            <a:endParaRPr lang="en-US" altLang="en-US" sz="900">
              <a:solidFill>
                <a:srgbClr val="FFFFFF"/>
              </a:solidFill>
            </a:endParaRPr>
          </a:p>
        </p:txBody>
      </p:sp>
      <p:pic>
        <p:nvPicPr>
          <p:cNvPr id="22534" name="Picture 5">
            <a:extLst>
              <a:ext uri="{FF2B5EF4-FFF2-40B4-BE49-F238E27FC236}">
                <a16:creationId xmlns:a16="http://schemas.microsoft.com/office/drawing/2014/main" id="{227FF693-9EB3-BC5D-6710-5E72B0AFE7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2517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1A406-E61D-BB4D-CDC5-2DE66D2F6B3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64167B4-9146-B72C-7F75-D7B999524FDD}"/>
              </a:ext>
            </a:extLst>
          </p:cNvPr>
          <p:cNvSpPr>
            <a:spLocks noGrp="1"/>
          </p:cNvSpPr>
          <p:nvPr>
            <p:ph type="title"/>
          </p:nvPr>
        </p:nvSpPr>
        <p:spPr>
          <a:xfrm>
            <a:off x="539750" y="612775"/>
            <a:ext cx="8027988" cy="1100574"/>
          </a:xfrm>
        </p:spPr>
        <p:txBody>
          <a:bodyPr>
            <a:normAutofit fontScale="90000"/>
          </a:bodyPr>
          <a:lstStyle/>
          <a:p>
            <a:pPr algn="ctr" eaLnBrk="1" fontAlgn="auto" hangingPunct="1">
              <a:spcAft>
                <a:spcPts val="0"/>
              </a:spcAft>
              <a:defRPr/>
            </a:pPr>
            <a:r>
              <a:rPr lang="en-US" altLang="en-US" b="1" dirty="0">
                <a:solidFill>
                  <a:srgbClr val="00B0F0"/>
                </a:solidFill>
              </a:rPr>
              <a:t>What Students Should Understand About NSW IT Support</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3FBC7C12-1A0D-E550-45D4-839705BE6C56}"/>
              </a:ext>
            </a:extLst>
          </p:cNvPr>
          <p:cNvSpPr>
            <a:spLocks noGrp="1" noChangeArrowheads="1"/>
          </p:cNvSpPr>
          <p:nvPr>
            <p:ph idx="1"/>
          </p:nvPr>
        </p:nvSpPr>
        <p:spPr>
          <a:xfrm>
            <a:off x="558006" y="1835150"/>
            <a:ext cx="8027988" cy="4502587"/>
          </a:xfrm>
        </p:spPr>
        <p:txBody>
          <a:bodyPr/>
          <a:lstStyle/>
          <a:p>
            <a:r>
              <a:rPr lang="en-US" sz="2400" b="1" dirty="0"/>
              <a:t>Common Challenges:</a:t>
            </a:r>
          </a:p>
          <a:p>
            <a:pPr>
              <a:buFont typeface="Wingdings" panose="05000000000000000000" pitchFamily="2" charset="2"/>
              <a:buChar char="Ø"/>
            </a:pPr>
            <a:r>
              <a:rPr lang="en-US" sz="2400" dirty="0"/>
              <a:t>High number of support tickets </a:t>
            </a:r>
          </a:p>
          <a:p>
            <a:pPr>
              <a:buFont typeface="Wingdings" panose="05000000000000000000" pitchFamily="2" charset="2"/>
              <a:buChar char="Ø"/>
            </a:pPr>
            <a:r>
              <a:rPr lang="en-US" sz="2400" dirty="0"/>
              <a:t>Cybersecurity risks </a:t>
            </a:r>
          </a:p>
          <a:p>
            <a:pPr>
              <a:buFont typeface="Wingdings" panose="05000000000000000000" pitchFamily="2" charset="2"/>
              <a:buChar char="Ø"/>
            </a:pPr>
            <a:r>
              <a:rPr lang="en-US" sz="2400" dirty="0"/>
              <a:t>Client communication </a:t>
            </a:r>
          </a:p>
          <a:p>
            <a:pPr>
              <a:buFont typeface="Wingdings" panose="05000000000000000000" pitchFamily="2" charset="2"/>
              <a:buChar char="Ø"/>
            </a:pPr>
            <a:r>
              <a:rPr lang="en-US" sz="2400" dirty="0"/>
              <a:t>Different client requirements </a:t>
            </a:r>
          </a:p>
          <a:p>
            <a:pPr>
              <a:buFont typeface="Wingdings" panose="05000000000000000000" pitchFamily="2" charset="2"/>
              <a:buChar char="Ø"/>
            </a:pPr>
            <a:r>
              <a:rPr lang="en-US" sz="2400" dirty="0"/>
              <a:t>Managing many projects simultaneously</a:t>
            </a:r>
          </a:p>
        </p:txBody>
      </p:sp>
      <p:sp>
        <p:nvSpPr>
          <p:cNvPr id="2" name="Footer Placeholder 1">
            <a:extLst>
              <a:ext uri="{FF2B5EF4-FFF2-40B4-BE49-F238E27FC236}">
                <a16:creationId xmlns:a16="http://schemas.microsoft.com/office/drawing/2014/main" id="{86002BD4-31D1-FDB7-2CA4-56882889464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716E873-AB6C-DDE3-BC7A-4097B0C2F74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a:t>
            </a:fld>
            <a:endParaRPr lang="en-US" altLang="en-US" sz="900">
              <a:solidFill>
                <a:srgbClr val="FFFFFF"/>
              </a:solidFill>
            </a:endParaRPr>
          </a:p>
        </p:txBody>
      </p:sp>
      <p:pic>
        <p:nvPicPr>
          <p:cNvPr id="22534" name="Picture 5">
            <a:extLst>
              <a:ext uri="{FF2B5EF4-FFF2-40B4-BE49-F238E27FC236}">
                <a16:creationId xmlns:a16="http://schemas.microsoft.com/office/drawing/2014/main" id="{90451024-40D5-A8C6-927F-E32058E75E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8792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471E-A3BB-6306-0987-FAFBEE896F3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2D637BF-F3E3-97E0-E523-0086A7D0057B}"/>
              </a:ext>
            </a:extLst>
          </p:cNvPr>
          <p:cNvSpPr>
            <a:spLocks noGrp="1"/>
          </p:cNvSpPr>
          <p:nvPr>
            <p:ph type="title"/>
          </p:nvPr>
        </p:nvSpPr>
        <p:spPr>
          <a:xfrm>
            <a:off x="539750" y="612775"/>
            <a:ext cx="8027988" cy="1100574"/>
          </a:xfrm>
        </p:spPr>
        <p:txBody>
          <a:bodyPr>
            <a:normAutofit fontScale="90000"/>
          </a:bodyPr>
          <a:lstStyle/>
          <a:p>
            <a:pPr algn="ctr" eaLnBrk="1" fontAlgn="auto" hangingPunct="1">
              <a:spcAft>
                <a:spcPts val="0"/>
              </a:spcAft>
              <a:defRPr/>
            </a:pPr>
            <a:r>
              <a:rPr lang="en-US" altLang="en-US" b="1" dirty="0">
                <a:solidFill>
                  <a:srgbClr val="00B0F0"/>
                </a:solidFill>
              </a:rPr>
              <a:t>How Students Can Find Project Problems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D3D112C-9B00-495B-6DD6-550881880EDA}"/>
              </a:ext>
            </a:extLst>
          </p:cNvPr>
          <p:cNvSpPr>
            <a:spLocks noGrp="1" noChangeArrowheads="1"/>
          </p:cNvSpPr>
          <p:nvPr>
            <p:ph idx="1"/>
          </p:nvPr>
        </p:nvSpPr>
        <p:spPr>
          <a:xfrm>
            <a:off x="558006" y="1835151"/>
            <a:ext cx="8027988" cy="1391526"/>
          </a:xfrm>
        </p:spPr>
        <p:txBody>
          <a:bodyPr/>
          <a:lstStyle/>
          <a:p>
            <a:r>
              <a:rPr lang="en-US" sz="2400" b="1" dirty="0"/>
              <a:t>Students Should Think:</a:t>
            </a:r>
          </a:p>
          <a:p>
            <a:r>
              <a:rPr lang="en-US" sz="2400" dirty="0"/>
              <a:t>What business problem can technology improve?</a:t>
            </a:r>
          </a:p>
          <a:p>
            <a:r>
              <a:rPr lang="en-US" sz="2400" b="1" dirty="0"/>
              <a:t>Example Problems:</a:t>
            </a:r>
          </a:p>
        </p:txBody>
      </p:sp>
      <p:sp>
        <p:nvSpPr>
          <p:cNvPr id="2" name="Footer Placeholder 1">
            <a:extLst>
              <a:ext uri="{FF2B5EF4-FFF2-40B4-BE49-F238E27FC236}">
                <a16:creationId xmlns:a16="http://schemas.microsoft.com/office/drawing/2014/main" id="{24EBE950-3078-E11A-3C9D-A81E2E8288A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22E94E2-95CC-635D-FC19-B5909FAEC86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a:t>
            </a:fld>
            <a:endParaRPr lang="en-US" altLang="en-US" sz="900">
              <a:solidFill>
                <a:srgbClr val="FFFFFF"/>
              </a:solidFill>
            </a:endParaRPr>
          </a:p>
        </p:txBody>
      </p:sp>
      <p:pic>
        <p:nvPicPr>
          <p:cNvPr id="22534" name="Picture 5">
            <a:extLst>
              <a:ext uri="{FF2B5EF4-FFF2-40B4-BE49-F238E27FC236}">
                <a16:creationId xmlns:a16="http://schemas.microsoft.com/office/drawing/2014/main" id="{02ADA548-BA6D-FC71-65B7-954170BDBC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Table 2">
            <a:extLst>
              <a:ext uri="{FF2B5EF4-FFF2-40B4-BE49-F238E27FC236}">
                <a16:creationId xmlns:a16="http://schemas.microsoft.com/office/drawing/2014/main" id="{E691293C-378C-3359-E0DC-5C9B2DF39C4D}"/>
              </a:ext>
            </a:extLst>
          </p:cNvPr>
          <p:cNvGraphicFramePr>
            <a:graphicFrameLocks noGrp="1"/>
          </p:cNvGraphicFramePr>
          <p:nvPr>
            <p:extLst>
              <p:ext uri="{D42A27DB-BD31-4B8C-83A1-F6EECF244321}">
                <p14:modId xmlns:p14="http://schemas.microsoft.com/office/powerpoint/2010/main" val="1418282024"/>
              </p:ext>
            </p:extLst>
          </p:nvPr>
        </p:nvGraphicFramePr>
        <p:xfrm>
          <a:off x="558006" y="3429000"/>
          <a:ext cx="7543800" cy="2560320"/>
        </p:xfrm>
        <a:graphic>
          <a:graphicData uri="http://schemas.openxmlformats.org/drawingml/2006/table">
            <a:tbl>
              <a:tblPr>
                <a:tableStyleId>{BC89EF96-8CEA-46FF-86C4-4CE0E7609802}</a:tableStyleId>
              </a:tblPr>
              <a:tblGrid>
                <a:gridCol w="3771900">
                  <a:extLst>
                    <a:ext uri="{9D8B030D-6E8A-4147-A177-3AD203B41FA5}">
                      <a16:colId xmlns:a16="http://schemas.microsoft.com/office/drawing/2014/main" val="3434453735"/>
                    </a:ext>
                  </a:extLst>
                </a:gridCol>
                <a:gridCol w="3771900">
                  <a:extLst>
                    <a:ext uri="{9D8B030D-6E8A-4147-A177-3AD203B41FA5}">
                      <a16:colId xmlns:a16="http://schemas.microsoft.com/office/drawing/2014/main" val="2967819688"/>
                    </a:ext>
                  </a:extLst>
                </a:gridCol>
              </a:tblGrid>
              <a:tr h="0">
                <a:tc>
                  <a:txBody>
                    <a:bodyPr/>
                    <a:lstStyle/>
                    <a:p>
                      <a:pPr>
                        <a:buNone/>
                      </a:pPr>
                      <a:r>
                        <a:rPr lang="en-US" sz="2200"/>
                        <a:t>Problem</a:t>
                      </a:r>
                    </a:p>
                  </a:txBody>
                  <a:tcPr anchor="ctr"/>
                </a:tc>
                <a:tc>
                  <a:txBody>
                    <a:bodyPr/>
                    <a:lstStyle/>
                    <a:p>
                      <a:pPr>
                        <a:buNone/>
                      </a:pPr>
                      <a:r>
                        <a:rPr lang="en-US" sz="2200"/>
                        <a:t>Possible Solution</a:t>
                      </a:r>
                    </a:p>
                  </a:txBody>
                  <a:tcPr anchor="ctr"/>
                </a:tc>
                <a:extLst>
                  <a:ext uri="{0D108BD9-81ED-4DB2-BD59-A6C34878D82A}">
                    <a16:rowId xmlns:a16="http://schemas.microsoft.com/office/drawing/2014/main" val="2990315949"/>
                  </a:ext>
                </a:extLst>
              </a:tr>
              <a:tr h="0">
                <a:tc>
                  <a:txBody>
                    <a:bodyPr/>
                    <a:lstStyle/>
                    <a:p>
                      <a:pPr>
                        <a:buNone/>
                      </a:pPr>
                      <a:r>
                        <a:rPr lang="en-US" sz="2200"/>
                        <a:t>Slow ticket response</a:t>
                      </a:r>
                    </a:p>
                  </a:txBody>
                  <a:tcPr anchor="ctr"/>
                </a:tc>
                <a:tc>
                  <a:txBody>
                    <a:bodyPr/>
                    <a:lstStyle/>
                    <a:p>
                      <a:pPr>
                        <a:buNone/>
                      </a:pPr>
                      <a:r>
                        <a:rPr lang="en-US" sz="2200"/>
                        <a:t>AI ticketing system</a:t>
                      </a:r>
                    </a:p>
                  </a:txBody>
                  <a:tcPr anchor="ctr"/>
                </a:tc>
                <a:extLst>
                  <a:ext uri="{0D108BD9-81ED-4DB2-BD59-A6C34878D82A}">
                    <a16:rowId xmlns:a16="http://schemas.microsoft.com/office/drawing/2014/main" val="3704508949"/>
                  </a:ext>
                </a:extLst>
              </a:tr>
              <a:tr h="0">
                <a:tc>
                  <a:txBody>
                    <a:bodyPr/>
                    <a:lstStyle/>
                    <a:p>
                      <a:pPr>
                        <a:buNone/>
                      </a:pPr>
                      <a:r>
                        <a:rPr lang="en-US" sz="2200"/>
                        <a:t>Cybersecurity threats</a:t>
                      </a:r>
                    </a:p>
                  </a:txBody>
                  <a:tcPr anchor="ctr"/>
                </a:tc>
                <a:tc>
                  <a:txBody>
                    <a:bodyPr/>
                    <a:lstStyle/>
                    <a:p>
                      <a:pPr>
                        <a:buNone/>
                      </a:pPr>
                      <a:r>
                        <a:rPr lang="en-US" sz="2200"/>
                        <a:t>Security monitoring dashboard</a:t>
                      </a:r>
                    </a:p>
                  </a:txBody>
                  <a:tcPr anchor="ctr"/>
                </a:tc>
                <a:extLst>
                  <a:ext uri="{0D108BD9-81ED-4DB2-BD59-A6C34878D82A}">
                    <a16:rowId xmlns:a16="http://schemas.microsoft.com/office/drawing/2014/main" val="2682129662"/>
                  </a:ext>
                </a:extLst>
              </a:tr>
              <a:tr h="0">
                <a:tc>
                  <a:txBody>
                    <a:bodyPr/>
                    <a:lstStyle/>
                    <a:p>
                      <a:pPr>
                        <a:buNone/>
                      </a:pPr>
                      <a:r>
                        <a:rPr lang="en-US" sz="2200"/>
                        <a:t>Poor communication</a:t>
                      </a:r>
                    </a:p>
                  </a:txBody>
                  <a:tcPr anchor="ctr"/>
                </a:tc>
                <a:tc>
                  <a:txBody>
                    <a:bodyPr/>
                    <a:lstStyle/>
                    <a:p>
                      <a:pPr>
                        <a:buNone/>
                      </a:pPr>
                      <a:r>
                        <a:rPr lang="en-US" sz="2200"/>
                        <a:t>Client portal/chatbot</a:t>
                      </a:r>
                    </a:p>
                  </a:txBody>
                  <a:tcPr anchor="ctr"/>
                </a:tc>
                <a:extLst>
                  <a:ext uri="{0D108BD9-81ED-4DB2-BD59-A6C34878D82A}">
                    <a16:rowId xmlns:a16="http://schemas.microsoft.com/office/drawing/2014/main" val="2285647237"/>
                  </a:ext>
                </a:extLst>
              </a:tr>
              <a:tr h="0">
                <a:tc>
                  <a:txBody>
                    <a:bodyPr/>
                    <a:lstStyle/>
                    <a:p>
                      <a:pPr>
                        <a:buNone/>
                      </a:pPr>
                      <a:r>
                        <a:rPr lang="en-US" sz="2200"/>
                        <a:t>Manual processes</a:t>
                      </a:r>
                    </a:p>
                  </a:txBody>
                  <a:tcPr anchor="ctr"/>
                </a:tc>
                <a:tc>
                  <a:txBody>
                    <a:bodyPr/>
                    <a:lstStyle/>
                    <a:p>
                      <a:pPr>
                        <a:buNone/>
                      </a:pPr>
                      <a:r>
                        <a:rPr lang="en-US" sz="2200"/>
                        <a:t>Workflow automation</a:t>
                      </a:r>
                    </a:p>
                  </a:txBody>
                  <a:tcPr anchor="ctr"/>
                </a:tc>
                <a:extLst>
                  <a:ext uri="{0D108BD9-81ED-4DB2-BD59-A6C34878D82A}">
                    <a16:rowId xmlns:a16="http://schemas.microsoft.com/office/drawing/2014/main" val="1556108800"/>
                  </a:ext>
                </a:extLst>
              </a:tr>
              <a:tr h="0">
                <a:tc>
                  <a:txBody>
                    <a:bodyPr/>
                    <a:lstStyle/>
                    <a:p>
                      <a:pPr>
                        <a:buNone/>
                      </a:pPr>
                      <a:r>
                        <a:rPr lang="en-US" sz="2200" dirty="0"/>
                        <a:t>Data management issues</a:t>
                      </a:r>
                    </a:p>
                  </a:txBody>
                  <a:tcPr anchor="ctr"/>
                </a:tc>
                <a:tc>
                  <a:txBody>
                    <a:bodyPr/>
                    <a:lstStyle/>
                    <a:p>
                      <a:pPr>
                        <a:buNone/>
                      </a:pPr>
                      <a:r>
                        <a:rPr lang="en-US" sz="2200" dirty="0"/>
                        <a:t>Cloud database solution</a:t>
                      </a:r>
                    </a:p>
                  </a:txBody>
                  <a:tcPr anchor="ctr"/>
                </a:tc>
                <a:extLst>
                  <a:ext uri="{0D108BD9-81ED-4DB2-BD59-A6C34878D82A}">
                    <a16:rowId xmlns:a16="http://schemas.microsoft.com/office/drawing/2014/main" val="693568990"/>
                  </a:ext>
                </a:extLst>
              </a:tr>
            </a:tbl>
          </a:graphicData>
        </a:graphic>
      </p:graphicFrame>
    </p:spTree>
    <p:extLst>
      <p:ext uri="{BB962C8B-B14F-4D97-AF65-F5344CB8AC3E}">
        <p14:creationId xmlns:p14="http://schemas.microsoft.com/office/powerpoint/2010/main" val="3389168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6A701-8532-B6F4-3A8F-E7E70E3A67B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A4283A8-277D-1991-A753-1C0E31E3D350}"/>
              </a:ext>
            </a:extLst>
          </p:cNvPr>
          <p:cNvSpPr>
            <a:spLocks noGrp="1"/>
          </p:cNvSpPr>
          <p:nvPr>
            <p:ph type="title"/>
          </p:nvPr>
        </p:nvSpPr>
        <p:spPr>
          <a:xfrm>
            <a:off x="539750" y="612775"/>
            <a:ext cx="8027988" cy="1100574"/>
          </a:xfrm>
        </p:spPr>
        <p:txBody>
          <a:bodyPr>
            <a:normAutofit fontScale="90000"/>
          </a:bodyPr>
          <a:lstStyle/>
          <a:p>
            <a:pPr algn="ctr" eaLnBrk="1" fontAlgn="auto" hangingPunct="1">
              <a:spcAft>
                <a:spcPts val="0"/>
              </a:spcAft>
              <a:defRPr/>
            </a:pPr>
            <a:r>
              <a:rPr lang="en-US" altLang="en-US" b="1" dirty="0">
                <a:solidFill>
                  <a:srgbClr val="00B0F0"/>
                </a:solidFill>
              </a:rPr>
              <a:t>How Students Can Find Project Problems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6A018ACF-E599-7CE3-731B-3FFB4EA80F53}"/>
              </a:ext>
            </a:extLst>
          </p:cNvPr>
          <p:cNvSpPr>
            <a:spLocks noGrp="1" noChangeArrowheads="1"/>
          </p:cNvSpPr>
          <p:nvPr>
            <p:ph idx="1"/>
          </p:nvPr>
        </p:nvSpPr>
        <p:spPr>
          <a:xfrm>
            <a:off x="558006" y="1835151"/>
            <a:ext cx="8027988" cy="1391526"/>
          </a:xfrm>
        </p:spPr>
        <p:txBody>
          <a:bodyPr/>
          <a:lstStyle/>
          <a:p>
            <a:pPr>
              <a:lnSpc>
                <a:spcPct val="150000"/>
              </a:lnSpc>
            </a:pPr>
            <a:r>
              <a:rPr lang="en-US" sz="2800" dirty="0"/>
              <a:t>Assessment 4 is NOT just theory.</a:t>
            </a:r>
            <a:br>
              <a:rPr lang="en-US" sz="2800" dirty="0"/>
            </a:br>
            <a:r>
              <a:rPr lang="en-US" sz="2800" dirty="0"/>
              <a:t>Students should solve a realistic business problem.</a:t>
            </a:r>
            <a:endParaRPr lang="en-US" sz="2800" b="1" dirty="0"/>
          </a:p>
        </p:txBody>
      </p:sp>
      <p:sp>
        <p:nvSpPr>
          <p:cNvPr id="2" name="Footer Placeholder 1">
            <a:extLst>
              <a:ext uri="{FF2B5EF4-FFF2-40B4-BE49-F238E27FC236}">
                <a16:creationId xmlns:a16="http://schemas.microsoft.com/office/drawing/2014/main" id="{1EA0A911-0419-3550-ED57-575E642FD16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66C4C23-2D7C-350D-845B-8E23745AD01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a:t>
            </a:fld>
            <a:endParaRPr lang="en-US" altLang="en-US" sz="900">
              <a:solidFill>
                <a:srgbClr val="FFFFFF"/>
              </a:solidFill>
            </a:endParaRPr>
          </a:p>
        </p:txBody>
      </p:sp>
      <p:pic>
        <p:nvPicPr>
          <p:cNvPr id="22534" name="Picture 5">
            <a:extLst>
              <a:ext uri="{FF2B5EF4-FFF2-40B4-BE49-F238E27FC236}">
                <a16:creationId xmlns:a16="http://schemas.microsoft.com/office/drawing/2014/main" id="{3E8608CB-90B7-2A2A-F8A5-3DF4441BDC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0055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B7176-6716-A235-CFF1-7D28559113E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C57C2C3-0D09-F968-4C72-DA65105A5941}"/>
              </a:ext>
            </a:extLst>
          </p:cNvPr>
          <p:cNvSpPr>
            <a:spLocks noGrp="1"/>
          </p:cNvSpPr>
          <p:nvPr>
            <p:ph type="title"/>
          </p:nvPr>
        </p:nvSpPr>
        <p:spPr>
          <a:xfrm>
            <a:off x="539750" y="612775"/>
            <a:ext cx="8027988" cy="1222376"/>
          </a:xfrm>
        </p:spPr>
        <p:txBody>
          <a:bodyPr>
            <a:normAutofit fontScale="90000"/>
          </a:bodyPr>
          <a:lstStyle/>
          <a:p>
            <a:pPr algn="ctr" eaLnBrk="1" fontAlgn="auto" hangingPunct="1">
              <a:spcAft>
                <a:spcPts val="0"/>
              </a:spcAft>
              <a:defRPr/>
            </a:pPr>
            <a:r>
              <a:rPr lang="en-US" altLang="en-US" b="1" dirty="0">
                <a:solidFill>
                  <a:srgbClr val="00B0F0"/>
                </a:solidFill>
              </a:rPr>
              <a:t>Questions Students Can Ask NSW IT Support</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C771B107-2C78-A8D3-4E98-AB8161082384}"/>
              </a:ext>
            </a:extLst>
          </p:cNvPr>
          <p:cNvSpPr>
            <a:spLocks noGrp="1" noChangeArrowheads="1"/>
          </p:cNvSpPr>
          <p:nvPr>
            <p:ph idx="1"/>
          </p:nvPr>
        </p:nvSpPr>
        <p:spPr>
          <a:xfrm>
            <a:off x="558006" y="1835151"/>
            <a:ext cx="8027988" cy="4723304"/>
          </a:xfrm>
        </p:spPr>
        <p:txBody>
          <a:bodyPr/>
          <a:lstStyle/>
          <a:p>
            <a:r>
              <a:rPr lang="en-US" sz="2800" b="1" dirty="0"/>
              <a:t>Understanding Business Problems</a:t>
            </a:r>
          </a:p>
          <a:p>
            <a:r>
              <a:rPr lang="en-US" sz="2800" b="1" dirty="0"/>
              <a:t>Good Questions:</a:t>
            </a:r>
          </a:p>
          <a:p>
            <a:pPr>
              <a:buFont typeface="Wingdings" panose="05000000000000000000" pitchFamily="2" charset="2"/>
              <a:buChar char="§"/>
            </a:pPr>
            <a:r>
              <a:rPr lang="en-US" sz="2800" dirty="0"/>
              <a:t>What are the most common IT problems your clients face? </a:t>
            </a:r>
          </a:p>
          <a:p>
            <a:pPr>
              <a:buFont typeface="Wingdings" panose="05000000000000000000" pitchFamily="2" charset="2"/>
              <a:buChar char="§"/>
            </a:pPr>
            <a:r>
              <a:rPr lang="en-US" sz="2800" dirty="0"/>
              <a:t>Which tasks take the most time? </a:t>
            </a:r>
          </a:p>
          <a:p>
            <a:pPr>
              <a:buFont typeface="Wingdings" panose="05000000000000000000" pitchFamily="2" charset="2"/>
              <a:buChar char="§"/>
            </a:pPr>
            <a:r>
              <a:rPr lang="en-US" sz="2800" dirty="0"/>
              <a:t>What causes delays in support? </a:t>
            </a:r>
          </a:p>
          <a:p>
            <a:pPr>
              <a:buFont typeface="Wingdings" panose="05000000000000000000" pitchFamily="2" charset="2"/>
              <a:buChar char="§"/>
            </a:pPr>
            <a:r>
              <a:rPr lang="en-US" sz="2800" dirty="0"/>
              <a:t>What challenges do SMEs usually have with IT? </a:t>
            </a:r>
          </a:p>
          <a:p>
            <a:pPr>
              <a:buFont typeface="Wingdings" panose="05000000000000000000" pitchFamily="2" charset="2"/>
              <a:buChar char="§"/>
            </a:pPr>
            <a:r>
              <a:rPr lang="en-US" sz="2800" dirty="0"/>
              <a:t>What security risks do clients worry about most? </a:t>
            </a:r>
          </a:p>
          <a:p>
            <a:pPr>
              <a:buFont typeface="Wingdings" panose="05000000000000000000" pitchFamily="2" charset="2"/>
              <a:buChar char="§"/>
            </a:pPr>
            <a:r>
              <a:rPr lang="en-US" sz="2800" dirty="0"/>
              <a:t>Which services are growing the fastest?</a:t>
            </a:r>
          </a:p>
        </p:txBody>
      </p:sp>
      <p:sp>
        <p:nvSpPr>
          <p:cNvPr id="2" name="Footer Placeholder 1">
            <a:extLst>
              <a:ext uri="{FF2B5EF4-FFF2-40B4-BE49-F238E27FC236}">
                <a16:creationId xmlns:a16="http://schemas.microsoft.com/office/drawing/2014/main" id="{D71DA55B-8C59-E0E8-ECE8-CF483D9CEA6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C9BEEA0-064F-93C6-834E-94EABC62A3D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11</a:t>
            </a:fld>
            <a:endParaRPr lang="en-US" altLang="en-US" sz="900">
              <a:solidFill>
                <a:srgbClr val="FFFFFF"/>
              </a:solidFill>
            </a:endParaRPr>
          </a:p>
        </p:txBody>
      </p:sp>
      <p:pic>
        <p:nvPicPr>
          <p:cNvPr id="22534" name="Picture 5">
            <a:extLst>
              <a:ext uri="{FF2B5EF4-FFF2-40B4-BE49-F238E27FC236}">
                <a16:creationId xmlns:a16="http://schemas.microsoft.com/office/drawing/2014/main" id="{49D1FD64-6929-B203-398D-16652146B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4396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E446C-4CE3-3C13-2D0D-1482725E6D7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22BE45B-C80D-B39C-B37C-D5BB02E1814F}"/>
              </a:ext>
            </a:extLst>
          </p:cNvPr>
          <p:cNvSpPr>
            <a:spLocks noGrp="1"/>
          </p:cNvSpPr>
          <p:nvPr>
            <p:ph type="title"/>
          </p:nvPr>
        </p:nvSpPr>
        <p:spPr>
          <a:xfrm>
            <a:off x="539750" y="612775"/>
            <a:ext cx="8027988" cy="1222376"/>
          </a:xfrm>
        </p:spPr>
        <p:txBody>
          <a:bodyPr>
            <a:normAutofit fontScale="90000"/>
          </a:bodyPr>
          <a:lstStyle/>
          <a:p>
            <a:pPr algn="ctr" eaLnBrk="1" fontAlgn="auto" hangingPunct="1">
              <a:spcAft>
                <a:spcPts val="0"/>
              </a:spcAft>
              <a:defRPr/>
            </a:pPr>
            <a:r>
              <a:rPr lang="en-US" altLang="en-US" b="1" dirty="0">
                <a:solidFill>
                  <a:srgbClr val="00B0F0"/>
                </a:solidFill>
              </a:rPr>
              <a:t>Questions Students Can Ask NSW IT Support</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C8B19B6D-3AC4-B5E6-8D40-DA6F790AF81C}"/>
              </a:ext>
            </a:extLst>
          </p:cNvPr>
          <p:cNvSpPr>
            <a:spLocks noGrp="1" noChangeArrowheads="1"/>
          </p:cNvSpPr>
          <p:nvPr>
            <p:ph idx="1"/>
          </p:nvPr>
        </p:nvSpPr>
        <p:spPr>
          <a:xfrm>
            <a:off x="558006" y="1835151"/>
            <a:ext cx="8027988" cy="4723304"/>
          </a:xfrm>
        </p:spPr>
        <p:txBody>
          <a:bodyPr/>
          <a:lstStyle/>
          <a:p>
            <a:pPr>
              <a:lnSpc>
                <a:spcPct val="150000"/>
              </a:lnSpc>
            </a:pPr>
            <a:r>
              <a:rPr lang="en-US" sz="2800" b="1" dirty="0"/>
              <a:t>Why These Questions Matter:</a:t>
            </a:r>
          </a:p>
          <a:p>
            <a:pPr>
              <a:lnSpc>
                <a:spcPct val="150000"/>
              </a:lnSpc>
            </a:pPr>
            <a:r>
              <a:rPr lang="en-US" sz="2800" dirty="0"/>
              <a:t>These answers help students:</a:t>
            </a:r>
          </a:p>
          <a:p>
            <a:pPr>
              <a:lnSpc>
                <a:spcPct val="150000"/>
              </a:lnSpc>
              <a:buFont typeface="Wingdings" panose="05000000000000000000" pitchFamily="2" charset="2"/>
              <a:buChar char="Ø"/>
            </a:pPr>
            <a:r>
              <a:rPr lang="en-US" sz="2800" dirty="0"/>
              <a:t>define the problem, </a:t>
            </a:r>
          </a:p>
          <a:p>
            <a:pPr>
              <a:lnSpc>
                <a:spcPct val="150000"/>
              </a:lnSpc>
              <a:buFont typeface="Wingdings" panose="05000000000000000000" pitchFamily="2" charset="2"/>
              <a:buChar char="Ø"/>
            </a:pPr>
            <a:r>
              <a:rPr lang="en-US" sz="2800" dirty="0"/>
              <a:t>justify the solution, </a:t>
            </a:r>
          </a:p>
          <a:p>
            <a:pPr>
              <a:lnSpc>
                <a:spcPct val="150000"/>
              </a:lnSpc>
              <a:buFont typeface="Wingdings" panose="05000000000000000000" pitchFamily="2" charset="2"/>
              <a:buChar char="Ø"/>
            </a:pPr>
            <a:r>
              <a:rPr lang="en-US" sz="2800" dirty="0"/>
              <a:t>and write stronger Assessment 4 reports.</a:t>
            </a:r>
          </a:p>
        </p:txBody>
      </p:sp>
      <p:sp>
        <p:nvSpPr>
          <p:cNvPr id="2" name="Footer Placeholder 1">
            <a:extLst>
              <a:ext uri="{FF2B5EF4-FFF2-40B4-BE49-F238E27FC236}">
                <a16:creationId xmlns:a16="http://schemas.microsoft.com/office/drawing/2014/main" id="{9FC0A843-6BCE-4DDD-A27E-FCF620921ED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713FD74-B078-4178-8E00-A1D6CCE7691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12</a:t>
            </a:fld>
            <a:endParaRPr lang="en-US" altLang="en-US" sz="900">
              <a:solidFill>
                <a:srgbClr val="FFFFFF"/>
              </a:solidFill>
            </a:endParaRPr>
          </a:p>
        </p:txBody>
      </p:sp>
      <p:pic>
        <p:nvPicPr>
          <p:cNvPr id="22534" name="Picture 5">
            <a:extLst>
              <a:ext uri="{FF2B5EF4-FFF2-40B4-BE49-F238E27FC236}">
                <a16:creationId xmlns:a16="http://schemas.microsoft.com/office/drawing/2014/main" id="{0FE8E548-0F2A-0C3C-1561-7F8AB4BE69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0481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5AF60-E7D8-CAD6-96D7-D50811AC8E2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F444DF9-468E-CD23-C8D0-477C2F720A1B}"/>
              </a:ext>
            </a:extLst>
          </p:cNvPr>
          <p:cNvSpPr>
            <a:spLocks noGrp="1"/>
          </p:cNvSpPr>
          <p:nvPr>
            <p:ph type="title"/>
          </p:nvPr>
        </p:nvSpPr>
        <p:spPr>
          <a:xfrm>
            <a:off x="539750" y="612775"/>
            <a:ext cx="8027988" cy="1222376"/>
          </a:xfrm>
        </p:spPr>
        <p:txBody>
          <a:bodyPr>
            <a:normAutofit fontScale="90000"/>
          </a:bodyPr>
          <a:lstStyle/>
          <a:p>
            <a:pPr algn="ctr" eaLnBrk="1" fontAlgn="auto" hangingPunct="1">
              <a:spcAft>
                <a:spcPts val="0"/>
              </a:spcAft>
              <a:defRPr/>
            </a:pPr>
            <a:r>
              <a:rPr lang="en-US" altLang="en-US" b="1" dirty="0">
                <a:solidFill>
                  <a:srgbClr val="00B0F0"/>
                </a:solidFill>
              </a:rPr>
              <a:t>Questions About Project Implementation</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F1848675-C478-C88D-6A29-7D6582BDCC34}"/>
              </a:ext>
            </a:extLst>
          </p:cNvPr>
          <p:cNvSpPr>
            <a:spLocks noGrp="1" noChangeArrowheads="1"/>
          </p:cNvSpPr>
          <p:nvPr>
            <p:ph idx="1"/>
          </p:nvPr>
        </p:nvSpPr>
        <p:spPr>
          <a:xfrm>
            <a:off x="558006" y="1835151"/>
            <a:ext cx="8027988" cy="4723304"/>
          </a:xfrm>
        </p:spPr>
        <p:txBody>
          <a:bodyPr/>
          <a:lstStyle/>
          <a:p>
            <a:r>
              <a:rPr lang="en-US" sz="2800" b="1" dirty="0"/>
              <a:t>Questions Related to Week 6 Topic</a:t>
            </a:r>
          </a:p>
          <a:p>
            <a:r>
              <a:rPr lang="en-US" sz="2800" b="1" dirty="0"/>
              <a:t>Implementation Planning</a:t>
            </a:r>
          </a:p>
          <a:p>
            <a:pPr>
              <a:buFont typeface="Wingdings" panose="05000000000000000000" pitchFamily="2" charset="2"/>
              <a:buChar char="ü"/>
            </a:pPr>
            <a:r>
              <a:rPr lang="en-US" sz="2800" dirty="0"/>
              <a:t>How do you plan a new IT project? </a:t>
            </a:r>
          </a:p>
          <a:p>
            <a:pPr>
              <a:buFont typeface="Wingdings" panose="05000000000000000000" pitchFamily="2" charset="2"/>
              <a:buChar char="ü"/>
            </a:pPr>
            <a:r>
              <a:rPr lang="en-US" sz="2800" dirty="0"/>
              <a:t>How do you estimate time and cost? </a:t>
            </a:r>
          </a:p>
          <a:p>
            <a:pPr>
              <a:buFont typeface="Wingdings" panose="05000000000000000000" pitchFamily="2" charset="2"/>
              <a:buChar char="ü"/>
            </a:pPr>
            <a:r>
              <a:rPr lang="en-US" sz="2800" dirty="0"/>
              <a:t>How do you </a:t>
            </a:r>
            <a:r>
              <a:rPr lang="en-US" sz="2800" dirty="0" err="1"/>
              <a:t>prioritise</a:t>
            </a:r>
            <a:r>
              <a:rPr lang="en-US" sz="2800" dirty="0"/>
              <a:t> tasks?</a:t>
            </a:r>
          </a:p>
        </p:txBody>
      </p:sp>
      <p:sp>
        <p:nvSpPr>
          <p:cNvPr id="2" name="Footer Placeholder 1">
            <a:extLst>
              <a:ext uri="{FF2B5EF4-FFF2-40B4-BE49-F238E27FC236}">
                <a16:creationId xmlns:a16="http://schemas.microsoft.com/office/drawing/2014/main" id="{01A27A30-1ACC-0808-F498-409E5FA14B1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C77388A-D648-FC68-BFD3-2B7048AA492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a:t>
            </a:fld>
            <a:endParaRPr lang="en-US" altLang="en-US" sz="900">
              <a:solidFill>
                <a:srgbClr val="FFFFFF"/>
              </a:solidFill>
            </a:endParaRPr>
          </a:p>
        </p:txBody>
      </p:sp>
      <p:pic>
        <p:nvPicPr>
          <p:cNvPr id="22534" name="Picture 5">
            <a:extLst>
              <a:ext uri="{FF2B5EF4-FFF2-40B4-BE49-F238E27FC236}">
                <a16:creationId xmlns:a16="http://schemas.microsoft.com/office/drawing/2014/main" id="{56DEE0E4-4A62-CCE0-C9DC-CC72C2FCE9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3594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55D5E-F7E6-6040-7E34-76ABE81451D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3D38A47-CEE1-D0CF-2162-6A317C252BF3}"/>
              </a:ext>
            </a:extLst>
          </p:cNvPr>
          <p:cNvSpPr>
            <a:spLocks noGrp="1"/>
          </p:cNvSpPr>
          <p:nvPr>
            <p:ph type="title"/>
          </p:nvPr>
        </p:nvSpPr>
        <p:spPr>
          <a:xfrm>
            <a:off x="539750" y="612775"/>
            <a:ext cx="8027988" cy="1222376"/>
          </a:xfrm>
        </p:spPr>
        <p:txBody>
          <a:bodyPr>
            <a:normAutofit fontScale="90000"/>
          </a:bodyPr>
          <a:lstStyle/>
          <a:p>
            <a:pPr algn="ctr" eaLnBrk="1" fontAlgn="auto" hangingPunct="1">
              <a:spcAft>
                <a:spcPts val="0"/>
              </a:spcAft>
              <a:defRPr/>
            </a:pPr>
            <a:r>
              <a:rPr lang="en-US" altLang="en-US" b="1" dirty="0">
                <a:solidFill>
                  <a:srgbClr val="00B0F0"/>
                </a:solidFill>
              </a:rPr>
              <a:t>Questions About Project Implementation</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7585E9EC-4975-0B84-3A37-5BEA4E50AC5A}"/>
              </a:ext>
            </a:extLst>
          </p:cNvPr>
          <p:cNvSpPr>
            <a:spLocks noGrp="1" noChangeArrowheads="1"/>
          </p:cNvSpPr>
          <p:nvPr>
            <p:ph idx="1"/>
          </p:nvPr>
        </p:nvSpPr>
        <p:spPr>
          <a:xfrm>
            <a:off x="558006" y="1835151"/>
            <a:ext cx="8027988" cy="4723304"/>
          </a:xfrm>
        </p:spPr>
        <p:txBody>
          <a:bodyPr/>
          <a:lstStyle/>
          <a:p>
            <a:r>
              <a:rPr lang="en-US" sz="2800" b="1" dirty="0"/>
              <a:t>Project Execution</a:t>
            </a:r>
          </a:p>
          <a:p>
            <a:pPr>
              <a:buFont typeface="Wingdings" panose="05000000000000000000" pitchFamily="2" charset="2"/>
              <a:buChar char="Ø"/>
            </a:pPr>
            <a:r>
              <a:rPr lang="en-US" sz="2800" dirty="0"/>
              <a:t>How do teams coordinate during implementation? </a:t>
            </a:r>
          </a:p>
          <a:p>
            <a:pPr>
              <a:buFont typeface="Wingdings" panose="05000000000000000000" pitchFamily="2" charset="2"/>
              <a:buChar char="Ø"/>
            </a:pPr>
            <a:r>
              <a:rPr lang="en-US" sz="2800" dirty="0"/>
              <a:t>What tools do you use to track progress? </a:t>
            </a:r>
          </a:p>
          <a:p>
            <a:r>
              <a:rPr lang="en-US" sz="2800" b="1" dirty="0"/>
              <a:t>Monitoring &amp; Control</a:t>
            </a:r>
          </a:p>
          <a:p>
            <a:pPr>
              <a:buFont typeface="Wingdings" panose="05000000000000000000" pitchFamily="2" charset="2"/>
              <a:buChar char="Ø"/>
            </a:pPr>
            <a:r>
              <a:rPr lang="en-US" sz="2800" dirty="0"/>
              <a:t>How do you know if a project is successful? </a:t>
            </a:r>
          </a:p>
          <a:p>
            <a:pPr>
              <a:buFont typeface="Wingdings" panose="05000000000000000000" pitchFamily="2" charset="2"/>
              <a:buChar char="Ø"/>
            </a:pPr>
            <a:r>
              <a:rPr lang="en-US" sz="2800" dirty="0"/>
              <a:t>How do you manage unexpected problems?</a:t>
            </a:r>
          </a:p>
        </p:txBody>
      </p:sp>
      <p:sp>
        <p:nvSpPr>
          <p:cNvPr id="2" name="Footer Placeholder 1">
            <a:extLst>
              <a:ext uri="{FF2B5EF4-FFF2-40B4-BE49-F238E27FC236}">
                <a16:creationId xmlns:a16="http://schemas.microsoft.com/office/drawing/2014/main" id="{D5CDB0B1-0E2D-B0DF-D0B0-E6B6434E2EB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C41875C-A98D-37DA-324F-A65C6D12AF8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14</a:t>
            </a:fld>
            <a:endParaRPr lang="en-US" altLang="en-US" sz="900">
              <a:solidFill>
                <a:srgbClr val="FFFFFF"/>
              </a:solidFill>
            </a:endParaRPr>
          </a:p>
        </p:txBody>
      </p:sp>
      <p:pic>
        <p:nvPicPr>
          <p:cNvPr id="22534" name="Picture 5">
            <a:extLst>
              <a:ext uri="{FF2B5EF4-FFF2-40B4-BE49-F238E27FC236}">
                <a16:creationId xmlns:a16="http://schemas.microsoft.com/office/drawing/2014/main" id="{072FF028-D93D-6FC8-1A6A-39F0D994B4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6535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B2579-D50A-6130-8B42-EB46D5BC635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AA4CAA6-DF01-8C7E-4957-8E7440864E50}"/>
              </a:ext>
            </a:extLst>
          </p:cNvPr>
          <p:cNvSpPr>
            <a:spLocks noGrp="1"/>
          </p:cNvSpPr>
          <p:nvPr>
            <p:ph type="title"/>
          </p:nvPr>
        </p:nvSpPr>
        <p:spPr>
          <a:xfrm>
            <a:off x="539750" y="612775"/>
            <a:ext cx="8027988" cy="1222376"/>
          </a:xfrm>
        </p:spPr>
        <p:txBody>
          <a:bodyPr>
            <a:normAutofit fontScale="90000"/>
          </a:bodyPr>
          <a:lstStyle/>
          <a:p>
            <a:pPr algn="ctr" eaLnBrk="1" fontAlgn="auto" hangingPunct="1">
              <a:spcAft>
                <a:spcPts val="0"/>
              </a:spcAft>
              <a:defRPr/>
            </a:pPr>
            <a:r>
              <a:rPr lang="en-US" altLang="en-US" b="1" dirty="0">
                <a:solidFill>
                  <a:srgbClr val="00B0F0"/>
                </a:solidFill>
              </a:rPr>
              <a:t>Questions About Project Implementation</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9305943C-28B0-B3D8-36C0-4AD74A70CA35}"/>
              </a:ext>
            </a:extLst>
          </p:cNvPr>
          <p:cNvSpPr>
            <a:spLocks noGrp="1" noChangeArrowheads="1"/>
          </p:cNvSpPr>
          <p:nvPr>
            <p:ph idx="1"/>
          </p:nvPr>
        </p:nvSpPr>
        <p:spPr>
          <a:xfrm>
            <a:off x="558006" y="1835151"/>
            <a:ext cx="8027988" cy="4723304"/>
          </a:xfrm>
        </p:spPr>
        <p:txBody>
          <a:bodyPr/>
          <a:lstStyle/>
          <a:p>
            <a:pPr>
              <a:buFont typeface="Wingdings" panose="05000000000000000000" pitchFamily="2" charset="2"/>
              <a:buChar char="Ø"/>
            </a:pPr>
            <a:r>
              <a:rPr lang="en-US" sz="2800" b="1" dirty="0"/>
              <a:t>Closing Projects</a:t>
            </a:r>
          </a:p>
          <a:p>
            <a:pPr>
              <a:buFont typeface="Wingdings" panose="05000000000000000000" pitchFamily="2" charset="2"/>
              <a:buChar char="Ø"/>
            </a:pPr>
            <a:r>
              <a:rPr lang="en-US" sz="2800" dirty="0"/>
              <a:t>How do you gather client feedback after project completion? </a:t>
            </a:r>
          </a:p>
          <a:p>
            <a:pPr>
              <a:buFont typeface="Wingdings" panose="05000000000000000000" pitchFamily="2" charset="2"/>
              <a:buChar char="Ø"/>
            </a:pPr>
            <a:r>
              <a:rPr lang="en-US" sz="2800" dirty="0"/>
              <a:t>Do you provide ongoing support?</a:t>
            </a:r>
          </a:p>
        </p:txBody>
      </p:sp>
      <p:sp>
        <p:nvSpPr>
          <p:cNvPr id="2" name="Footer Placeholder 1">
            <a:extLst>
              <a:ext uri="{FF2B5EF4-FFF2-40B4-BE49-F238E27FC236}">
                <a16:creationId xmlns:a16="http://schemas.microsoft.com/office/drawing/2014/main" id="{72773631-349B-E3FA-A3EE-CDA1127C641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7259594-2564-7EC6-7AAD-64701E3C2BA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15</a:t>
            </a:fld>
            <a:endParaRPr lang="en-US" altLang="en-US" sz="900">
              <a:solidFill>
                <a:srgbClr val="FFFFFF"/>
              </a:solidFill>
            </a:endParaRPr>
          </a:p>
        </p:txBody>
      </p:sp>
      <p:pic>
        <p:nvPicPr>
          <p:cNvPr id="22534" name="Picture 5">
            <a:extLst>
              <a:ext uri="{FF2B5EF4-FFF2-40B4-BE49-F238E27FC236}">
                <a16:creationId xmlns:a16="http://schemas.microsoft.com/office/drawing/2014/main" id="{1E6EA4CA-C3E5-21D0-D0BB-6A491277E0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448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ED059-F1BB-AEEC-44F2-8D603296112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26B0E9F-03A1-4E4E-4011-1A020D007236}"/>
              </a:ext>
            </a:extLst>
          </p:cNvPr>
          <p:cNvSpPr>
            <a:spLocks noGrp="1"/>
          </p:cNvSpPr>
          <p:nvPr>
            <p:ph type="title"/>
          </p:nvPr>
        </p:nvSpPr>
        <p:spPr>
          <a:xfrm>
            <a:off x="539750" y="612775"/>
            <a:ext cx="8027988" cy="1222376"/>
          </a:xfrm>
        </p:spPr>
        <p:txBody>
          <a:bodyPr>
            <a:normAutofit fontScale="90000"/>
          </a:bodyPr>
          <a:lstStyle/>
          <a:p>
            <a:pPr algn="ctr" eaLnBrk="1" fontAlgn="auto" hangingPunct="1">
              <a:spcAft>
                <a:spcPts val="0"/>
              </a:spcAft>
              <a:defRPr/>
            </a:pPr>
            <a:r>
              <a:rPr lang="en-US" altLang="en-US" b="1" dirty="0">
                <a:solidFill>
                  <a:srgbClr val="00B0F0"/>
                </a:solidFill>
              </a:rPr>
              <a:t>Helping Students Think Like Consultants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8AD61B4-3B8E-934F-8551-4250A70F8D1B}"/>
              </a:ext>
            </a:extLst>
          </p:cNvPr>
          <p:cNvSpPr>
            <a:spLocks noGrp="1" noChangeArrowheads="1"/>
          </p:cNvSpPr>
          <p:nvPr>
            <p:ph idx="1"/>
          </p:nvPr>
        </p:nvSpPr>
        <p:spPr>
          <a:xfrm>
            <a:off x="558006" y="1835151"/>
            <a:ext cx="8027988" cy="4723304"/>
          </a:xfrm>
        </p:spPr>
        <p:txBody>
          <a:bodyPr/>
          <a:lstStyle/>
          <a:p>
            <a:r>
              <a:rPr lang="en-US" sz="2800" b="1" dirty="0"/>
              <a:t>Instead of Asking Only:</a:t>
            </a:r>
          </a:p>
          <a:p>
            <a:r>
              <a:rPr lang="en-US" sz="2800" dirty="0"/>
              <a:t>“What technology do you use?”</a:t>
            </a:r>
          </a:p>
          <a:p>
            <a:r>
              <a:rPr lang="en-US" sz="2800" b="1" dirty="0"/>
              <a:t>Students Should Also Ask:</a:t>
            </a:r>
          </a:p>
          <a:p>
            <a:pPr>
              <a:buFont typeface="Wingdings" panose="05000000000000000000" pitchFamily="2" charset="2"/>
              <a:buChar char="Ø"/>
            </a:pPr>
            <a:r>
              <a:rPr lang="en-US" sz="2800" dirty="0"/>
              <a:t>Why was this technology chosen? </a:t>
            </a:r>
          </a:p>
          <a:p>
            <a:pPr>
              <a:buFont typeface="Wingdings" panose="05000000000000000000" pitchFamily="2" charset="2"/>
              <a:buChar char="Ø"/>
            </a:pPr>
            <a:r>
              <a:rPr lang="en-US" sz="2800" dirty="0"/>
              <a:t>What business problem does it solve? </a:t>
            </a:r>
          </a:p>
          <a:p>
            <a:pPr>
              <a:buFont typeface="Wingdings" panose="05000000000000000000" pitchFamily="2" charset="2"/>
              <a:buChar char="Ø"/>
            </a:pPr>
            <a:r>
              <a:rPr lang="en-US" sz="2800" dirty="0"/>
              <a:t>Was there a cheaper or simpler option? </a:t>
            </a:r>
          </a:p>
          <a:p>
            <a:pPr>
              <a:buFont typeface="Wingdings" panose="05000000000000000000" pitchFamily="2" charset="2"/>
              <a:buChar char="Ø"/>
            </a:pPr>
            <a:r>
              <a:rPr lang="en-US" sz="2800" dirty="0"/>
              <a:t>What risks were considered? </a:t>
            </a:r>
          </a:p>
          <a:p>
            <a:pPr>
              <a:buFont typeface="Wingdings" panose="05000000000000000000" pitchFamily="2" charset="2"/>
              <a:buChar char="Ø"/>
            </a:pPr>
            <a:r>
              <a:rPr lang="en-US" sz="2800" dirty="0"/>
              <a:t>How does it improve customer experience? </a:t>
            </a:r>
          </a:p>
          <a:p>
            <a:r>
              <a:rPr lang="en-US" sz="2800" dirty="0"/>
              <a:t>This shows critical thinking.</a:t>
            </a:r>
          </a:p>
        </p:txBody>
      </p:sp>
      <p:sp>
        <p:nvSpPr>
          <p:cNvPr id="2" name="Footer Placeholder 1">
            <a:extLst>
              <a:ext uri="{FF2B5EF4-FFF2-40B4-BE49-F238E27FC236}">
                <a16:creationId xmlns:a16="http://schemas.microsoft.com/office/drawing/2014/main" id="{94FCA883-BD24-A6D1-1DE2-62992FE8445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A2F809A-1171-7400-36B4-10A3F26B2E4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16</a:t>
            </a:fld>
            <a:endParaRPr lang="en-US" altLang="en-US" sz="900">
              <a:solidFill>
                <a:srgbClr val="FFFFFF"/>
              </a:solidFill>
            </a:endParaRPr>
          </a:p>
        </p:txBody>
      </p:sp>
      <p:pic>
        <p:nvPicPr>
          <p:cNvPr id="22534" name="Picture 5">
            <a:extLst>
              <a:ext uri="{FF2B5EF4-FFF2-40B4-BE49-F238E27FC236}">
                <a16:creationId xmlns:a16="http://schemas.microsoft.com/office/drawing/2014/main" id="{429BFD46-430E-B366-7972-204214C9AB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49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E5EDF-33CE-F06D-B412-5BD11550867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86CCA72-1040-6ECE-FDE6-B1A498B62CDD}"/>
              </a:ext>
            </a:extLst>
          </p:cNvPr>
          <p:cNvSpPr>
            <a:spLocks noGrp="1"/>
          </p:cNvSpPr>
          <p:nvPr>
            <p:ph type="title"/>
          </p:nvPr>
        </p:nvSpPr>
        <p:spPr>
          <a:xfrm>
            <a:off x="539750" y="612775"/>
            <a:ext cx="8027988" cy="1222376"/>
          </a:xfrm>
        </p:spPr>
        <p:txBody>
          <a:bodyPr>
            <a:normAutofit fontScale="90000"/>
          </a:bodyPr>
          <a:lstStyle/>
          <a:p>
            <a:pPr algn="ctr" eaLnBrk="1" fontAlgn="auto" hangingPunct="1">
              <a:spcAft>
                <a:spcPts val="0"/>
              </a:spcAft>
              <a:defRPr/>
            </a:pPr>
            <a:r>
              <a:rPr lang="en-US" altLang="en-US" b="1" dirty="0">
                <a:solidFill>
                  <a:srgbClr val="00B0F0"/>
                </a:solidFill>
              </a:rPr>
              <a:t>Example: Turning Company Problems Into Assessment 4 Solutions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6CCFA823-D2DE-293D-2CCD-06C3C4E1A9D1}"/>
              </a:ext>
            </a:extLst>
          </p:cNvPr>
          <p:cNvSpPr>
            <a:spLocks noGrp="1" noChangeArrowheads="1"/>
          </p:cNvSpPr>
          <p:nvPr>
            <p:ph idx="1"/>
          </p:nvPr>
        </p:nvSpPr>
        <p:spPr>
          <a:xfrm>
            <a:off x="558006" y="1835150"/>
            <a:ext cx="8027988" cy="5022849"/>
          </a:xfrm>
          <a:solidFill>
            <a:schemeClr val="bg1"/>
          </a:solidFill>
        </p:spPr>
        <p:txBody>
          <a:bodyPr/>
          <a:lstStyle/>
          <a:p>
            <a:r>
              <a:rPr lang="en-US" sz="2500" b="1" dirty="0"/>
              <a:t>Example 1</a:t>
            </a:r>
          </a:p>
          <a:p>
            <a:r>
              <a:rPr lang="en-US" sz="2500" b="1" dirty="0"/>
              <a:t>Problem:</a:t>
            </a:r>
          </a:p>
          <a:p>
            <a:r>
              <a:rPr lang="en-US" sz="2500" dirty="0"/>
              <a:t>Clients submit too many repetitive support requests.</a:t>
            </a:r>
          </a:p>
          <a:p>
            <a:r>
              <a:rPr lang="en-US" sz="2500" b="1" dirty="0"/>
              <a:t>Proposed Solution:</a:t>
            </a:r>
          </a:p>
          <a:p>
            <a:r>
              <a:rPr lang="en-US" sz="2500" dirty="0"/>
              <a:t>AI chatbot + ticket classification system</a:t>
            </a:r>
          </a:p>
          <a:p>
            <a:r>
              <a:rPr lang="en-US" sz="2500" b="1" dirty="0"/>
              <a:t>Assessment 4 Sections:</a:t>
            </a:r>
          </a:p>
          <a:p>
            <a:pPr>
              <a:buFont typeface="Wingdings" panose="05000000000000000000" pitchFamily="2" charset="2"/>
              <a:buChar char="Ø"/>
            </a:pPr>
            <a:r>
              <a:rPr lang="en-US" sz="2500" dirty="0"/>
              <a:t>Functional requirements </a:t>
            </a:r>
          </a:p>
          <a:p>
            <a:pPr>
              <a:buFont typeface="Wingdings" panose="05000000000000000000" pitchFamily="2" charset="2"/>
              <a:buChar char="Ø"/>
            </a:pPr>
            <a:r>
              <a:rPr lang="en-US" sz="2500" dirty="0"/>
              <a:t>Sustainability </a:t>
            </a:r>
          </a:p>
          <a:p>
            <a:pPr>
              <a:buFont typeface="Wingdings" panose="05000000000000000000" pitchFamily="2" charset="2"/>
              <a:buChar char="Ø"/>
            </a:pPr>
            <a:r>
              <a:rPr lang="en-US" sz="2500" dirty="0"/>
              <a:t>AI integration </a:t>
            </a:r>
          </a:p>
          <a:p>
            <a:pPr>
              <a:buFont typeface="Wingdings" panose="05000000000000000000" pitchFamily="2" charset="2"/>
              <a:buChar char="Ø"/>
            </a:pPr>
            <a:r>
              <a:rPr lang="en-US" sz="2500" dirty="0"/>
              <a:t>Communication plan</a:t>
            </a:r>
          </a:p>
        </p:txBody>
      </p:sp>
      <p:sp>
        <p:nvSpPr>
          <p:cNvPr id="2" name="Footer Placeholder 1">
            <a:extLst>
              <a:ext uri="{FF2B5EF4-FFF2-40B4-BE49-F238E27FC236}">
                <a16:creationId xmlns:a16="http://schemas.microsoft.com/office/drawing/2014/main" id="{58F8E4DE-9DAC-7D55-E5EC-D502AE9966E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3D865B5-E308-3C43-113D-D37C560CA32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17</a:t>
            </a:fld>
            <a:endParaRPr lang="en-US" altLang="en-US" sz="900">
              <a:solidFill>
                <a:srgbClr val="FFFFFF"/>
              </a:solidFill>
            </a:endParaRPr>
          </a:p>
        </p:txBody>
      </p:sp>
      <p:pic>
        <p:nvPicPr>
          <p:cNvPr id="22534" name="Picture 5">
            <a:extLst>
              <a:ext uri="{FF2B5EF4-FFF2-40B4-BE49-F238E27FC236}">
                <a16:creationId xmlns:a16="http://schemas.microsoft.com/office/drawing/2014/main" id="{73ACD8BF-3517-959D-07B8-ABB50983ED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3708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2811C-D941-7115-B308-5D050F3E795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5D90A08-3741-6EA4-A720-14A0A96C7A6E}"/>
              </a:ext>
            </a:extLst>
          </p:cNvPr>
          <p:cNvSpPr>
            <a:spLocks noGrp="1"/>
          </p:cNvSpPr>
          <p:nvPr>
            <p:ph type="title"/>
          </p:nvPr>
        </p:nvSpPr>
        <p:spPr>
          <a:xfrm>
            <a:off x="539750" y="612775"/>
            <a:ext cx="8027988" cy="1222376"/>
          </a:xfrm>
        </p:spPr>
        <p:txBody>
          <a:bodyPr>
            <a:normAutofit fontScale="90000"/>
          </a:bodyPr>
          <a:lstStyle/>
          <a:p>
            <a:pPr algn="ctr" eaLnBrk="1" fontAlgn="auto" hangingPunct="1">
              <a:spcAft>
                <a:spcPts val="0"/>
              </a:spcAft>
              <a:defRPr/>
            </a:pPr>
            <a:r>
              <a:rPr lang="en-US" altLang="en-US" b="1" dirty="0">
                <a:solidFill>
                  <a:srgbClr val="00B0F0"/>
                </a:solidFill>
              </a:rPr>
              <a:t>Example: Turning Company Problems Into Assessment 4 Solutions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BC78E64D-D896-C39F-480B-CC1218B04515}"/>
              </a:ext>
            </a:extLst>
          </p:cNvPr>
          <p:cNvSpPr>
            <a:spLocks noGrp="1" noChangeArrowheads="1"/>
          </p:cNvSpPr>
          <p:nvPr>
            <p:ph idx="1"/>
          </p:nvPr>
        </p:nvSpPr>
        <p:spPr>
          <a:xfrm>
            <a:off x="558006" y="1835150"/>
            <a:ext cx="8027988" cy="5022849"/>
          </a:xfrm>
          <a:solidFill>
            <a:schemeClr val="bg1"/>
          </a:solidFill>
        </p:spPr>
        <p:txBody>
          <a:bodyPr/>
          <a:lstStyle/>
          <a:p>
            <a:r>
              <a:rPr lang="en-US" sz="2800" b="1" dirty="0"/>
              <a:t>Example 2</a:t>
            </a:r>
          </a:p>
          <a:p>
            <a:r>
              <a:rPr lang="en-US" sz="2800" b="1" dirty="0"/>
              <a:t>Problem:</a:t>
            </a:r>
          </a:p>
          <a:p>
            <a:r>
              <a:rPr lang="en-US" sz="2800" dirty="0"/>
              <a:t>Clients worry about cyber attacks.</a:t>
            </a:r>
          </a:p>
          <a:p>
            <a:r>
              <a:rPr lang="en-US" sz="2800" b="1" dirty="0"/>
              <a:t>Proposed Solution:</a:t>
            </a:r>
          </a:p>
          <a:p>
            <a:r>
              <a:rPr lang="en-US" sz="2800" dirty="0"/>
              <a:t>Cybersecurity monitoring dashboard</a:t>
            </a:r>
          </a:p>
          <a:p>
            <a:r>
              <a:rPr lang="en-US" sz="2800" b="1" dirty="0"/>
              <a:t>Assessment 4 Sections:</a:t>
            </a:r>
          </a:p>
          <a:p>
            <a:pPr>
              <a:buFont typeface="Wingdings" panose="05000000000000000000" pitchFamily="2" charset="2"/>
              <a:buChar char="Ø"/>
            </a:pPr>
            <a:r>
              <a:rPr lang="en-US" sz="2800" dirty="0"/>
              <a:t>Security design </a:t>
            </a:r>
          </a:p>
          <a:p>
            <a:pPr>
              <a:buFont typeface="Wingdings" panose="05000000000000000000" pitchFamily="2" charset="2"/>
              <a:buChar char="Ø"/>
            </a:pPr>
            <a:r>
              <a:rPr lang="en-US" sz="2800" dirty="0"/>
              <a:t>Risk management </a:t>
            </a:r>
          </a:p>
          <a:p>
            <a:pPr>
              <a:buFont typeface="Wingdings" panose="05000000000000000000" pitchFamily="2" charset="2"/>
              <a:buChar char="Ø"/>
            </a:pPr>
            <a:r>
              <a:rPr lang="en-US" sz="2800" dirty="0"/>
              <a:t>Ethical considerations</a:t>
            </a:r>
          </a:p>
        </p:txBody>
      </p:sp>
      <p:sp>
        <p:nvSpPr>
          <p:cNvPr id="2" name="Footer Placeholder 1">
            <a:extLst>
              <a:ext uri="{FF2B5EF4-FFF2-40B4-BE49-F238E27FC236}">
                <a16:creationId xmlns:a16="http://schemas.microsoft.com/office/drawing/2014/main" id="{FE2273A2-5E64-F438-3018-B2B6E2F1DC4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371D6DB-A45F-184F-655D-70074426273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18</a:t>
            </a:fld>
            <a:endParaRPr lang="en-US" altLang="en-US" sz="900">
              <a:solidFill>
                <a:srgbClr val="FFFFFF"/>
              </a:solidFill>
            </a:endParaRPr>
          </a:p>
        </p:txBody>
      </p:sp>
      <p:pic>
        <p:nvPicPr>
          <p:cNvPr id="22534" name="Picture 5">
            <a:extLst>
              <a:ext uri="{FF2B5EF4-FFF2-40B4-BE49-F238E27FC236}">
                <a16:creationId xmlns:a16="http://schemas.microsoft.com/office/drawing/2014/main" id="{4437DACF-7D03-F43D-8658-BACCABB02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8042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00D4A-2954-0967-677C-488B3F72A6C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6C56969-D30B-7679-5A08-B615B241B4EA}"/>
              </a:ext>
            </a:extLst>
          </p:cNvPr>
          <p:cNvSpPr>
            <a:spLocks noGrp="1"/>
          </p:cNvSpPr>
          <p:nvPr>
            <p:ph type="title"/>
          </p:nvPr>
        </p:nvSpPr>
        <p:spPr>
          <a:xfrm>
            <a:off x="539750" y="612775"/>
            <a:ext cx="8027988" cy="753570"/>
          </a:xfrm>
        </p:spPr>
        <p:txBody>
          <a:bodyPr>
            <a:normAutofit fontScale="90000"/>
          </a:bodyPr>
          <a:lstStyle/>
          <a:p>
            <a:pPr algn="ctr" eaLnBrk="1" fontAlgn="auto" hangingPunct="1">
              <a:spcAft>
                <a:spcPts val="0"/>
              </a:spcAft>
              <a:defRPr/>
            </a:pPr>
            <a:r>
              <a:rPr lang="en-US" altLang="en-US" b="1" dirty="0">
                <a:solidFill>
                  <a:srgbClr val="00B0F0"/>
                </a:solidFill>
              </a:rPr>
              <a:t>Sustainability Ideas (Very Important)</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79873C6D-23D6-7FEB-5F51-B74780D9D83E}"/>
              </a:ext>
            </a:extLst>
          </p:cNvPr>
          <p:cNvSpPr>
            <a:spLocks noGrp="1" noChangeArrowheads="1"/>
          </p:cNvSpPr>
          <p:nvPr>
            <p:ph idx="1"/>
          </p:nvPr>
        </p:nvSpPr>
        <p:spPr>
          <a:xfrm>
            <a:off x="558006" y="1835151"/>
            <a:ext cx="8027988" cy="4502588"/>
          </a:xfrm>
          <a:solidFill>
            <a:schemeClr val="bg1"/>
          </a:solidFill>
        </p:spPr>
        <p:txBody>
          <a:bodyPr/>
          <a:lstStyle/>
          <a:p>
            <a:r>
              <a:rPr lang="en-US" sz="2800" b="1" dirty="0"/>
              <a:t>Students MUST Include Sustainability</a:t>
            </a:r>
          </a:p>
          <a:p>
            <a:r>
              <a:rPr lang="en-US" sz="2800" b="1" dirty="0"/>
              <a:t>Environmental:</a:t>
            </a:r>
          </a:p>
          <a:p>
            <a:pPr>
              <a:buFont typeface="Wingdings" panose="05000000000000000000" pitchFamily="2" charset="2"/>
              <a:buChar char="Ø"/>
            </a:pPr>
            <a:r>
              <a:rPr lang="en-US" sz="2800" dirty="0"/>
              <a:t>Cloud systems reduce hardware waste </a:t>
            </a:r>
          </a:p>
          <a:p>
            <a:r>
              <a:rPr lang="en-US" sz="2800" b="1" dirty="0"/>
              <a:t>Economic:</a:t>
            </a:r>
          </a:p>
          <a:p>
            <a:pPr>
              <a:buFont typeface="Wingdings" panose="05000000000000000000" pitchFamily="2" charset="2"/>
              <a:buChar char="Ø"/>
            </a:pPr>
            <a:r>
              <a:rPr lang="en-US" sz="2800" dirty="0"/>
              <a:t>Automation reduces operational costs </a:t>
            </a:r>
          </a:p>
          <a:p>
            <a:r>
              <a:rPr lang="en-US" sz="2800" b="1" dirty="0"/>
              <a:t>Social:</a:t>
            </a:r>
          </a:p>
          <a:p>
            <a:pPr>
              <a:buFont typeface="Wingdings" panose="05000000000000000000" pitchFamily="2" charset="2"/>
              <a:buChar char="Ø"/>
            </a:pPr>
            <a:r>
              <a:rPr lang="en-US" sz="2800" dirty="0"/>
              <a:t>Accessible systems improve customer experience </a:t>
            </a:r>
          </a:p>
          <a:p>
            <a:r>
              <a:rPr lang="en-US" sz="2800" dirty="0"/>
              <a:t>Students often forget this section.</a:t>
            </a:r>
          </a:p>
        </p:txBody>
      </p:sp>
      <p:sp>
        <p:nvSpPr>
          <p:cNvPr id="2" name="Footer Placeholder 1">
            <a:extLst>
              <a:ext uri="{FF2B5EF4-FFF2-40B4-BE49-F238E27FC236}">
                <a16:creationId xmlns:a16="http://schemas.microsoft.com/office/drawing/2014/main" id="{3D2EBC9F-E249-87D7-32EC-4A0DD77A766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6F5129C-8B50-DE41-D212-28D999E3B0F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19</a:t>
            </a:fld>
            <a:endParaRPr lang="en-US" altLang="en-US" sz="900">
              <a:solidFill>
                <a:srgbClr val="FFFFFF"/>
              </a:solidFill>
            </a:endParaRPr>
          </a:p>
        </p:txBody>
      </p:sp>
      <p:pic>
        <p:nvPicPr>
          <p:cNvPr id="22534" name="Picture 5">
            <a:extLst>
              <a:ext uri="{FF2B5EF4-FFF2-40B4-BE49-F238E27FC236}">
                <a16:creationId xmlns:a16="http://schemas.microsoft.com/office/drawing/2014/main" id="{F793D5D9-D234-0705-0C4E-AB259C255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5082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CFF32-74E4-6485-3A14-385E8738ECC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FA067D3-5DFD-B941-C24E-B8071A1886AA}"/>
              </a:ext>
            </a:extLst>
          </p:cNvPr>
          <p:cNvSpPr>
            <a:spLocks noGrp="1"/>
          </p:cNvSpPr>
          <p:nvPr>
            <p:ph type="title"/>
          </p:nvPr>
        </p:nvSpPr>
        <p:spPr>
          <a:xfrm>
            <a:off x="539750" y="612775"/>
            <a:ext cx="8027988" cy="753570"/>
          </a:xfrm>
        </p:spPr>
        <p:txBody>
          <a:bodyPr>
            <a:normAutofit fontScale="90000"/>
          </a:bodyPr>
          <a:lstStyle/>
          <a:p>
            <a:pPr algn="ctr" eaLnBrk="1" fontAlgn="auto" hangingPunct="1">
              <a:spcAft>
                <a:spcPts val="0"/>
              </a:spcAft>
              <a:defRPr/>
            </a:pPr>
            <a:r>
              <a:rPr lang="en-US" altLang="en-US" b="1" dirty="0">
                <a:solidFill>
                  <a:srgbClr val="00B0F0"/>
                </a:solidFill>
              </a:rPr>
              <a:t>Common Mistakes in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43DD2A9A-7899-95C9-2909-62A4C0C5A910}"/>
              </a:ext>
            </a:extLst>
          </p:cNvPr>
          <p:cNvSpPr>
            <a:spLocks noGrp="1" noChangeArrowheads="1"/>
          </p:cNvSpPr>
          <p:nvPr>
            <p:ph idx="1"/>
          </p:nvPr>
        </p:nvSpPr>
        <p:spPr>
          <a:xfrm>
            <a:off x="558006" y="1835151"/>
            <a:ext cx="8027988" cy="4502588"/>
          </a:xfrm>
          <a:solidFill>
            <a:schemeClr val="bg1"/>
          </a:solidFill>
        </p:spPr>
        <p:txBody>
          <a:bodyPr/>
          <a:lstStyle/>
          <a:p>
            <a:pPr>
              <a:lnSpc>
                <a:spcPct val="150000"/>
              </a:lnSpc>
            </a:pPr>
            <a:r>
              <a:rPr lang="en-US" sz="2800" dirty="0">
                <a:highlight>
                  <a:srgbClr val="FF0000"/>
                </a:highlight>
              </a:rPr>
              <a:t>X</a:t>
            </a:r>
            <a:r>
              <a:rPr lang="en-US" sz="2800" dirty="0"/>
              <a:t> Solution too general</a:t>
            </a:r>
            <a:br>
              <a:rPr lang="en-US" sz="2800" dirty="0"/>
            </a:br>
            <a:r>
              <a:rPr lang="en-US" sz="2800" dirty="0">
                <a:highlight>
                  <a:srgbClr val="FF0000"/>
                </a:highlight>
              </a:rPr>
              <a:t>X</a:t>
            </a:r>
            <a:r>
              <a:rPr lang="en-US" sz="2800" dirty="0"/>
              <a:t> No real business problem</a:t>
            </a:r>
            <a:br>
              <a:rPr lang="en-US" sz="2800" dirty="0"/>
            </a:br>
            <a:r>
              <a:rPr lang="en-US" sz="2800" dirty="0">
                <a:highlight>
                  <a:srgbClr val="FF0000"/>
                </a:highlight>
              </a:rPr>
              <a:t>X</a:t>
            </a:r>
            <a:r>
              <a:rPr lang="en-US" sz="2800" dirty="0"/>
              <a:t> No implementation discussion</a:t>
            </a:r>
            <a:br>
              <a:rPr lang="en-US" sz="2800" dirty="0"/>
            </a:br>
            <a:r>
              <a:rPr lang="en-US" sz="2800" dirty="0">
                <a:highlight>
                  <a:srgbClr val="FF0000"/>
                </a:highlight>
              </a:rPr>
              <a:t>X</a:t>
            </a:r>
            <a:r>
              <a:rPr lang="en-US" sz="2800" dirty="0"/>
              <a:t> No diagrams/models</a:t>
            </a:r>
            <a:br>
              <a:rPr lang="en-US" sz="2800" dirty="0"/>
            </a:br>
            <a:r>
              <a:rPr lang="en-US" sz="2800" dirty="0">
                <a:highlight>
                  <a:srgbClr val="FF0000"/>
                </a:highlight>
              </a:rPr>
              <a:t>X</a:t>
            </a:r>
            <a:r>
              <a:rPr lang="en-US" sz="2800" dirty="0"/>
              <a:t> Weak communication strategy</a:t>
            </a:r>
            <a:br>
              <a:rPr lang="en-US" sz="2800" dirty="0"/>
            </a:br>
            <a:r>
              <a:rPr lang="en-US" sz="2800" dirty="0">
                <a:highlight>
                  <a:srgbClr val="FF0000"/>
                </a:highlight>
              </a:rPr>
              <a:t>X</a:t>
            </a:r>
            <a:r>
              <a:rPr lang="en-US" sz="2800" dirty="0"/>
              <a:t> No sustainability discussion</a:t>
            </a:r>
            <a:br>
              <a:rPr lang="en-US" sz="2800" dirty="0"/>
            </a:br>
            <a:r>
              <a:rPr lang="en-US" sz="2800" dirty="0">
                <a:highlight>
                  <a:srgbClr val="FF0000"/>
                </a:highlight>
              </a:rPr>
              <a:t>X</a:t>
            </a:r>
            <a:r>
              <a:rPr lang="en-US" sz="2800" dirty="0"/>
              <a:t> No justification for technology choices</a:t>
            </a:r>
          </a:p>
        </p:txBody>
      </p:sp>
      <p:sp>
        <p:nvSpPr>
          <p:cNvPr id="2" name="Footer Placeholder 1">
            <a:extLst>
              <a:ext uri="{FF2B5EF4-FFF2-40B4-BE49-F238E27FC236}">
                <a16:creationId xmlns:a16="http://schemas.microsoft.com/office/drawing/2014/main" id="{E690D0BE-7A30-1618-772E-A11DDAD1902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5B437FF-63F1-765E-9988-C10FCFACE0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20</a:t>
            </a:fld>
            <a:endParaRPr lang="en-US" altLang="en-US" sz="900">
              <a:solidFill>
                <a:srgbClr val="FFFFFF"/>
              </a:solidFill>
            </a:endParaRPr>
          </a:p>
        </p:txBody>
      </p:sp>
      <p:pic>
        <p:nvPicPr>
          <p:cNvPr id="22534" name="Picture 5">
            <a:extLst>
              <a:ext uri="{FF2B5EF4-FFF2-40B4-BE49-F238E27FC236}">
                <a16:creationId xmlns:a16="http://schemas.microsoft.com/office/drawing/2014/main" id="{E74F572C-004E-3BC2-CEF3-EAB60036CF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7714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A0693-520F-0160-0831-321838C295E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6FF7C0B-7042-F044-0110-1397534C8228}"/>
              </a:ext>
            </a:extLst>
          </p:cNvPr>
          <p:cNvSpPr>
            <a:spLocks noGrp="1"/>
          </p:cNvSpPr>
          <p:nvPr>
            <p:ph type="title"/>
          </p:nvPr>
        </p:nvSpPr>
        <p:spPr>
          <a:xfrm>
            <a:off x="539750" y="612775"/>
            <a:ext cx="8027988" cy="753570"/>
          </a:xfrm>
        </p:spPr>
        <p:txBody>
          <a:bodyPr>
            <a:normAutofit/>
          </a:bodyPr>
          <a:lstStyle/>
          <a:p>
            <a:pPr algn="ctr" eaLnBrk="1" fontAlgn="auto" hangingPunct="1">
              <a:spcAft>
                <a:spcPts val="0"/>
              </a:spcAft>
              <a:defRPr/>
            </a:pPr>
            <a:r>
              <a:rPr lang="en-US" altLang="en-US" b="1" dirty="0">
                <a:solidFill>
                  <a:srgbClr val="00B0F0"/>
                </a:solidFill>
              </a:rPr>
              <a:t>Simple Assessment 4 Structure</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9378708E-E679-31FF-9309-9B66C07BDA99}"/>
              </a:ext>
            </a:extLst>
          </p:cNvPr>
          <p:cNvSpPr>
            <a:spLocks noGrp="1" noChangeArrowheads="1"/>
          </p:cNvSpPr>
          <p:nvPr>
            <p:ph idx="1"/>
          </p:nvPr>
        </p:nvSpPr>
        <p:spPr>
          <a:xfrm>
            <a:off x="558006" y="1835151"/>
            <a:ext cx="8027988" cy="3886692"/>
          </a:xfrm>
          <a:solidFill>
            <a:schemeClr val="bg1"/>
          </a:solidFill>
        </p:spPr>
        <p:txBody>
          <a:bodyPr/>
          <a:lstStyle/>
          <a:p>
            <a:r>
              <a:rPr lang="en-US" sz="2800" b="1" dirty="0"/>
              <a:t>Students Should Clearly Explain:</a:t>
            </a:r>
          </a:p>
          <a:p>
            <a:r>
              <a:rPr lang="en-US" sz="2800" b="1" dirty="0"/>
              <a:t>1. Problem</a:t>
            </a:r>
          </a:p>
          <a:p>
            <a:r>
              <a:rPr lang="en-US" sz="2800" dirty="0"/>
              <a:t>What is the issue?</a:t>
            </a:r>
          </a:p>
          <a:p>
            <a:r>
              <a:rPr lang="en-US" sz="2800" b="1" dirty="0"/>
              <a:t>2. Solution</a:t>
            </a:r>
          </a:p>
          <a:p>
            <a:r>
              <a:rPr lang="en-US" sz="2800" dirty="0"/>
              <a:t>What system/tool solves it?</a:t>
            </a:r>
          </a:p>
          <a:p>
            <a:r>
              <a:rPr lang="en-US" sz="2800" b="1" dirty="0"/>
              <a:t>3. Technology</a:t>
            </a:r>
          </a:p>
          <a:p>
            <a:r>
              <a:rPr lang="en-US" sz="2800" dirty="0"/>
              <a:t>Why these technologies?</a:t>
            </a:r>
          </a:p>
        </p:txBody>
      </p:sp>
      <p:sp>
        <p:nvSpPr>
          <p:cNvPr id="2" name="Footer Placeholder 1">
            <a:extLst>
              <a:ext uri="{FF2B5EF4-FFF2-40B4-BE49-F238E27FC236}">
                <a16:creationId xmlns:a16="http://schemas.microsoft.com/office/drawing/2014/main" id="{9D0E018F-A8DA-B901-651F-2FA36917622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324D5A3-8541-ABB1-D045-649AAAE7DAD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21</a:t>
            </a:fld>
            <a:endParaRPr lang="en-US" altLang="en-US" sz="900">
              <a:solidFill>
                <a:srgbClr val="FFFFFF"/>
              </a:solidFill>
            </a:endParaRPr>
          </a:p>
        </p:txBody>
      </p:sp>
      <p:pic>
        <p:nvPicPr>
          <p:cNvPr id="22534" name="Picture 5">
            <a:extLst>
              <a:ext uri="{FF2B5EF4-FFF2-40B4-BE49-F238E27FC236}">
                <a16:creationId xmlns:a16="http://schemas.microsoft.com/office/drawing/2014/main" id="{C4643DDF-CD81-EC6A-3CC4-637B8BB68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8854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9A05A-6F89-73EA-852C-0DE8AF53BBA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F9D876F-ABFC-9758-C911-C164D0061E1A}"/>
              </a:ext>
            </a:extLst>
          </p:cNvPr>
          <p:cNvSpPr>
            <a:spLocks noGrp="1"/>
          </p:cNvSpPr>
          <p:nvPr>
            <p:ph type="title"/>
          </p:nvPr>
        </p:nvSpPr>
        <p:spPr>
          <a:xfrm>
            <a:off x="539750" y="612775"/>
            <a:ext cx="8027988" cy="753570"/>
          </a:xfrm>
        </p:spPr>
        <p:txBody>
          <a:bodyPr>
            <a:normAutofit/>
          </a:bodyPr>
          <a:lstStyle/>
          <a:p>
            <a:pPr algn="ctr" eaLnBrk="1" fontAlgn="auto" hangingPunct="1">
              <a:spcAft>
                <a:spcPts val="0"/>
              </a:spcAft>
              <a:defRPr/>
            </a:pPr>
            <a:r>
              <a:rPr lang="en-US" altLang="en-US" b="1" dirty="0">
                <a:solidFill>
                  <a:srgbClr val="00B0F0"/>
                </a:solidFill>
              </a:rPr>
              <a:t>Simple Assessment 4 Structure</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A00FC040-C09E-5827-832F-12D42FE5F85C}"/>
              </a:ext>
            </a:extLst>
          </p:cNvPr>
          <p:cNvSpPr>
            <a:spLocks noGrp="1" noChangeArrowheads="1"/>
          </p:cNvSpPr>
          <p:nvPr>
            <p:ph idx="1"/>
          </p:nvPr>
        </p:nvSpPr>
        <p:spPr>
          <a:xfrm>
            <a:off x="558006" y="1835151"/>
            <a:ext cx="8027988" cy="4302890"/>
          </a:xfrm>
          <a:solidFill>
            <a:schemeClr val="bg1"/>
          </a:solidFill>
        </p:spPr>
        <p:txBody>
          <a:bodyPr/>
          <a:lstStyle/>
          <a:p>
            <a:r>
              <a:rPr lang="en-US" sz="2800" b="1" dirty="0"/>
              <a:t>4. Implementation</a:t>
            </a:r>
          </a:p>
          <a:p>
            <a:r>
              <a:rPr lang="en-US" sz="2800" dirty="0"/>
              <a:t>How will it be developed and deployed?</a:t>
            </a:r>
          </a:p>
          <a:p>
            <a:r>
              <a:rPr lang="en-US" sz="2800" b="1" dirty="0"/>
              <a:t>5. Risks &amp; Ethics</a:t>
            </a:r>
          </a:p>
          <a:p>
            <a:r>
              <a:rPr lang="en-US" sz="2800" dirty="0"/>
              <a:t>What could go wrong?</a:t>
            </a:r>
          </a:p>
          <a:p>
            <a:r>
              <a:rPr lang="en-US" sz="2800" b="1" dirty="0"/>
              <a:t>6. Communication</a:t>
            </a:r>
          </a:p>
          <a:p>
            <a:r>
              <a:rPr lang="en-US" sz="2800" dirty="0"/>
              <a:t>How will stakeholders stay informed?</a:t>
            </a:r>
          </a:p>
          <a:p>
            <a:r>
              <a:rPr lang="en-US" sz="2800" b="1" dirty="0"/>
              <a:t>7. Future Development</a:t>
            </a:r>
          </a:p>
          <a:p>
            <a:r>
              <a:rPr lang="en-US" sz="2800" dirty="0"/>
              <a:t>How can the project improve later?</a:t>
            </a:r>
          </a:p>
        </p:txBody>
      </p:sp>
      <p:sp>
        <p:nvSpPr>
          <p:cNvPr id="2" name="Footer Placeholder 1">
            <a:extLst>
              <a:ext uri="{FF2B5EF4-FFF2-40B4-BE49-F238E27FC236}">
                <a16:creationId xmlns:a16="http://schemas.microsoft.com/office/drawing/2014/main" id="{08E1334B-4926-5305-1B36-F75E68F93B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13C8859-CCD1-9525-63AE-A8065150BAE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22</a:t>
            </a:fld>
            <a:endParaRPr lang="en-US" altLang="en-US" sz="900">
              <a:solidFill>
                <a:srgbClr val="FFFFFF"/>
              </a:solidFill>
            </a:endParaRPr>
          </a:p>
        </p:txBody>
      </p:sp>
      <p:pic>
        <p:nvPicPr>
          <p:cNvPr id="22534" name="Picture 5">
            <a:extLst>
              <a:ext uri="{FF2B5EF4-FFF2-40B4-BE49-F238E27FC236}">
                <a16:creationId xmlns:a16="http://schemas.microsoft.com/office/drawing/2014/main" id="{01936870-B808-9F4B-150F-F9462EEFA9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8981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B42EE-5854-83DC-9F78-BE7CA327B6E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2088B2E-5AF5-79AD-AE74-99C607DB1BBD}"/>
              </a:ext>
            </a:extLst>
          </p:cNvPr>
          <p:cNvSpPr>
            <a:spLocks noGrp="1"/>
          </p:cNvSpPr>
          <p:nvPr>
            <p:ph type="title"/>
          </p:nvPr>
        </p:nvSpPr>
        <p:spPr>
          <a:xfrm>
            <a:off x="539750" y="612775"/>
            <a:ext cx="8027988" cy="753570"/>
          </a:xfrm>
        </p:spPr>
        <p:txBody>
          <a:bodyPr>
            <a:normAutofit/>
          </a:bodyPr>
          <a:lstStyle/>
          <a:p>
            <a:pPr algn="ctr" eaLnBrk="1" fontAlgn="auto" hangingPunct="1">
              <a:spcAft>
                <a:spcPts val="0"/>
              </a:spcAft>
              <a:defRPr/>
            </a:pPr>
            <a:r>
              <a:rPr lang="en-US" altLang="en-US" b="1" dirty="0">
                <a:solidFill>
                  <a:srgbClr val="00B0F0"/>
                </a:solidFill>
              </a:rPr>
              <a:t>Final Advice to Students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CBD3F6CD-41A2-49C6-FCC1-B7D48C3E9EDA}"/>
              </a:ext>
            </a:extLst>
          </p:cNvPr>
          <p:cNvSpPr>
            <a:spLocks noGrp="1" noChangeArrowheads="1"/>
          </p:cNvSpPr>
          <p:nvPr>
            <p:ph idx="1"/>
          </p:nvPr>
        </p:nvSpPr>
        <p:spPr>
          <a:xfrm>
            <a:off x="558006" y="1835151"/>
            <a:ext cx="8027988" cy="4901980"/>
          </a:xfrm>
          <a:solidFill>
            <a:schemeClr val="bg1"/>
          </a:solidFill>
        </p:spPr>
        <p:txBody>
          <a:bodyPr/>
          <a:lstStyle/>
          <a:p>
            <a:pPr>
              <a:lnSpc>
                <a:spcPct val="150000"/>
              </a:lnSpc>
            </a:pPr>
            <a:r>
              <a:rPr lang="en-US" sz="2800" b="1" dirty="0"/>
              <a:t>Best Assessment 4 Reports:</a:t>
            </a:r>
          </a:p>
          <a:p>
            <a:pPr>
              <a:lnSpc>
                <a:spcPct val="150000"/>
              </a:lnSpc>
            </a:pPr>
            <a:r>
              <a:rPr lang="en-US" sz="2800" dirty="0"/>
              <a:t>✔ solve real business problems</a:t>
            </a:r>
            <a:br>
              <a:rPr lang="en-US" sz="2800" dirty="0"/>
            </a:br>
            <a:r>
              <a:rPr lang="en-US" sz="2800" dirty="0"/>
              <a:t>✔ use realistic technologies</a:t>
            </a:r>
            <a:br>
              <a:rPr lang="en-US" sz="2800" dirty="0"/>
            </a:br>
            <a:r>
              <a:rPr lang="en-US" sz="2800" dirty="0"/>
              <a:t>✔ explain implementation clearly</a:t>
            </a:r>
            <a:br>
              <a:rPr lang="en-US" sz="2800" dirty="0"/>
            </a:br>
            <a:r>
              <a:rPr lang="en-US" sz="2800" dirty="0"/>
              <a:t>✔ communicate professionally</a:t>
            </a:r>
            <a:br>
              <a:rPr lang="en-US" sz="2800" dirty="0"/>
            </a:br>
            <a:r>
              <a:rPr lang="en-US" sz="2800" dirty="0"/>
              <a:t>✔ connect technical + business thinking</a:t>
            </a:r>
          </a:p>
          <a:p>
            <a:pPr>
              <a:lnSpc>
                <a:spcPct val="150000"/>
              </a:lnSpc>
            </a:pPr>
            <a:r>
              <a:rPr lang="en-US" sz="2800"/>
              <a:t>Think </a:t>
            </a:r>
            <a:r>
              <a:rPr lang="en-US" sz="2800" dirty="0"/>
              <a:t>like an IT consultant, not just a student.</a:t>
            </a:r>
          </a:p>
        </p:txBody>
      </p:sp>
      <p:sp>
        <p:nvSpPr>
          <p:cNvPr id="2" name="Footer Placeholder 1">
            <a:extLst>
              <a:ext uri="{FF2B5EF4-FFF2-40B4-BE49-F238E27FC236}">
                <a16:creationId xmlns:a16="http://schemas.microsoft.com/office/drawing/2014/main" id="{3F186C69-5CAF-75DE-9130-18A5C356300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9D11EB7-8AAC-A504-6379-630A0B0B23F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23</a:t>
            </a:fld>
            <a:endParaRPr lang="en-US" altLang="en-US" sz="900">
              <a:solidFill>
                <a:srgbClr val="FFFFFF"/>
              </a:solidFill>
            </a:endParaRPr>
          </a:p>
        </p:txBody>
      </p:sp>
      <p:pic>
        <p:nvPicPr>
          <p:cNvPr id="22534" name="Picture 5">
            <a:extLst>
              <a:ext uri="{FF2B5EF4-FFF2-40B4-BE49-F238E27FC236}">
                <a16:creationId xmlns:a16="http://schemas.microsoft.com/office/drawing/2014/main" id="{884D5B43-5AC3-9BD2-A7BB-D38832244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0743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algn="l"/>
            <a:endParaRPr lang="en-AU" sz="2400" b="0" i="0" u="none" strike="noStrike" baseline="0" dirty="0">
              <a:solidFill>
                <a:srgbClr val="000000"/>
              </a:solidFill>
              <a:latin typeface="Arial" panose="020B0604020202020204" pitchFamily="34" charset="0"/>
            </a:endParaRPr>
          </a:p>
          <a:p>
            <a:r>
              <a:rPr lang="en-AU" sz="2400" b="0" i="0" u="none" strike="noStrike" baseline="0" dirty="0">
                <a:solidFill>
                  <a:srgbClr val="4B1858"/>
                </a:solidFill>
                <a:highlight>
                  <a:srgbClr val="FFFF00"/>
                </a:highlight>
                <a:latin typeface="Arial" panose="020B0604020202020204" pitchFamily="34" charset="0"/>
              </a:rPr>
              <a:t>YouTube Video: </a:t>
            </a:r>
          </a:p>
          <a:p>
            <a:endParaRPr lang="en-AU" sz="2400" b="0" i="0" u="none" strike="noStrike" baseline="0" dirty="0">
              <a:solidFill>
                <a:srgbClr val="4B1858"/>
              </a:solidFill>
              <a:highlight>
                <a:srgbClr val="FFFF00"/>
              </a:highlight>
              <a:latin typeface="Arial" panose="020B0604020202020204" pitchFamily="34" charset="0"/>
            </a:endParaRPr>
          </a:p>
          <a:p>
            <a:r>
              <a:rPr lang="en-AU" sz="2400" dirty="0">
                <a:solidFill>
                  <a:srgbClr val="4B1858"/>
                </a:solidFill>
                <a:latin typeface="Arial" panose="020B0604020202020204" pitchFamily="34" charset="0"/>
              </a:rPr>
              <a:t>The Project Implementation Plan:</a:t>
            </a:r>
          </a:p>
          <a:p>
            <a:pPr algn="l"/>
            <a:endParaRPr lang="en-AU" sz="2400" dirty="0">
              <a:solidFill>
                <a:srgbClr val="4B1858"/>
              </a:solidFill>
              <a:latin typeface="Arial" panose="020B0604020202020204" pitchFamily="34" charset="0"/>
            </a:endParaRPr>
          </a:p>
          <a:p>
            <a:r>
              <a:rPr lang="en-AU" sz="2400" b="0" i="0" u="none" strike="noStrike" baseline="0" dirty="0">
                <a:solidFill>
                  <a:srgbClr val="4B1858"/>
                </a:solidFill>
                <a:latin typeface="Arial" panose="020B0604020202020204" pitchFamily="34" charset="0"/>
                <a:hlinkClick r:id="rId2"/>
              </a:rPr>
              <a:t>https://www.youtube.com/watch?v=FbbeCcBRYkY</a:t>
            </a:r>
            <a:endParaRPr lang="en-AU" sz="2400" b="0" i="0" u="none" strike="noStrike" baseline="0" dirty="0">
              <a:solidFill>
                <a:srgbClr val="4B1858"/>
              </a:solidFill>
              <a:latin typeface="Arial" panose="020B0604020202020204" pitchFamily="34" charset="0"/>
            </a:endParaRPr>
          </a:p>
          <a:p>
            <a:endParaRPr lang="en-AU" sz="3600" dirty="0">
              <a:effectLs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24</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7600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9792-8631-9F68-95A0-5363FC6A634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C89F492-5D46-A505-BBD2-BF1FC8B506D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9CBA99DE-558C-49A9-CE62-64CAD6F27EE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BF2F280-C069-B4F1-1216-ACBADC9DE61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25</a:t>
            </a:fld>
            <a:endParaRPr lang="en-US" altLang="en-US" sz="900">
              <a:solidFill>
                <a:srgbClr val="FFFFFF"/>
              </a:solidFill>
            </a:endParaRPr>
          </a:p>
        </p:txBody>
      </p:sp>
      <p:pic>
        <p:nvPicPr>
          <p:cNvPr id="22534" name="Picture 5">
            <a:extLst>
              <a:ext uri="{FF2B5EF4-FFF2-40B4-BE49-F238E27FC236}">
                <a16:creationId xmlns:a16="http://schemas.microsoft.com/office/drawing/2014/main" id="{A64C28D3-0263-D542-B8C6-17964E0DB7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BDED997-B356-0968-BFF7-FC35F8E14D4B}"/>
              </a:ext>
            </a:extLst>
          </p:cNvPr>
          <p:cNvSpPr txBox="1"/>
          <p:nvPr/>
        </p:nvSpPr>
        <p:spPr>
          <a:xfrm>
            <a:off x="0" y="830571"/>
            <a:ext cx="9144000" cy="6031908"/>
          </a:xfrm>
          <a:prstGeom prst="rect">
            <a:avLst/>
          </a:prstGeom>
          <a:solidFill>
            <a:schemeClr val="bg1"/>
          </a:solidFill>
        </p:spPr>
        <p:txBody>
          <a:bodyPr wrap="square">
            <a:spAutoFit/>
          </a:bodyPr>
          <a:lstStyle/>
          <a:p>
            <a:pPr>
              <a:lnSpc>
                <a:spcPct val="150000"/>
              </a:lnSpc>
              <a:buNone/>
            </a:pPr>
            <a:r>
              <a:rPr lang="en-US" sz="2600" b="1" dirty="0">
                <a:latin typeface="+mn-lt"/>
              </a:rPr>
              <a:t>Key Messages from the Video: What is a Project Implementation Plan (PIP)?</a:t>
            </a:r>
          </a:p>
          <a:p>
            <a:pPr>
              <a:lnSpc>
                <a:spcPct val="150000"/>
              </a:lnSpc>
              <a:buNone/>
            </a:pPr>
            <a:r>
              <a:rPr lang="en-US" sz="2600" dirty="0">
                <a:latin typeface="+mn-lt"/>
              </a:rPr>
              <a:t>A Project Implementation Plan (PIP) is a detailed guide that explains:</a:t>
            </a:r>
          </a:p>
          <a:p>
            <a:pPr marL="457200" indent="-457200">
              <a:lnSpc>
                <a:spcPct val="150000"/>
              </a:lnSpc>
              <a:buFont typeface="Arial" panose="020B0604020202020204" pitchFamily="34" charset="0"/>
              <a:buChar char="•"/>
            </a:pPr>
            <a:r>
              <a:rPr lang="en-US" sz="2600" dirty="0">
                <a:latin typeface="+mn-lt"/>
              </a:rPr>
              <a:t>What needs to be done in a project </a:t>
            </a:r>
          </a:p>
          <a:p>
            <a:pPr marL="457200" indent="-457200">
              <a:lnSpc>
                <a:spcPct val="150000"/>
              </a:lnSpc>
              <a:buFont typeface="Arial" panose="020B0604020202020204" pitchFamily="34" charset="0"/>
              <a:buChar char="•"/>
            </a:pPr>
            <a:r>
              <a:rPr lang="en-US" sz="2600" dirty="0">
                <a:latin typeface="+mn-lt"/>
              </a:rPr>
              <a:t>Who will do the work </a:t>
            </a:r>
          </a:p>
          <a:p>
            <a:pPr marL="457200" indent="-457200">
              <a:lnSpc>
                <a:spcPct val="150000"/>
              </a:lnSpc>
              <a:buFont typeface="Arial" panose="020B0604020202020204" pitchFamily="34" charset="0"/>
              <a:buChar char="•"/>
            </a:pPr>
            <a:r>
              <a:rPr lang="en-US" sz="2600" dirty="0">
                <a:latin typeface="+mn-lt"/>
              </a:rPr>
              <a:t>When tasks should be completed </a:t>
            </a:r>
          </a:p>
          <a:p>
            <a:pPr marL="457200" indent="-457200">
              <a:lnSpc>
                <a:spcPct val="150000"/>
              </a:lnSpc>
              <a:buFont typeface="Arial" panose="020B0604020202020204" pitchFamily="34" charset="0"/>
              <a:buChar char="•"/>
            </a:pPr>
            <a:r>
              <a:rPr lang="en-US" sz="2600" dirty="0">
                <a:latin typeface="+mn-lt"/>
              </a:rPr>
              <a:t>How the project success will be measured </a:t>
            </a:r>
          </a:p>
          <a:p>
            <a:pPr>
              <a:lnSpc>
                <a:spcPct val="150000"/>
              </a:lnSpc>
              <a:buNone/>
            </a:pPr>
            <a:r>
              <a:rPr lang="en-US" sz="2600" dirty="0">
                <a:latin typeface="+mn-lt"/>
              </a:rPr>
              <a:t>It helps project managers and teams stay organized and complete projects successfully.</a:t>
            </a:r>
          </a:p>
        </p:txBody>
      </p:sp>
    </p:spTree>
    <p:extLst>
      <p:ext uri="{BB962C8B-B14F-4D97-AF65-F5344CB8AC3E}">
        <p14:creationId xmlns:p14="http://schemas.microsoft.com/office/powerpoint/2010/main" val="4111616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C9DFA-BF2B-A104-6900-E55590B1DE2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8BFC29F-1FBF-CB06-BCEA-36A9F2053EC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75E69DE-7D5A-0844-4382-BF80515B94D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EAC8DCF-A677-6D3E-D2A2-DE24CE561B3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26</a:t>
            </a:fld>
            <a:endParaRPr lang="en-US" altLang="en-US" sz="900">
              <a:solidFill>
                <a:srgbClr val="FFFFFF"/>
              </a:solidFill>
            </a:endParaRPr>
          </a:p>
        </p:txBody>
      </p:sp>
      <p:pic>
        <p:nvPicPr>
          <p:cNvPr id="22534" name="Picture 5">
            <a:extLst>
              <a:ext uri="{FF2B5EF4-FFF2-40B4-BE49-F238E27FC236}">
                <a16:creationId xmlns:a16="http://schemas.microsoft.com/office/drawing/2014/main" id="{BAB16828-D5D0-36E2-1604-FDCE0245B3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182FABC-11ED-9266-17D0-2D4D0EF50C52}"/>
              </a:ext>
            </a:extLst>
          </p:cNvPr>
          <p:cNvSpPr txBox="1"/>
          <p:nvPr/>
        </p:nvSpPr>
        <p:spPr>
          <a:xfrm>
            <a:off x="0" y="830571"/>
            <a:ext cx="9144000" cy="5803512"/>
          </a:xfrm>
          <a:prstGeom prst="rect">
            <a:avLst/>
          </a:prstGeom>
          <a:solidFill>
            <a:schemeClr val="bg1"/>
          </a:solidFill>
        </p:spPr>
        <p:txBody>
          <a:bodyPr wrap="square">
            <a:spAutoFit/>
          </a:bodyPr>
          <a:lstStyle/>
          <a:p>
            <a:pPr>
              <a:lnSpc>
                <a:spcPct val="150000"/>
              </a:lnSpc>
            </a:pPr>
            <a:r>
              <a:rPr lang="en-US" sz="2500" b="1" dirty="0">
                <a:latin typeface="+mn-lt"/>
              </a:rPr>
              <a:t>Main Components of a Project Implementation Plan</a:t>
            </a:r>
          </a:p>
          <a:p>
            <a:pPr>
              <a:lnSpc>
                <a:spcPct val="150000"/>
              </a:lnSpc>
            </a:pPr>
            <a:r>
              <a:rPr lang="en-US" sz="2500" b="1" dirty="0">
                <a:latin typeface="+mn-lt"/>
              </a:rPr>
              <a:t>1. Project Goals and Objectives</a:t>
            </a:r>
          </a:p>
          <a:p>
            <a:pPr marL="342900" indent="-342900">
              <a:lnSpc>
                <a:spcPct val="150000"/>
              </a:lnSpc>
              <a:buFont typeface="Arial" panose="020B0604020202020204" pitchFamily="34" charset="0"/>
              <a:buChar char="•"/>
            </a:pPr>
            <a:r>
              <a:rPr lang="en-US" sz="2500" b="1" dirty="0">
                <a:latin typeface="+mn-lt"/>
              </a:rPr>
              <a:t>Goal</a:t>
            </a:r>
            <a:r>
              <a:rPr lang="en-US" sz="2500" dirty="0">
                <a:latin typeface="+mn-lt"/>
              </a:rPr>
              <a:t> = the main result the project wants to achieve </a:t>
            </a:r>
          </a:p>
          <a:p>
            <a:pPr marL="342900" indent="-342900">
              <a:lnSpc>
                <a:spcPct val="150000"/>
              </a:lnSpc>
              <a:buFont typeface="Arial" panose="020B0604020202020204" pitchFamily="34" charset="0"/>
              <a:buChar char="•"/>
            </a:pPr>
            <a:r>
              <a:rPr lang="en-US" sz="2500" b="1" dirty="0">
                <a:latin typeface="+mn-lt"/>
              </a:rPr>
              <a:t>Objectives</a:t>
            </a:r>
            <a:r>
              <a:rPr lang="en-US" sz="2500" dirty="0">
                <a:latin typeface="+mn-lt"/>
              </a:rPr>
              <a:t> = smaller steps or milestones to reach the goal </a:t>
            </a:r>
          </a:p>
          <a:p>
            <a:pPr>
              <a:lnSpc>
                <a:spcPct val="150000"/>
              </a:lnSpc>
            </a:pPr>
            <a:r>
              <a:rPr lang="en-US" sz="2500" b="1" dirty="0">
                <a:latin typeface="+mn-lt"/>
              </a:rPr>
              <a:t>Example:</a:t>
            </a:r>
          </a:p>
          <a:p>
            <a:pPr marL="342900" indent="-342900">
              <a:lnSpc>
                <a:spcPct val="150000"/>
              </a:lnSpc>
              <a:buFont typeface="Arial" panose="020B0604020202020204" pitchFamily="34" charset="0"/>
              <a:buChar char="•"/>
            </a:pPr>
            <a:r>
              <a:rPr lang="en-US" sz="2500" dirty="0">
                <a:latin typeface="+mn-lt"/>
              </a:rPr>
              <a:t>Goal: Create a shopping app </a:t>
            </a:r>
          </a:p>
          <a:p>
            <a:pPr marL="342900" indent="-342900">
              <a:lnSpc>
                <a:spcPct val="150000"/>
              </a:lnSpc>
              <a:buFont typeface="Arial" panose="020B0604020202020204" pitchFamily="34" charset="0"/>
              <a:buChar char="•"/>
            </a:pPr>
            <a:r>
              <a:rPr lang="en-US" sz="2500" dirty="0">
                <a:latin typeface="+mn-lt"/>
              </a:rPr>
              <a:t>Objectives: </a:t>
            </a:r>
          </a:p>
          <a:p>
            <a:pPr marL="800100" lvl="1" indent="-342900">
              <a:lnSpc>
                <a:spcPct val="150000"/>
              </a:lnSpc>
              <a:buFont typeface="Arial" panose="020B0604020202020204" pitchFamily="34" charset="0"/>
              <a:buChar char="•"/>
            </a:pPr>
            <a:r>
              <a:rPr lang="en-US" sz="2500" dirty="0">
                <a:latin typeface="+mn-lt"/>
              </a:rPr>
              <a:t>Design the app </a:t>
            </a:r>
          </a:p>
          <a:p>
            <a:pPr marL="800100" lvl="1" indent="-342900">
              <a:lnSpc>
                <a:spcPct val="150000"/>
              </a:lnSpc>
              <a:buFont typeface="Arial" panose="020B0604020202020204" pitchFamily="34" charset="0"/>
              <a:buChar char="•"/>
            </a:pPr>
            <a:r>
              <a:rPr lang="en-US" sz="2500" dirty="0">
                <a:latin typeface="+mn-lt"/>
              </a:rPr>
              <a:t>Test the app </a:t>
            </a:r>
          </a:p>
          <a:p>
            <a:pPr marL="800100" lvl="1" indent="-342900">
              <a:lnSpc>
                <a:spcPct val="150000"/>
              </a:lnSpc>
              <a:buFont typeface="Arial" panose="020B0604020202020204" pitchFamily="34" charset="0"/>
              <a:buChar char="•"/>
            </a:pPr>
            <a:r>
              <a:rPr lang="en-US" sz="2500" dirty="0">
                <a:latin typeface="+mn-lt"/>
              </a:rPr>
              <a:t>Launch the app</a:t>
            </a:r>
          </a:p>
        </p:txBody>
      </p:sp>
    </p:spTree>
    <p:extLst>
      <p:ext uri="{BB962C8B-B14F-4D97-AF65-F5344CB8AC3E}">
        <p14:creationId xmlns:p14="http://schemas.microsoft.com/office/powerpoint/2010/main" val="36794643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A92D7-40DE-5E9D-F6EF-A7A20328746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0D3F43B-6646-91BB-BF5D-0DB1F195782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58F2506-C507-B648-ADCF-2096D98224A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F41AC72-8041-D164-4FBD-BBA911CDDB8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27</a:t>
            </a:fld>
            <a:endParaRPr lang="en-US" altLang="en-US" sz="900">
              <a:solidFill>
                <a:srgbClr val="FFFFFF"/>
              </a:solidFill>
            </a:endParaRPr>
          </a:p>
        </p:txBody>
      </p:sp>
      <p:pic>
        <p:nvPicPr>
          <p:cNvPr id="22534" name="Picture 5">
            <a:extLst>
              <a:ext uri="{FF2B5EF4-FFF2-40B4-BE49-F238E27FC236}">
                <a16:creationId xmlns:a16="http://schemas.microsoft.com/office/drawing/2014/main" id="{FE4445FC-59A4-1821-23E4-62B3F3F12D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6A004C5-9D08-AA80-D559-BC7AB57E60ED}"/>
              </a:ext>
            </a:extLst>
          </p:cNvPr>
          <p:cNvSpPr txBox="1"/>
          <p:nvPr/>
        </p:nvSpPr>
        <p:spPr>
          <a:xfrm>
            <a:off x="0" y="830571"/>
            <a:ext cx="9144000" cy="5829481"/>
          </a:xfrm>
          <a:prstGeom prst="rect">
            <a:avLst/>
          </a:prstGeom>
          <a:solidFill>
            <a:schemeClr val="bg1"/>
          </a:solidFill>
        </p:spPr>
        <p:txBody>
          <a:bodyPr wrap="square">
            <a:spAutoFit/>
          </a:bodyPr>
          <a:lstStyle/>
          <a:p>
            <a:pPr>
              <a:lnSpc>
                <a:spcPct val="150000"/>
              </a:lnSpc>
            </a:pPr>
            <a:r>
              <a:rPr lang="en-US" sz="2800" b="1" dirty="0">
                <a:latin typeface="+mn-lt"/>
              </a:rPr>
              <a:t>2. Success Criteria</a:t>
            </a:r>
          </a:p>
          <a:p>
            <a:pPr>
              <a:lnSpc>
                <a:spcPct val="150000"/>
              </a:lnSpc>
            </a:pPr>
            <a:r>
              <a:rPr lang="en-US" sz="2800" dirty="0">
                <a:latin typeface="+mn-lt"/>
              </a:rPr>
              <a:t>This explains how the team will know the project is successful.</a:t>
            </a:r>
          </a:p>
          <a:p>
            <a:pPr>
              <a:lnSpc>
                <a:spcPct val="150000"/>
              </a:lnSpc>
            </a:pPr>
            <a:r>
              <a:rPr lang="en-US" sz="2800" dirty="0">
                <a:latin typeface="+mn-lt"/>
              </a:rPr>
              <a:t>The project manager and stakeholders should agree on:</a:t>
            </a:r>
          </a:p>
          <a:p>
            <a:pPr marL="457200" indent="-457200">
              <a:lnSpc>
                <a:spcPct val="150000"/>
              </a:lnSpc>
              <a:buFont typeface="Arial" panose="020B0604020202020204" pitchFamily="34" charset="0"/>
              <a:buChar char="•"/>
            </a:pPr>
            <a:r>
              <a:rPr lang="en-US" sz="2800" dirty="0">
                <a:latin typeface="+mn-lt"/>
              </a:rPr>
              <a:t>What success looks like </a:t>
            </a:r>
          </a:p>
          <a:p>
            <a:pPr marL="457200" indent="-457200">
              <a:lnSpc>
                <a:spcPct val="150000"/>
              </a:lnSpc>
              <a:buFont typeface="Arial" panose="020B0604020202020204" pitchFamily="34" charset="0"/>
              <a:buChar char="•"/>
            </a:pPr>
            <a:r>
              <a:rPr lang="en-US" sz="2800" dirty="0">
                <a:latin typeface="+mn-lt"/>
              </a:rPr>
              <a:t>How to measure success </a:t>
            </a:r>
          </a:p>
          <a:p>
            <a:pPr>
              <a:lnSpc>
                <a:spcPct val="150000"/>
              </a:lnSpc>
            </a:pPr>
            <a:r>
              <a:rPr lang="en-US" sz="2800" b="1" dirty="0">
                <a:latin typeface="+mn-lt"/>
              </a:rPr>
              <a:t>Example:</a:t>
            </a:r>
          </a:p>
          <a:p>
            <a:pPr marL="457200" indent="-457200">
              <a:lnSpc>
                <a:spcPct val="150000"/>
              </a:lnSpc>
              <a:buFont typeface="Arial" panose="020B0604020202020204" pitchFamily="34" charset="0"/>
              <a:buChar char="•"/>
            </a:pPr>
            <a:r>
              <a:rPr lang="en-US" sz="2800" dirty="0">
                <a:latin typeface="+mn-lt"/>
              </a:rPr>
              <a:t>Sell 20,000 bottles in one quarter </a:t>
            </a:r>
          </a:p>
          <a:p>
            <a:pPr marL="457200" indent="-457200">
              <a:lnSpc>
                <a:spcPct val="150000"/>
              </a:lnSpc>
              <a:buFont typeface="Arial" panose="020B0604020202020204" pitchFamily="34" charset="0"/>
              <a:buChar char="•"/>
            </a:pPr>
            <a:r>
              <a:rPr lang="en-US" sz="2800" dirty="0">
                <a:latin typeface="+mn-lt"/>
              </a:rPr>
              <a:t>Reach 1,000 households with clean water</a:t>
            </a:r>
          </a:p>
        </p:txBody>
      </p:sp>
    </p:spTree>
    <p:extLst>
      <p:ext uri="{BB962C8B-B14F-4D97-AF65-F5344CB8AC3E}">
        <p14:creationId xmlns:p14="http://schemas.microsoft.com/office/powerpoint/2010/main" val="2038129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80156-3679-A7A2-5E8B-1BAE7FBB0D6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A5AFD41-6CDE-F1B6-74F1-8076CEFB691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0CD3E80-CE70-991B-401A-8395AFF5BF4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D5DE4B5-3652-3B14-CEB1-B3426D761AD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28</a:t>
            </a:fld>
            <a:endParaRPr lang="en-US" altLang="en-US" sz="900">
              <a:solidFill>
                <a:srgbClr val="FFFFFF"/>
              </a:solidFill>
            </a:endParaRPr>
          </a:p>
        </p:txBody>
      </p:sp>
      <p:pic>
        <p:nvPicPr>
          <p:cNvPr id="22534" name="Picture 5">
            <a:extLst>
              <a:ext uri="{FF2B5EF4-FFF2-40B4-BE49-F238E27FC236}">
                <a16:creationId xmlns:a16="http://schemas.microsoft.com/office/drawing/2014/main" id="{D07586B2-F684-20EC-535D-667F86792B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3D7409C-A82D-CDD9-D3C8-397A74EB9679}"/>
              </a:ext>
            </a:extLst>
          </p:cNvPr>
          <p:cNvSpPr txBox="1"/>
          <p:nvPr/>
        </p:nvSpPr>
        <p:spPr>
          <a:xfrm>
            <a:off x="0" y="830571"/>
            <a:ext cx="9144000" cy="5803512"/>
          </a:xfrm>
          <a:prstGeom prst="rect">
            <a:avLst/>
          </a:prstGeom>
          <a:solidFill>
            <a:schemeClr val="bg1"/>
          </a:solidFill>
        </p:spPr>
        <p:txBody>
          <a:bodyPr wrap="square">
            <a:spAutoFit/>
          </a:bodyPr>
          <a:lstStyle/>
          <a:p>
            <a:pPr>
              <a:lnSpc>
                <a:spcPct val="150000"/>
              </a:lnSpc>
            </a:pPr>
            <a:r>
              <a:rPr lang="en-US" sz="2500" b="1" dirty="0">
                <a:latin typeface="+mn-lt"/>
              </a:rPr>
              <a:t>3. Scope Statement</a:t>
            </a:r>
          </a:p>
          <a:p>
            <a:pPr>
              <a:lnSpc>
                <a:spcPct val="150000"/>
              </a:lnSpc>
            </a:pPr>
            <a:r>
              <a:rPr lang="en-US" sz="2500" dirty="0">
                <a:latin typeface="+mn-lt"/>
              </a:rPr>
              <a:t>This explains:</a:t>
            </a:r>
          </a:p>
          <a:p>
            <a:pPr marL="342900" indent="-342900">
              <a:lnSpc>
                <a:spcPct val="150000"/>
              </a:lnSpc>
              <a:buFont typeface="Arial" panose="020B0604020202020204" pitchFamily="34" charset="0"/>
              <a:buChar char="•"/>
            </a:pPr>
            <a:r>
              <a:rPr lang="en-US" sz="2500" dirty="0">
                <a:latin typeface="+mn-lt"/>
              </a:rPr>
              <a:t>What work will be done </a:t>
            </a:r>
          </a:p>
          <a:p>
            <a:pPr marL="342900" indent="-342900">
              <a:lnSpc>
                <a:spcPct val="150000"/>
              </a:lnSpc>
              <a:buFont typeface="Arial" panose="020B0604020202020204" pitchFamily="34" charset="0"/>
              <a:buChar char="•"/>
            </a:pPr>
            <a:r>
              <a:rPr lang="en-US" sz="2500" dirty="0">
                <a:latin typeface="+mn-lt"/>
              </a:rPr>
              <a:t>Where the project will happen </a:t>
            </a:r>
          </a:p>
          <a:p>
            <a:pPr marL="342900" indent="-342900">
              <a:lnSpc>
                <a:spcPct val="150000"/>
              </a:lnSpc>
              <a:buFont typeface="Arial" panose="020B0604020202020204" pitchFamily="34" charset="0"/>
              <a:buChar char="•"/>
            </a:pPr>
            <a:r>
              <a:rPr lang="en-US" sz="2500" dirty="0">
                <a:latin typeface="+mn-lt"/>
              </a:rPr>
              <a:t>Who will benefit </a:t>
            </a:r>
          </a:p>
          <a:p>
            <a:pPr marL="342900" indent="-342900">
              <a:lnSpc>
                <a:spcPct val="150000"/>
              </a:lnSpc>
              <a:buFont typeface="Arial" panose="020B0604020202020204" pitchFamily="34" charset="0"/>
              <a:buChar char="•"/>
            </a:pPr>
            <a:r>
              <a:rPr lang="en-US" sz="2500" dirty="0">
                <a:latin typeface="+mn-lt"/>
              </a:rPr>
              <a:t>The project timeline </a:t>
            </a:r>
          </a:p>
          <a:p>
            <a:pPr>
              <a:lnSpc>
                <a:spcPct val="150000"/>
              </a:lnSpc>
            </a:pPr>
            <a:r>
              <a:rPr lang="en-US" sz="2500" b="1" dirty="0">
                <a:latin typeface="+mn-lt"/>
              </a:rPr>
              <a:t>Example:</a:t>
            </a:r>
          </a:p>
          <a:p>
            <a:pPr marL="342900" indent="-342900">
              <a:lnSpc>
                <a:spcPct val="150000"/>
              </a:lnSpc>
              <a:buFont typeface="Arial" panose="020B0604020202020204" pitchFamily="34" charset="0"/>
              <a:buChar char="•"/>
            </a:pPr>
            <a:r>
              <a:rPr lang="en-US" sz="2500" dirty="0">
                <a:latin typeface="+mn-lt"/>
              </a:rPr>
              <a:t>Target customers </a:t>
            </a:r>
          </a:p>
          <a:p>
            <a:pPr marL="342900" indent="-342900">
              <a:lnSpc>
                <a:spcPct val="150000"/>
              </a:lnSpc>
              <a:buFont typeface="Arial" panose="020B0604020202020204" pitchFamily="34" charset="0"/>
              <a:buChar char="•"/>
            </a:pPr>
            <a:r>
              <a:rPr lang="en-US" sz="2500" dirty="0">
                <a:latin typeface="+mn-lt"/>
              </a:rPr>
              <a:t>Project location </a:t>
            </a:r>
          </a:p>
          <a:p>
            <a:pPr marL="342900" indent="-342900">
              <a:lnSpc>
                <a:spcPct val="150000"/>
              </a:lnSpc>
              <a:buFont typeface="Arial" panose="020B0604020202020204" pitchFamily="34" charset="0"/>
              <a:buChar char="•"/>
            </a:pPr>
            <a:r>
              <a:rPr lang="en-US" sz="2500" dirty="0">
                <a:latin typeface="+mn-lt"/>
              </a:rPr>
              <a:t>Time frame</a:t>
            </a:r>
          </a:p>
        </p:txBody>
      </p:sp>
    </p:spTree>
    <p:extLst>
      <p:ext uri="{BB962C8B-B14F-4D97-AF65-F5344CB8AC3E}">
        <p14:creationId xmlns:p14="http://schemas.microsoft.com/office/powerpoint/2010/main" val="3979711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74A09-ACF5-1467-A612-35AA0A103FC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71CA6DD-3C3F-007B-771D-5C3100B3BD3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AC4CC38-DF1E-517F-88DC-A60F4C6F470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6985322-E8B6-DAE4-DB69-0789E9F5377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29</a:t>
            </a:fld>
            <a:endParaRPr lang="en-US" altLang="en-US" sz="900">
              <a:solidFill>
                <a:srgbClr val="FFFFFF"/>
              </a:solidFill>
            </a:endParaRPr>
          </a:p>
        </p:txBody>
      </p:sp>
      <p:pic>
        <p:nvPicPr>
          <p:cNvPr id="22534" name="Picture 5">
            <a:extLst>
              <a:ext uri="{FF2B5EF4-FFF2-40B4-BE49-F238E27FC236}">
                <a16:creationId xmlns:a16="http://schemas.microsoft.com/office/drawing/2014/main" id="{732C3CF9-E8C7-52A5-3E97-DD3847A780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472B69B-25A4-524A-0AE6-7B86482220EE}"/>
              </a:ext>
            </a:extLst>
          </p:cNvPr>
          <p:cNvSpPr txBox="1"/>
          <p:nvPr/>
        </p:nvSpPr>
        <p:spPr>
          <a:xfrm>
            <a:off x="0" y="830571"/>
            <a:ext cx="9144000" cy="5196166"/>
          </a:xfrm>
          <a:prstGeom prst="rect">
            <a:avLst/>
          </a:prstGeom>
          <a:solidFill>
            <a:schemeClr val="bg1"/>
          </a:solidFill>
        </p:spPr>
        <p:txBody>
          <a:bodyPr wrap="square">
            <a:spAutoFit/>
          </a:bodyPr>
          <a:lstStyle/>
          <a:p>
            <a:pPr>
              <a:lnSpc>
                <a:spcPct val="150000"/>
              </a:lnSpc>
            </a:pPr>
            <a:r>
              <a:rPr lang="en-US" sz="2800" b="1" dirty="0">
                <a:latin typeface="+mn-lt"/>
              </a:rPr>
              <a:t>4. Resource Plan</a:t>
            </a:r>
          </a:p>
          <a:p>
            <a:pPr>
              <a:lnSpc>
                <a:spcPct val="150000"/>
              </a:lnSpc>
            </a:pPr>
            <a:r>
              <a:rPr lang="en-US" sz="2800" dirty="0">
                <a:latin typeface="+mn-lt"/>
              </a:rPr>
              <a:t>This lists all resources needed for the project.</a:t>
            </a:r>
          </a:p>
          <a:p>
            <a:pPr>
              <a:lnSpc>
                <a:spcPct val="150000"/>
              </a:lnSpc>
            </a:pPr>
            <a:r>
              <a:rPr lang="en-US" sz="2800" dirty="0">
                <a:latin typeface="+mn-lt"/>
              </a:rPr>
              <a:t>Resources may include:</a:t>
            </a:r>
          </a:p>
          <a:p>
            <a:pPr marL="457200" indent="-457200">
              <a:lnSpc>
                <a:spcPct val="150000"/>
              </a:lnSpc>
              <a:buFont typeface="Arial" panose="020B0604020202020204" pitchFamily="34" charset="0"/>
              <a:buChar char="•"/>
            </a:pPr>
            <a:r>
              <a:rPr lang="en-US" sz="2800" dirty="0">
                <a:latin typeface="+mn-lt"/>
              </a:rPr>
              <a:t>Workers </a:t>
            </a:r>
          </a:p>
          <a:p>
            <a:pPr marL="457200" indent="-457200">
              <a:lnSpc>
                <a:spcPct val="150000"/>
              </a:lnSpc>
              <a:buFont typeface="Arial" panose="020B0604020202020204" pitchFamily="34" charset="0"/>
              <a:buChar char="•"/>
            </a:pPr>
            <a:r>
              <a:rPr lang="en-US" sz="2800" dirty="0">
                <a:latin typeface="+mn-lt"/>
              </a:rPr>
              <a:t>Equipment </a:t>
            </a:r>
          </a:p>
          <a:p>
            <a:pPr marL="457200" indent="-457200">
              <a:lnSpc>
                <a:spcPct val="150000"/>
              </a:lnSpc>
              <a:buFont typeface="Arial" panose="020B0604020202020204" pitchFamily="34" charset="0"/>
              <a:buChar char="•"/>
            </a:pPr>
            <a:r>
              <a:rPr lang="en-US" sz="2800" dirty="0">
                <a:latin typeface="+mn-lt"/>
              </a:rPr>
              <a:t>Materials </a:t>
            </a:r>
          </a:p>
          <a:p>
            <a:pPr marL="457200" indent="-457200">
              <a:lnSpc>
                <a:spcPct val="150000"/>
              </a:lnSpc>
              <a:buFont typeface="Arial" panose="020B0604020202020204" pitchFamily="34" charset="0"/>
              <a:buChar char="•"/>
            </a:pPr>
            <a:r>
              <a:rPr lang="en-US" sz="2800" dirty="0">
                <a:latin typeface="+mn-lt"/>
              </a:rPr>
              <a:t>Money </a:t>
            </a:r>
          </a:p>
          <a:p>
            <a:pPr marL="457200" indent="-457200">
              <a:lnSpc>
                <a:spcPct val="150000"/>
              </a:lnSpc>
              <a:buFont typeface="Arial" panose="020B0604020202020204" pitchFamily="34" charset="0"/>
              <a:buChar char="•"/>
            </a:pPr>
            <a:r>
              <a:rPr lang="en-US" sz="2800" dirty="0">
                <a:latin typeface="+mn-lt"/>
              </a:rPr>
              <a:t>Partners</a:t>
            </a:r>
          </a:p>
        </p:txBody>
      </p:sp>
    </p:spTree>
    <p:extLst>
      <p:ext uri="{BB962C8B-B14F-4D97-AF65-F5344CB8AC3E}">
        <p14:creationId xmlns:p14="http://schemas.microsoft.com/office/powerpoint/2010/main" val="2011390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31C6E-B81E-3F02-6512-DC5EDC2F429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99A0D03-580E-98AB-74B5-461768E0713D}"/>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9D0BA05-D858-AD2A-20BD-7811D7991B3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9320224-0F25-44FA-B148-A08A6C88E86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30</a:t>
            </a:fld>
            <a:endParaRPr lang="en-US" altLang="en-US" sz="900">
              <a:solidFill>
                <a:srgbClr val="FFFFFF"/>
              </a:solidFill>
            </a:endParaRPr>
          </a:p>
        </p:txBody>
      </p:sp>
      <p:pic>
        <p:nvPicPr>
          <p:cNvPr id="22534" name="Picture 5">
            <a:extLst>
              <a:ext uri="{FF2B5EF4-FFF2-40B4-BE49-F238E27FC236}">
                <a16:creationId xmlns:a16="http://schemas.microsoft.com/office/drawing/2014/main" id="{57856DA6-9631-18FE-3792-FBC52946A4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4AAF915-C359-6D03-2C15-AEBD13A62ECB}"/>
              </a:ext>
            </a:extLst>
          </p:cNvPr>
          <p:cNvSpPr txBox="1"/>
          <p:nvPr/>
        </p:nvSpPr>
        <p:spPr>
          <a:xfrm>
            <a:off x="0" y="830571"/>
            <a:ext cx="9144000" cy="2610843"/>
          </a:xfrm>
          <a:prstGeom prst="rect">
            <a:avLst/>
          </a:prstGeom>
          <a:solidFill>
            <a:schemeClr val="bg1"/>
          </a:solidFill>
        </p:spPr>
        <p:txBody>
          <a:bodyPr wrap="square">
            <a:spAutoFit/>
          </a:bodyPr>
          <a:lstStyle/>
          <a:p>
            <a:pPr>
              <a:lnSpc>
                <a:spcPct val="150000"/>
              </a:lnSpc>
            </a:pPr>
            <a:r>
              <a:rPr lang="en-US" sz="2800" b="1" dirty="0">
                <a:latin typeface="+mn-lt"/>
              </a:rPr>
              <a:t>Example:</a:t>
            </a:r>
          </a:p>
          <a:p>
            <a:pPr marL="914400" lvl="1" indent="-457200">
              <a:lnSpc>
                <a:spcPct val="150000"/>
              </a:lnSpc>
              <a:buFont typeface="Arial" panose="020B0604020202020204" pitchFamily="34" charset="0"/>
              <a:buChar char="•"/>
            </a:pPr>
            <a:r>
              <a:rPr lang="en-US" sz="2800" dirty="0">
                <a:latin typeface="+mn-lt"/>
              </a:rPr>
              <a:t>Engineers </a:t>
            </a:r>
          </a:p>
          <a:p>
            <a:pPr marL="914400" lvl="1" indent="-457200">
              <a:lnSpc>
                <a:spcPct val="150000"/>
              </a:lnSpc>
              <a:buFont typeface="Arial" panose="020B0604020202020204" pitchFamily="34" charset="0"/>
              <a:buChar char="•"/>
            </a:pPr>
            <a:r>
              <a:rPr lang="en-US" sz="2800" dirty="0">
                <a:latin typeface="+mn-lt"/>
              </a:rPr>
              <a:t>Construction materials </a:t>
            </a:r>
          </a:p>
          <a:p>
            <a:pPr marL="914400" lvl="1" indent="-457200">
              <a:lnSpc>
                <a:spcPct val="150000"/>
              </a:lnSpc>
              <a:buFont typeface="Arial" panose="020B0604020202020204" pitchFamily="34" charset="0"/>
              <a:buChar char="•"/>
            </a:pPr>
            <a:r>
              <a:rPr lang="en-US" sz="2800" dirty="0">
                <a:latin typeface="+mn-lt"/>
              </a:rPr>
              <a:t>Software developers</a:t>
            </a:r>
          </a:p>
        </p:txBody>
      </p:sp>
    </p:spTree>
    <p:extLst>
      <p:ext uri="{BB962C8B-B14F-4D97-AF65-F5344CB8AC3E}">
        <p14:creationId xmlns:p14="http://schemas.microsoft.com/office/powerpoint/2010/main" val="1849038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C35F-7621-98A9-4C06-A64EE3BA53A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1D20F85-212C-6146-966C-3B1927B10086}"/>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FBD96DA-B766-AA3E-504A-5CE286747CA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DFA5AB4-6C23-C757-26D5-6281A9D85FA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31</a:t>
            </a:fld>
            <a:endParaRPr lang="en-US" altLang="en-US" sz="900">
              <a:solidFill>
                <a:srgbClr val="FFFFFF"/>
              </a:solidFill>
            </a:endParaRPr>
          </a:p>
        </p:txBody>
      </p:sp>
      <p:pic>
        <p:nvPicPr>
          <p:cNvPr id="22534" name="Picture 5">
            <a:extLst>
              <a:ext uri="{FF2B5EF4-FFF2-40B4-BE49-F238E27FC236}">
                <a16:creationId xmlns:a16="http://schemas.microsoft.com/office/drawing/2014/main" id="{0D95ADE7-0648-CD82-972E-ACF32C098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E915A77-8D77-21A3-13D3-E88DBB33F194}"/>
              </a:ext>
            </a:extLst>
          </p:cNvPr>
          <p:cNvSpPr txBox="1"/>
          <p:nvPr/>
        </p:nvSpPr>
        <p:spPr>
          <a:xfrm>
            <a:off x="0" y="830571"/>
            <a:ext cx="9144000" cy="3244158"/>
          </a:xfrm>
          <a:prstGeom prst="rect">
            <a:avLst/>
          </a:prstGeom>
          <a:solidFill>
            <a:schemeClr val="bg1"/>
          </a:solidFill>
        </p:spPr>
        <p:txBody>
          <a:bodyPr wrap="square">
            <a:spAutoFit/>
          </a:bodyPr>
          <a:lstStyle/>
          <a:p>
            <a:pPr>
              <a:lnSpc>
                <a:spcPct val="150000"/>
              </a:lnSpc>
            </a:pPr>
            <a:r>
              <a:rPr lang="en-US" sz="2800" b="1" dirty="0">
                <a:latin typeface="+mn-lt"/>
              </a:rPr>
              <a:t>5. Risk Analysis</a:t>
            </a:r>
          </a:p>
          <a:p>
            <a:pPr>
              <a:lnSpc>
                <a:spcPct val="150000"/>
              </a:lnSpc>
            </a:pPr>
            <a:r>
              <a:rPr lang="en-US" sz="2800" dirty="0">
                <a:latin typeface="+mn-lt"/>
              </a:rPr>
              <a:t>Projects can face problems or risks.</a:t>
            </a:r>
          </a:p>
          <a:p>
            <a:pPr>
              <a:lnSpc>
                <a:spcPct val="150000"/>
              </a:lnSpc>
            </a:pPr>
            <a:r>
              <a:rPr lang="en-US" sz="2800" dirty="0">
                <a:latin typeface="+mn-lt"/>
              </a:rPr>
              <a:t>The team should:</a:t>
            </a:r>
          </a:p>
          <a:p>
            <a:pPr marL="914400" lvl="1" indent="-457200">
              <a:lnSpc>
                <a:spcPct val="150000"/>
              </a:lnSpc>
              <a:buFont typeface="Arial" panose="020B0604020202020204" pitchFamily="34" charset="0"/>
              <a:buChar char="•"/>
            </a:pPr>
            <a:r>
              <a:rPr lang="en-US" sz="2800" dirty="0">
                <a:latin typeface="+mn-lt"/>
              </a:rPr>
              <a:t>Identify possible risks </a:t>
            </a:r>
          </a:p>
          <a:p>
            <a:pPr marL="914400" lvl="1" indent="-457200">
              <a:lnSpc>
                <a:spcPct val="150000"/>
              </a:lnSpc>
              <a:buFont typeface="Arial" panose="020B0604020202020204" pitchFamily="34" charset="0"/>
              <a:buChar char="•"/>
            </a:pPr>
            <a:r>
              <a:rPr lang="en-US" sz="2800" dirty="0">
                <a:latin typeface="+mn-lt"/>
              </a:rPr>
              <a:t>Prepare backup plans (contingency plans)</a:t>
            </a:r>
          </a:p>
        </p:txBody>
      </p:sp>
    </p:spTree>
    <p:extLst>
      <p:ext uri="{BB962C8B-B14F-4D97-AF65-F5344CB8AC3E}">
        <p14:creationId xmlns:p14="http://schemas.microsoft.com/office/powerpoint/2010/main" val="22041916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25A70-BC6D-072F-8E1A-5327FB3372A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576F90D-1E0D-39D8-0B8E-E4988E4A60C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6CF1F84-F9E9-A5CB-B66D-4845C9B29E1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E04EF10-FAD7-7B72-80E4-CA078653849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32</a:t>
            </a:fld>
            <a:endParaRPr lang="en-US" altLang="en-US" sz="900">
              <a:solidFill>
                <a:srgbClr val="FFFFFF"/>
              </a:solidFill>
            </a:endParaRPr>
          </a:p>
        </p:txBody>
      </p:sp>
      <p:pic>
        <p:nvPicPr>
          <p:cNvPr id="22534" name="Picture 5">
            <a:extLst>
              <a:ext uri="{FF2B5EF4-FFF2-40B4-BE49-F238E27FC236}">
                <a16:creationId xmlns:a16="http://schemas.microsoft.com/office/drawing/2014/main" id="{CBD05519-C4CB-555D-0591-373EF110C7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BABF402-A37B-6B56-B75D-40657395B2D4}"/>
              </a:ext>
            </a:extLst>
          </p:cNvPr>
          <p:cNvSpPr txBox="1"/>
          <p:nvPr/>
        </p:nvSpPr>
        <p:spPr>
          <a:xfrm>
            <a:off x="0" y="830571"/>
            <a:ext cx="9144000" cy="5803512"/>
          </a:xfrm>
          <a:prstGeom prst="rect">
            <a:avLst/>
          </a:prstGeom>
          <a:solidFill>
            <a:schemeClr val="bg1"/>
          </a:solidFill>
        </p:spPr>
        <p:txBody>
          <a:bodyPr wrap="square">
            <a:spAutoFit/>
          </a:bodyPr>
          <a:lstStyle/>
          <a:p>
            <a:pPr>
              <a:lnSpc>
                <a:spcPct val="150000"/>
              </a:lnSpc>
            </a:pPr>
            <a:r>
              <a:rPr lang="en-US" sz="2500" b="1" dirty="0">
                <a:latin typeface="+mn-lt"/>
              </a:rPr>
              <a:t>Example Risks:</a:t>
            </a:r>
          </a:p>
          <a:p>
            <a:pPr marL="342900" indent="-342900">
              <a:lnSpc>
                <a:spcPct val="150000"/>
              </a:lnSpc>
              <a:buFont typeface="Arial" panose="020B0604020202020204" pitchFamily="34" charset="0"/>
              <a:buChar char="•"/>
            </a:pPr>
            <a:r>
              <a:rPr lang="en-US" sz="2500" dirty="0">
                <a:latin typeface="+mn-lt"/>
              </a:rPr>
              <a:t>Machine breakdown </a:t>
            </a:r>
          </a:p>
          <a:p>
            <a:pPr marL="342900" indent="-342900">
              <a:lnSpc>
                <a:spcPct val="150000"/>
              </a:lnSpc>
              <a:buFont typeface="Arial" panose="020B0604020202020204" pitchFamily="34" charset="0"/>
              <a:buChar char="•"/>
            </a:pPr>
            <a:r>
              <a:rPr lang="en-US" sz="2500" dirty="0">
                <a:latin typeface="+mn-lt"/>
              </a:rPr>
              <a:t>Lack of support </a:t>
            </a:r>
          </a:p>
          <a:p>
            <a:pPr marL="342900" indent="-342900">
              <a:lnSpc>
                <a:spcPct val="150000"/>
              </a:lnSpc>
              <a:buFont typeface="Arial" panose="020B0604020202020204" pitchFamily="34" charset="0"/>
              <a:buChar char="•"/>
            </a:pPr>
            <a:r>
              <a:rPr lang="en-US" sz="2500" dirty="0">
                <a:latin typeface="+mn-lt"/>
              </a:rPr>
              <a:t>Delays </a:t>
            </a:r>
          </a:p>
          <a:p>
            <a:pPr>
              <a:lnSpc>
                <a:spcPct val="150000"/>
              </a:lnSpc>
            </a:pPr>
            <a:r>
              <a:rPr lang="en-US" sz="2500" b="1" dirty="0">
                <a:latin typeface="+mn-lt"/>
              </a:rPr>
              <a:t>Tool Mentioned:</a:t>
            </a:r>
          </a:p>
          <a:p>
            <a:pPr marL="342900" indent="-342900">
              <a:lnSpc>
                <a:spcPct val="150000"/>
              </a:lnSpc>
              <a:buFont typeface="Arial" panose="020B0604020202020204" pitchFamily="34" charset="0"/>
              <a:buChar char="•"/>
            </a:pPr>
            <a:r>
              <a:rPr lang="en-US" sz="2500" dirty="0">
                <a:latin typeface="+mn-lt"/>
              </a:rPr>
              <a:t>SWOT Analysis </a:t>
            </a:r>
          </a:p>
          <a:p>
            <a:pPr marL="800100" lvl="1" indent="-342900">
              <a:lnSpc>
                <a:spcPct val="150000"/>
              </a:lnSpc>
              <a:buFont typeface="Arial" panose="020B0604020202020204" pitchFamily="34" charset="0"/>
              <a:buChar char="•"/>
            </a:pPr>
            <a:r>
              <a:rPr lang="en-US" sz="2500" dirty="0">
                <a:latin typeface="+mn-lt"/>
              </a:rPr>
              <a:t>Strengths </a:t>
            </a:r>
          </a:p>
          <a:p>
            <a:pPr marL="800100" lvl="1" indent="-342900">
              <a:lnSpc>
                <a:spcPct val="150000"/>
              </a:lnSpc>
              <a:buFont typeface="Arial" panose="020B0604020202020204" pitchFamily="34" charset="0"/>
              <a:buChar char="•"/>
            </a:pPr>
            <a:r>
              <a:rPr lang="en-US" sz="2500" dirty="0">
                <a:latin typeface="+mn-lt"/>
              </a:rPr>
              <a:t>Weaknesses </a:t>
            </a:r>
          </a:p>
          <a:p>
            <a:pPr marL="800100" lvl="1" indent="-342900">
              <a:lnSpc>
                <a:spcPct val="150000"/>
              </a:lnSpc>
              <a:buFont typeface="Arial" panose="020B0604020202020204" pitchFamily="34" charset="0"/>
              <a:buChar char="•"/>
            </a:pPr>
            <a:r>
              <a:rPr lang="en-US" sz="2500" dirty="0">
                <a:latin typeface="+mn-lt"/>
              </a:rPr>
              <a:t>Opportunities </a:t>
            </a:r>
          </a:p>
          <a:p>
            <a:pPr marL="800100" lvl="1" indent="-342900">
              <a:lnSpc>
                <a:spcPct val="150000"/>
              </a:lnSpc>
              <a:buFont typeface="Arial" panose="020B0604020202020204" pitchFamily="34" charset="0"/>
              <a:buChar char="•"/>
            </a:pPr>
            <a:r>
              <a:rPr lang="en-US" sz="2500" dirty="0">
                <a:latin typeface="+mn-lt"/>
              </a:rPr>
              <a:t>Threats</a:t>
            </a:r>
          </a:p>
        </p:txBody>
      </p:sp>
    </p:spTree>
    <p:extLst>
      <p:ext uri="{BB962C8B-B14F-4D97-AF65-F5344CB8AC3E}">
        <p14:creationId xmlns:p14="http://schemas.microsoft.com/office/powerpoint/2010/main" val="30943015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9D79D-C1B8-5A73-5DFC-8BCEA78A8C0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5FDB01B-86A4-42B3-4FCF-CC5BE342506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70DA57C-FD7C-3385-BDD2-18A2CA46648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615D9C9-F0B7-EAE2-F982-46704ED1C00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33</a:t>
            </a:fld>
            <a:endParaRPr lang="en-US" altLang="en-US" sz="900">
              <a:solidFill>
                <a:srgbClr val="FFFFFF"/>
              </a:solidFill>
            </a:endParaRPr>
          </a:p>
        </p:txBody>
      </p:sp>
      <p:pic>
        <p:nvPicPr>
          <p:cNvPr id="22534" name="Picture 5">
            <a:extLst>
              <a:ext uri="{FF2B5EF4-FFF2-40B4-BE49-F238E27FC236}">
                <a16:creationId xmlns:a16="http://schemas.microsoft.com/office/drawing/2014/main" id="{636C061F-33B1-B6C0-FF2E-CB3FA1FA5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CB99F8D-32BB-9087-935F-106233D452A0}"/>
              </a:ext>
            </a:extLst>
          </p:cNvPr>
          <p:cNvSpPr txBox="1"/>
          <p:nvPr/>
        </p:nvSpPr>
        <p:spPr>
          <a:xfrm>
            <a:off x="0" y="216310"/>
            <a:ext cx="9144000" cy="6641690"/>
          </a:xfrm>
          <a:prstGeom prst="rect">
            <a:avLst/>
          </a:prstGeom>
          <a:solidFill>
            <a:schemeClr val="bg1"/>
          </a:solidFill>
        </p:spPr>
        <p:txBody>
          <a:bodyPr wrap="square">
            <a:spAutoFit/>
          </a:bodyPr>
          <a:lstStyle/>
          <a:p>
            <a:pPr>
              <a:lnSpc>
                <a:spcPct val="150000"/>
              </a:lnSpc>
            </a:pPr>
            <a:r>
              <a:rPr lang="en-US" sz="2200" b="1" dirty="0">
                <a:latin typeface="+mn-lt"/>
              </a:rPr>
              <a:t>6. Implementation Timeline</a:t>
            </a:r>
          </a:p>
          <a:p>
            <a:pPr>
              <a:lnSpc>
                <a:spcPct val="150000"/>
              </a:lnSpc>
            </a:pPr>
            <a:r>
              <a:rPr lang="en-US" sz="2200" dirty="0">
                <a:latin typeface="+mn-lt"/>
              </a:rPr>
              <a:t>This shows:</a:t>
            </a:r>
          </a:p>
          <a:p>
            <a:pPr marL="800100" lvl="1" indent="-342900">
              <a:lnSpc>
                <a:spcPct val="150000"/>
              </a:lnSpc>
              <a:buFont typeface="Arial" panose="020B0604020202020204" pitchFamily="34" charset="0"/>
              <a:buChar char="•"/>
            </a:pPr>
            <a:r>
              <a:rPr lang="en-US" sz="2200" dirty="0">
                <a:latin typeface="+mn-lt"/>
              </a:rPr>
              <a:t>When tasks should start </a:t>
            </a:r>
          </a:p>
          <a:p>
            <a:pPr marL="800100" lvl="1" indent="-342900">
              <a:lnSpc>
                <a:spcPct val="150000"/>
              </a:lnSpc>
              <a:buFont typeface="Arial" panose="020B0604020202020204" pitchFamily="34" charset="0"/>
              <a:buChar char="•"/>
            </a:pPr>
            <a:r>
              <a:rPr lang="en-US" sz="2200" dirty="0">
                <a:latin typeface="+mn-lt"/>
              </a:rPr>
              <a:t>When tasks should finish </a:t>
            </a:r>
          </a:p>
          <a:p>
            <a:pPr>
              <a:lnSpc>
                <a:spcPct val="150000"/>
              </a:lnSpc>
            </a:pPr>
            <a:r>
              <a:rPr lang="en-US" sz="2200" dirty="0">
                <a:latin typeface="+mn-lt"/>
              </a:rPr>
              <a:t>Deadlines help the team stay on schedule.</a:t>
            </a:r>
          </a:p>
          <a:p>
            <a:pPr>
              <a:lnSpc>
                <a:spcPct val="150000"/>
              </a:lnSpc>
            </a:pPr>
            <a:r>
              <a:rPr lang="en-US" sz="2200" b="1" dirty="0">
                <a:latin typeface="+mn-lt"/>
              </a:rPr>
              <a:t>7. Milestones</a:t>
            </a:r>
          </a:p>
          <a:p>
            <a:pPr>
              <a:lnSpc>
                <a:spcPct val="150000"/>
              </a:lnSpc>
            </a:pPr>
            <a:r>
              <a:rPr lang="en-US" sz="2200" dirty="0">
                <a:latin typeface="+mn-lt"/>
              </a:rPr>
              <a:t>Milestones are important achievements during the project.</a:t>
            </a:r>
          </a:p>
          <a:p>
            <a:pPr>
              <a:lnSpc>
                <a:spcPct val="150000"/>
              </a:lnSpc>
            </a:pPr>
            <a:r>
              <a:rPr lang="en-US" sz="2200" dirty="0">
                <a:latin typeface="+mn-lt"/>
              </a:rPr>
              <a:t>They help the team:</a:t>
            </a:r>
          </a:p>
          <a:p>
            <a:pPr marL="800100" lvl="1" indent="-342900">
              <a:lnSpc>
                <a:spcPct val="150000"/>
              </a:lnSpc>
              <a:buFont typeface="Arial" panose="020B0604020202020204" pitchFamily="34" charset="0"/>
              <a:buChar char="•"/>
            </a:pPr>
            <a:r>
              <a:rPr lang="en-US" sz="2200" dirty="0">
                <a:latin typeface="+mn-lt"/>
              </a:rPr>
              <a:t>Track progress </a:t>
            </a:r>
          </a:p>
          <a:p>
            <a:pPr marL="800100" lvl="1" indent="-342900">
              <a:lnSpc>
                <a:spcPct val="150000"/>
              </a:lnSpc>
              <a:buFont typeface="Arial" panose="020B0604020202020204" pitchFamily="34" charset="0"/>
              <a:buChar char="•"/>
            </a:pPr>
            <a:r>
              <a:rPr lang="en-US" sz="2200" dirty="0">
                <a:latin typeface="+mn-lt"/>
              </a:rPr>
              <a:t>Check if objectives are being achieved </a:t>
            </a:r>
          </a:p>
          <a:p>
            <a:pPr>
              <a:lnSpc>
                <a:spcPct val="150000"/>
              </a:lnSpc>
            </a:pPr>
            <a:r>
              <a:rPr lang="en-US" sz="2200" b="1" dirty="0">
                <a:latin typeface="+mn-lt"/>
              </a:rPr>
              <a:t>Example:</a:t>
            </a:r>
          </a:p>
          <a:p>
            <a:pPr marL="800100" lvl="1" indent="-342900">
              <a:lnSpc>
                <a:spcPct val="150000"/>
              </a:lnSpc>
              <a:buFont typeface="Arial" panose="020B0604020202020204" pitchFamily="34" charset="0"/>
              <a:buChar char="•"/>
            </a:pPr>
            <a:r>
              <a:rPr lang="en-US" sz="2200" dirty="0">
                <a:latin typeface="+mn-lt"/>
              </a:rPr>
              <a:t>Finish app design </a:t>
            </a:r>
          </a:p>
          <a:p>
            <a:pPr marL="800100" lvl="1" indent="-342900">
              <a:lnSpc>
                <a:spcPct val="150000"/>
              </a:lnSpc>
              <a:buFont typeface="Arial" panose="020B0604020202020204" pitchFamily="34" charset="0"/>
              <a:buChar char="•"/>
            </a:pPr>
            <a:r>
              <a:rPr lang="en-US" sz="2200" dirty="0">
                <a:latin typeface="+mn-lt"/>
              </a:rPr>
              <a:t>Complete testing phase</a:t>
            </a:r>
          </a:p>
        </p:txBody>
      </p:sp>
    </p:spTree>
    <p:extLst>
      <p:ext uri="{BB962C8B-B14F-4D97-AF65-F5344CB8AC3E}">
        <p14:creationId xmlns:p14="http://schemas.microsoft.com/office/powerpoint/2010/main" val="3488423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294C0-0C39-89CD-3BEB-DBAB79F8F9E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0419C29-9CC3-D19A-6055-6160479AB5D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A9359EA-BFAD-F95C-7EBE-4C6DDDB4C74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2DE62B2-5150-591F-625F-E7FC5D05ECD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34</a:t>
            </a:fld>
            <a:endParaRPr lang="en-US" altLang="en-US" sz="900">
              <a:solidFill>
                <a:srgbClr val="FFFFFF"/>
              </a:solidFill>
            </a:endParaRPr>
          </a:p>
        </p:txBody>
      </p:sp>
      <p:pic>
        <p:nvPicPr>
          <p:cNvPr id="22534" name="Picture 5">
            <a:extLst>
              <a:ext uri="{FF2B5EF4-FFF2-40B4-BE49-F238E27FC236}">
                <a16:creationId xmlns:a16="http://schemas.microsoft.com/office/drawing/2014/main" id="{ECBB0F38-4325-AD15-1BDD-446B2F5918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0E3AE74-0498-28E8-0FFF-7C881A478B61}"/>
              </a:ext>
            </a:extLst>
          </p:cNvPr>
          <p:cNvSpPr txBox="1"/>
          <p:nvPr/>
        </p:nvSpPr>
        <p:spPr>
          <a:xfrm>
            <a:off x="0" y="794379"/>
            <a:ext cx="9144000" cy="6133859"/>
          </a:xfrm>
          <a:prstGeom prst="rect">
            <a:avLst/>
          </a:prstGeom>
          <a:solidFill>
            <a:schemeClr val="bg1"/>
          </a:solidFill>
        </p:spPr>
        <p:txBody>
          <a:bodyPr wrap="square">
            <a:spAutoFit/>
          </a:bodyPr>
          <a:lstStyle/>
          <a:p>
            <a:pPr>
              <a:lnSpc>
                <a:spcPct val="150000"/>
              </a:lnSpc>
            </a:pPr>
            <a:r>
              <a:rPr lang="en-US" sz="2200" b="1" dirty="0">
                <a:latin typeface="+mn-lt"/>
              </a:rPr>
              <a:t>8. Roles and Responsibilities</a:t>
            </a:r>
          </a:p>
          <a:p>
            <a:pPr>
              <a:lnSpc>
                <a:spcPct val="150000"/>
              </a:lnSpc>
            </a:pPr>
            <a:r>
              <a:rPr lang="en-US" sz="2200" dirty="0">
                <a:latin typeface="+mn-lt"/>
              </a:rPr>
              <a:t>Each team member should know:</a:t>
            </a:r>
          </a:p>
          <a:p>
            <a:pPr marL="800100" lvl="1" indent="-342900">
              <a:lnSpc>
                <a:spcPct val="150000"/>
              </a:lnSpc>
              <a:buFont typeface="Arial" panose="020B0604020202020204" pitchFamily="34" charset="0"/>
              <a:buChar char="•"/>
            </a:pPr>
            <a:r>
              <a:rPr lang="en-US" sz="2200" dirty="0">
                <a:latin typeface="+mn-lt"/>
              </a:rPr>
              <a:t>Their task </a:t>
            </a:r>
          </a:p>
          <a:p>
            <a:pPr marL="800100" lvl="1" indent="-342900">
              <a:lnSpc>
                <a:spcPct val="150000"/>
              </a:lnSpc>
              <a:buFont typeface="Arial" panose="020B0604020202020204" pitchFamily="34" charset="0"/>
              <a:buChar char="•"/>
            </a:pPr>
            <a:r>
              <a:rPr lang="en-US" sz="2200" dirty="0">
                <a:latin typeface="+mn-lt"/>
              </a:rPr>
              <a:t>Their deadline </a:t>
            </a:r>
          </a:p>
          <a:p>
            <a:pPr>
              <a:lnSpc>
                <a:spcPct val="150000"/>
              </a:lnSpc>
            </a:pPr>
            <a:r>
              <a:rPr lang="en-US" sz="2200" dirty="0">
                <a:latin typeface="+mn-lt"/>
              </a:rPr>
              <a:t>Tasks should match team members’ skills and strengths.</a:t>
            </a:r>
          </a:p>
          <a:p>
            <a:pPr>
              <a:lnSpc>
                <a:spcPct val="150000"/>
              </a:lnSpc>
            </a:pPr>
            <a:r>
              <a:rPr lang="en-US" sz="2200" b="1" dirty="0">
                <a:latin typeface="+mn-lt"/>
              </a:rPr>
              <a:t>Important Steps to Create a PIP</a:t>
            </a:r>
          </a:p>
          <a:p>
            <a:pPr>
              <a:lnSpc>
                <a:spcPct val="150000"/>
              </a:lnSpc>
            </a:pPr>
            <a:r>
              <a:rPr lang="en-US" sz="2200" b="1" dirty="0">
                <a:latin typeface="+mn-lt"/>
              </a:rPr>
              <a:t>Step 1: Conduct Research</a:t>
            </a:r>
          </a:p>
          <a:p>
            <a:pPr marL="800100" lvl="1" indent="-342900">
              <a:lnSpc>
                <a:spcPct val="150000"/>
              </a:lnSpc>
              <a:buFont typeface="Arial" panose="020B0604020202020204" pitchFamily="34" charset="0"/>
              <a:buChar char="•"/>
            </a:pPr>
            <a:r>
              <a:rPr lang="en-US" sz="2200" dirty="0">
                <a:latin typeface="+mn-lt"/>
              </a:rPr>
              <a:t>Research helps understand:</a:t>
            </a:r>
          </a:p>
          <a:p>
            <a:pPr marL="800100" lvl="1" indent="-342900">
              <a:lnSpc>
                <a:spcPct val="150000"/>
              </a:lnSpc>
              <a:buFont typeface="Arial" panose="020B0604020202020204" pitchFamily="34" charset="0"/>
              <a:buChar char="•"/>
            </a:pPr>
            <a:r>
              <a:rPr lang="en-US" sz="2200" dirty="0">
                <a:latin typeface="+mn-lt"/>
              </a:rPr>
              <a:t>Project goals </a:t>
            </a:r>
          </a:p>
          <a:p>
            <a:pPr marL="800100" lvl="1" indent="-342900">
              <a:lnSpc>
                <a:spcPct val="150000"/>
              </a:lnSpc>
              <a:buFont typeface="Arial" panose="020B0604020202020204" pitchFamily="34" charset="0"/>
              <a:buChar char="•"/>
            </a:pPr>
            <a:r>
              <a:rPr lang="en-US" sz="2200" dirty="0">
                <a:latin typeface="+mn-lt"/>
              </a:rPr>
              <a:t>Budget </a:t>
            </a:r>
          </a:p>
          <a:p>
            <a:pPr marL="800100" lvl="1" indent="-342900">
              <a:lnSpc>
                <a:spcPct val="150000"/>
              </a:lnSpc>
              <a:buFont typeface="Arial" panose="020B0604020202020204" pitchFamily="34" charset="0"/>
              <a:buChar char="•"/>
            </a:pPr>
            <a:r>
              <a:rPr lang="en-US" sz="2200" dirty="0">
                <a:latin typeface="+mn-lt"/>
              </a:rPr>
              <a:t>Timeline </a:t>
            </a:r>
          </a:p>
          <a:p>
            <a:pPr marL="800100" lvl="1" indent="-342900">
              <a:lnSpc>
                <a:spcPct val="150000"/>
              </a:lnSpc>
              <a:buFont typeface="Arial" panose="020B0604020202020204" pitchFamily="34" charset="0"/>
              <a:buChar char="•"/>
            </a:pPr>
            <a:r>
              <a:rPr lang="en-US" sz="2200" dirty="0">
                <a:latin typeface="+mn-lt"/>
              </a:rPr>
              <a:t>Past project experiences</a:t>
            </a:r>
          </a:p>
        </p:txBody>
      </p:sp>
    </p:spTree>
    <p:extLst>
      <p:ext uri="{BB962C8B-B14F-4D97-AF65-F5344CB8AC3E}">
        <p14:creationId xmlns:p14="http://schemas.microsoft.com/office/powerpoint/2010/main" val="3503718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9474C-041F-2945-D5D3-A1D3D359EE3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DFBE231-B678-A47F-A499-577BEADF2AD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D5874E5-B64F-7E01-BF6E-9973E68293C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60FAC5C-3F04-37CD-9CFF-4CED2D5107E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35</a:t>
            </a:fld>
            <a:endParaRPr lang="en-US" altLang="en-US" sz="900">
              <a:solidFill>
                <a:srgbClr val="FFFFFF"/>
              </a:solidFill>
            </a:endParaRPr>
          </a:p>
        </p:txBody>
      </p:sp>
      <p:pic>
        <p:nvPicPr>
          <p:cNvPr id="22534" name="Picture 5">
            <a:extLst>
              <a:ext uri="{FF2B5EF4-FFF2-40B4-BE49-F238E27FC236}">
                <a16:creationId xmlns:a16="http://schemas.microsoft.com/office/drawing/2014/main" id="{B446FE83-CFCD-6FD2-8EC1-3B56F5FA30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B82FAB6-A5BD-BC8F-531D-2A17429BEEDA}"/>
              </a:ext>
            </a:extLst>
          </p:cNvPr>
          <p:cNvSpPr txBox="1"/>
          <p:nvPr/>
        </p:nvSpPr>
        <p:spPr>
          <a:xfrm>
            <a:off x="0" y="794379"/>
            <a:ext cx="9144000" cy="5626027"/>
          </a:xfrm>
          <a:prstGeom prst="rect">
            <a:avLst/>
          </a:prstGeom>
          <a:solidFill>
            <a:schemeClr val="bg1"/>
          </a:solidFill>
        </p:spPr>
        <p:txBody>
          <a:bodyPr wrap="square">
            <a:spAutoFit/>
          </a:bodyPr>
          <a:lstStyle/>
          <a:p>
            <a:pPr>
              <a:lnSpc>
                <a:spcPct val="150000"/>
              </a:lnSpc>
            </a:pPr>
            <a:r>
              <a:rPr lang="en-US" sz="2200" dirty="0">
                <a:latin typeface="+mn-lt"/>
              </a:rPr>
              <a:t>The team may talk to:</a:t>
            </a:r>
          </a:p>
          <a:p>
            <a:pPr marL="800100" lvl="1" indent="-342900">
              <a:lnSpc>
                <a:spcPct val="150000"/>
              </a:lnSpc>
              <a:buFont typeface="Arial" panose="020B0604020202020204" pitchFamily="34" charset="0"/>
              <a:buChar char="•"/>
            </a:pPr>
            <a:r>
              <a:rPr lang="en-US" sz="2200" dirty="0">
                <a:latin typeface="+mn-lt"/>
              </a:rPr>
              <a:t>Stakeholders </a:t>
            </a:r>
          </a:p>
          <a:p>
            <a:pPr marL="800100" lvl="1" indent="-342900">
              <a:lnSpc>
                <a:spcPct val="150000"/>
              </a:lnSpc>
              <a:buFont typeface="Arial" panose="020B0604020202020204" pitchFamily="34" charset="0"/>
              <a:buChar char="•"/>
            </a:pPr>
            <a:r>
              <a:rPr lang="en-US" sz="2200" dirty="0">
                <a:latin typeface="+mn-lt"/>
              </a:rPr>
              <a:t>Customers </a:t>
            </a:r>
          </a:p>
          <a:p>
            <a:pPr marL="800100" lvl="1" indent="-342900">
              <a:lnSpc>
                <a:spcPct val="150000"/>
              </a:lnSpc>
              <a:buFont typeface="Arial" panose="020B0604020202020204" pitchFamily="34" charset="0"/>
              <a:buChar char="•"/>
            </a:pPr>
            <a:r>
              <a:rPr lang="en-US" sz="2200" dirty="0">
                <a:latin typeface="+mn-lt"/>
              </a:rPr>
              <a:t>Partners </a:t>
            </a:r>
          </a:p>
          <a:p>
            <a:pPr>
              <a:lnSpc>
                <a:spcPct val="150000"/>
              </a:lnSpc>
            </a:pPr>
            <a:r>
              <a:rPr lang="en-US" sz="2200" b="1" dirty="0">
                <a:latin typeface="+mn-lt"/>
              </a:rPr>
              <a:t>Step 2: Set SMART Goals</a:t>
            </a:r>
          </a:p>
          <a:p>
            <a:pPr>
              <a:lnSpc>
                <a:spcPct val="150000"/>
              </a:lnSpc>
            </a:pPr>
            <a:r>
              <a:rPr lang="en-US" sz="2200" dirty="0">
                <a:latin typeface="+mn-lt"/>
              </a:rPr>
              <a:t>Goals should be:</a:t>
            </a:r>
          </a:p>
          <a:p>
            <a:pPr marL="800100" lvl="1" indent="-342900">
              <a:lnSpc>
                <a:spcPct val="150000"/>
              </a:lnSpc>
              <a:buFont typeface="Arial" panose="020B0604020202020204" pitchFamily="34" charset="0"/>
              <a:buChar char="•"/>
            </a:pPr>
            <a:r>
              <a:rPr lang="en-US" sz="2200" b="1" dirty="0">
                <a:latin typeface="+mn-lt"/>
              </a:rPr>
              <a:t>S</a:t>
            </a:r>
            <a:r>
              <a:rPr lang="en-US" sz="2200" dirty="0">
                <a:latin typeface="+mn-lt"/>
              </a:rPr>
              <a:t>pecific </a:t>
            </a:r>
          </a:p>
          <a:p>
            <a:pPr marL="800100" lvl="1" indent="-342900">
              <a:lnSpc>
                <a:spcPct val="150000"/>
              </a:lnSpc>
              <a:buFont typeface="Arial" panose="020B0604020202020204" pitchFamily="34" charset="0"/>
              <a:buChar char="•"/>
            </a:pPr>
            <a:r>
              <a:rPr lang="en-US" sz="2200" b="1" dirty="0">
                <a:latin typeface="+mn-lt"/>
              </a:rPr>
              <a:t>M</a:t>
            </a:r>
            <a:r>
              <a:rPr lang="en-US" sz="2200" dirty="0">
                <a:latin typeface="+mn-lt"/>
              </a:rPr>
              <a:t>easurable </a:t>
            </a:r>
          </a:p>
          <a:p>
            <a:pPr marL="800100" lvl="1" indent="-342900">
              <a:lnSpc>
                <a:spcPct val="150000"/>
              </a:lnSpc>
              <a:buFont typeface="Arial" panose="020B0604020202020204" pitchFamily="34" charset="0"/>
              <a:buChar char="•"/>
            </a:pPr>
            <a:r>
              <a:rPr lang="en-US" sz="2200" b="1" dirty="0">
                <a:latin typeface="+mn-lt"/>
              </a:rPr>
              <a:t>A</a:t>
            </a:r>
            <a:r>
              <a:rPr lang="en-US" sz="2200" dirty="0">
                <a:latin typeface="+mn-lt"/>
              </a:rPr>
              <a:t>ttainable </a:t>
            </a:r>
          </a:p>
          <a:p>
            <a:pPr marL="800100" lvl="1" indent="-342900">
              <a:lnSpc>
                <a:spcPct val="150000"/>
              </a:lnSpc>
              <a:buFont typeface="Arial" panose="020B0604020202020204" pitchFamily="34" charset="0"/>
              <a:buChar char="•"/>
            </a:pPr>
            <a:r>
              <a:rPr lang="en-US" sz="2200" b="1" dirty="0">
                <a:latin typeface="+mn-lt"/>
              </a:rPr>
              <a:t>R</a:t>
            </a:r>
            <a:r>
              <a:rPr lang="en-US" sz="2200" dirty="0">
                <a:latin typeface="+mn-lt"/>
              </a:rPr>
              <a:t>ealistic </a:t>
            </a:r>
          </a:p>
          <a:p>
            <a:pPr marL="800100" lvl="1" indent="-342900">
              <a:lnSpc>
                <a:spcPct val="150000"/>
              </a:lnSpc>
              <a:buFont typeface="Arial" panose="020B0604020202020204" pitchFamily="34" charset="0"/>
              <a:buChar char="•"/>
            </a:pPr>
            <a:r>
              <a:rPr lang="en-US" sz="2200" b="1" dirty="0">
                <a:latin typeface="+mn-lt"/>
              </a:rPr>
              <a:t>T</a:t>
            </a:r>
            <a:r>
              <a:rPr lang="en-US" sz="2200" dirty="0">
                <a:latin typeface="+mn-lt"/>
              </a:rPr>
              <a:t>ime-bound </a:t>
            </a:r>
          </a:p>
        </p:txBody>
      </p:sp>
    </p:spTree>
    <p:extLst>
      <p:ext uri="{BB962C8B-B14F-4D97-AF65-F5344CB8AC3E}">
        <p14:creationId xmlns:p14="http://schemas.microsoft.com/office/powerpoint/2010/main" val="35220519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76FF2-D34A-8B43-95A7-534E4A0D208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D83FFBC-792A-9DFC-A659-54F521FADBB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FAD552A-1E78-AC28-3FFF-C48F7ECE218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DA1B41E-3B1A-198E-0B43-32A86A98A14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36</a:t>
            </a:fld>
            <a:endParaRPr lang="en-US" altLang="en-US" sz="900">
              <a:solidFill>
                <a:srgbClr val="FFFFFF"/>
              </a:solidFill>
            </a:endParaRPr>
          </a:p>
        </p:txBody>
      </p:sp>
      <p:pic>
        <p:nvPicPr>
          <p:cNvPr id="22534" name="Picture 5">
            <a:extLst>
              <a:ext uri="{FF2B5EF4-FFF2-40B4-BE49-F238E27FC236}">
                <a16:creationId xmlns:a16="http://schemas.microsoft.com/office/drawing/2014/main" id="{4160CB77-BDCB-6E7B-1AF3-68458B505D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DB09447-19AB-DF74-278E-E4081A8FDC6C}"/>
              </a:ext>
            </a:extLst>
          </p:cNvPr>
          <p:cNvSpPr txBox="1"/>
          <p:nvPr/>
        </p:nvSpPr>
        <p:spPr>
          <a:xfrm>
            <a:off x="0" y="794379"/>
            <a:ext cx="9144000" cy="4610365"/>
          </a:xfrm>
          <a:prstGeom prst="rect">
            <a:avLst/>
          </a:prstGeom>
          <a:solidFill>
            <a:schemeClr val="bg1"/>
          </a:solidFill>
        </p:spPr>
        <p:txBody>
          <a:bodyPr wrap="square">
            <a:spAutoFit/>
          </a:bodyPr>
          <a:lstStyle/>
          <a:p>
            <a:pPr>
              <a:lnSpc>
                <a:spcPct val="150000"/>
              </a:lnSpc>
            </a:pPr>
            <a:r>
              <a:rPr lang="en-US" sz="2200" b="1" dirty="0">
                <a:latin typeface="+mn-lt"/>
              </a:rPr>
              <a:t>Example:</a:t>
            </a:r>
          </a:p>
          <a:p>
            <a:pPr>
              <a:lnSpc>
                <a:spcPct val="150000"/>
              </a:lnSpc>
            </a:pPr>
            <a:r>
              <a:rPr lang="en-US" sz="2200" dirty="0">
                <a:latin typeface="+mn-lt"/>
              </a:rPr>
              <a:t>“Produce 20,000 bottles in 3 months.”</a:t>
            </a:r>
          </a:p>
          <a:p>
            <a:pPr>
              <a:lnSpc>
                <a:spcPct val="150000"/>
              </a:lnSpc>
            </a:pPr>
            <a:r>
              <a:rPr lang="en-US" sz="2200" b="1" dirty="0">
                <a:latin typeface="+mn-lt"/>
              </a:rPr>
              <a:t>Step 3: Identify Risks</a:t>
            </a:r>
          </a:p>
          <a:p>
            <a:pPr>
              <a:lnSpc>
                <a:spcPct val="150000"/>
              </a:lnSpc>
            </a:pPr>
            <a:r>
              <a:rPr lang="en-US" sz="2200" dirty="0">
                <a:latin typeface="+mn-lt"/>
              </a:rPr>
              <a:t>Think about possible problems before they happen.</a:t>
            </a:r>
          </a:p>
          <a:p>
            <a:pPr>
              <a:lnSpc>
                <a:spcPct val="150000"/>
              </a:lnSpc>
            </a:pPr>
            <a:r>
              <a:rPr lang="en-US" sz="2200" dirty="0">
                <a:latin typeface="+mn-lt"/>
              </a:rPr>
              <a:t>Then prepare solutions or backup plans.</a:t>
            </a:r>
          </a:p>
          <a:p>
            <a:pPr>
              <a:lnSpc>
                <a:spcPct val="150000"/>
              </a:lnSpc>
            </a:pPr>
            <a:r>
              <a:rPr lang="en-US" sz="2200" b="1" dirty="0">
                <a:latin typeface="+mn-lt"/>
              </a:rPr>
              <a:t>Step 4: Assign Tasks</a:t>
            </a:r>
          </a:p>
          <a:p>
            <a:pPr>
              <a:lnSpc>
                <a:spcPct val="150000"/>
              </a:lnSpc>
            </a:pPr>
            <a:r>
              <a:rPr lang="en-US" sz="2200" dirty="0">
                <a:latin typeface="+mn-lt"/>
              </a:rPr>
              <a:t>The manager should:</a:t>
            </a:r>
          </a:p>
          <a:p>
            <a:pPr marL="800100" lvl="1" indent="-342900">
              <a:lnSpc>
                <a:spcPct val="150000"/>
              </a:lnSpc>
              <a:buFont typeface="Arial" panose="020B0604020202020204" pitchFamily="34" charset="0"/>
              <a:buChar char="•"/>
            </a:pPr>
            <a:r>
              <a:rPr lang="en-US" sz="2200" dirty="0">
                <a:latin typeface="+mn-lt"/>
              </a:rPr>
              <a:t>Divide the work </a:t>
            </a:r>
          </a:p>
          <a:p>
            <a:pPr marL="800100" lvl="1" indent="-342900">
              <a:lnSpc>
                <a:spcPct val="150000"/>
              </a:lnSpc>
              <a:buFont typeface="Arial" panose="020B0604020202020204" pitchFamily="34" charset="0"/>
              <a:buChar char="•"/>
            </a:pPr>
            <a:r>
              <a:rPr lang="en-US" sz="2200" dirty="0">
                <a:latin typeface="+mn-lt"/>
              </a:rPr>
              <a:t>Give tasks to suitable team members</a:t>
            </a:r>
          </a:p>
        </p:txBody>
      </p:sp>
    </p:spTree>
    <p:extLst>
      <p:ext uri="{BB962C8B-B14F-4D97-AF65-F5344CB8AC3E}">
        <p14:creationId xmlns:p14="http://schemas.microsoft.com/office/powerpoint/2010/main" val="32021926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7F469-748F-B4F0-1247-287E4B46926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05E29ED-3863-11C0-5974-E924B26B1B6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F527AF2-C48A-ECF3-EE58-56D13BA4729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47C9695-5D24-3438-AD4D-76B9AF1B0D1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37</a:t>
            </a:fld>
            <a:endParaRPr lang="en-US" altLang="en-US" sz="900">
              <a:solidFill>
                <a:srgbClr val="FFFFFF"/>
              </a:solidFill>
            </a:endParaRPr>
          </a:p>
        </p:txBody>
      </p:sp>
      <p:pic>
        <p:nvPicPr>
          <p:cNvPr id="22534" name="Picture 5">
            <a:extLst>
              <a:ext uri="{FF2B5EF4-FFF2-40B4-BE49-F238E27FC236}">
                <a16:creationId xmlns:a16="http://schemas.microsoft.com/office/drawing/2014/main" id="{6677EB34-F805-7227-8EB3-99B6AB0870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CA792F7-05AF-1AFF-71C3-1A8BC154443F}"/>
              </a:ext>
            </a:extLst>
          </p:cNvPr>
          <p:cNvSpPr txBox="1"/>
          <p:nvPr/>
        </p:nvSpPr>
        <p:spPr>
          <a:xfrm>
            <a:off x="0" y="794379"/>
            <a:ext cx="9144000" cy="4549835"/>
          </a:xfrm>
          <a:prstGeom prst="rect">
            <a:avLst/>
          </a:prstGeom>
          <a:solidFill>
            <a:schemeClr val="bg1"/>
          </a:solidFill>
        </p:spPr>
        <p:txBody>
          <a:bodyPr wrap="square">
            <a:spAutoFit/>
          </a:bodyPr>
          <a:lstStyle/>
          <a:p>
            <a:pPr>
              <a:lnSpc>
                <a:spcPct val="150000"/>
              </a:lnSpc>
            </a:pPr>
            <a:r>
              <a:rPr lang="en-US" sz="2800" b="1" dirty="0">
                <a:latin typeface="+mn-lt"/>
              </a:rPr>
              <a:t>Step 5: Prioritize Tasks</a:t>
            </a:r>
          </a:p>
          <a:p>
            <a:pPr>
              <a:lnSpc>
                <a:spcPct val="150000"/>
              </a:lnSpc>
            </a:pPr>
            <a:r>
              <a:rPr lang="en-US" sz="2800" dirty="0">
                <a:latin typeface="+mn-lt"/>
              </a:rPr>
              <a:t>Do the most important and urgent tasks first.</a:t>
            </a:r>
          </a:p>
          <a:p>
            <a:pPr>
              <a:lnSpc>
                <a:spcPct val="150000"/>
              </a:lnSpc>
            </a:pPr>
            <a:r>
              <a:rPr lang="en-US" sz="2800" b="1" dirty="0">
                <a:latin typeface="+mn-lt"/>
              </a:rPr>
              <a:t>Example:</a:t>
            </a:r>
          </a:p>
          <a:p>
            <a:pPr>
              <a:lnSpc>
                <a:spcPct val="150000"/>
              </a:lnSpc>
            </a:pPr>
            <a:r>
              <a:rPr lang="en-US" sz="2800" dirty="0">
                <a:latin typeface="+mn-lt"/>
              </a:rPr>
              <a:t>In construction:</a:t>
            </a:r>
          </a:p>
          <a:p>
            <a:pPr marL="914400" lvl="1" indent="-457200">
              <a:lnSpc>
                <a:spcPct val="150000"/>
              </a:lnSpc>
              <a:buFont typeface="+mj-lt"/>
              <a:buAutoNum type="arabicPeriod"/>
            </a:pPr>
            <a:r>
              <a:rPr lang="en-US" sz="2800" dirty="0">
                <a:latin typeface="+mn-lt"/>
              </a:rPr>
              <a:t>Build foundation </a:t>
            </a:r>
          </a:p>
          <a:p>
            <a:pPr marL="914400" lvl="1" indent="-457200">
              <a:lnSpc>
                <a:spcPct val="150000"/>
              </a:lnSpc>
              <a:buFont typeface="+mj-lt"/>
              <a:buAutoNum type="arabicPeriod"/>
            </a:pPr>
            <a:r>
              <a:rPr lang="en-US" sz="2800" dirty="0">
                <a:latin typeface="+mn-lt"/>
              </a:rPr>
              <a:t>Build walls </a:t>
            </a:r>
          </a:p>
          <a:p>
            <a:pPr marL="914400" lvl="1" indent="-457200">
              <a:lnSpc>
                <a:spcPct val="150000"/>
              </a:lnSpc>
              <a:buFont typeface="+mj-lt"/>
              <a:buAutoNum type="arabicPeriod"/>
            </a:pPr>
            <a:r>
              <a:rPr lang="en-US" sz="2800" dirty="0">
                <a:latin typeface="+mn-lt"/>
              </a:rPr>
              <a:t>Add roof </a:t>
            </a:r>
          </a:p>
        </p:txBody>
      </p:sp>
    </p:spTree>
    <p:extLst>
      <p:ext uri="{BB962C8B-B14F-4D97-AF65-F5344CB8AC3E}">
        <p14:creationId xmlns:p14="http://schemas.microsoft.com/office/powerpoint/2010/main" val="13378153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386C1-0B49-1460-5158-7AFE98256BE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B7712A4-769E-04B1-22D5-021ECFD5FD1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0B05F0D-1CD6-A40F-76C0-274EAAF086A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332DC4A-A34D-3860-0BD0-700A7B88785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38</a:t>
            </a:fld>
            <a:endParaRPr lang="en-US" altLang="en-US" sz="900">
              <a:solidFill>
                <a:srgbClr val="FFFFFF"/>
              </a:solidFill>
            </a:endParaRPr>
          </a:p>
        </p:txBody>
      </p:sp>
      <p:pic>
        <p:nvPicPr>
          <p:cNvPr id="22534" name="Picture 5">
            <a:extLst>
              <a:ext uri="{FF2B5EF4-FFF2-40B4-BE49-F238E27FC236}">
                <a16:creationId xmlns:a16="http://schemas.microsoft.com/office/drawing/2014/main" id="{9120A2C0-93A0-544C-883F-29EDC11F1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92DD0E3-F900-0DE8-62B1-D0D1859CD91D}"/>
              </a:ext>
            </a:extLst>
          </p:cNvPr>
          <p:cNvSpPr txBox="1"/>
          <p:nvPr/>
        </p:nvSpPr>
        <p:spPr>
          <a:xfrm>
            <a:off x="0" y="794379"/>
            <a:ext cx="9144000" cy="3903504"/>
          </a:xfrm>
          <a:prstGeom prst="rect">
            <a:avLst/>
          </a:prstGeom>
          <a:solidFill>
            <a:schemeClr val="bg1"/>
          </a:solidFill>
        </p:spPr>
        <p:txBody>
          <a:bodyPr wrap="square">
            <a:spAutoFit/>
          </a:bodyPr>
          <a:lstStyle/>
          <a:p>
            <a:pPr>
              <a:lnSpc>
                <a:spcPct val="150000"/>
              </a:lnSpc>
            </a:pPr>
            <a:r>
              <a:rPr lang="en-US" sz="2800" b="1" dirty="0">
                <a:latin typeface="+mn-lt"/>
              </a:rPr>
              <a:t>Step 6: Set Timelines</a:t>
            </a:r>
          </a:p>
          <a:p>
            <a:pPr>
              <a:lnSpc>
                <a:spcPct val="150000"/>
              </a:lnSpc>
            </a:pPr>
            <a:r>
              <a:rPr lang="en-US" sz="2800" dirty="0">
                <a:latin typeface="+mn-lt"/>
              </a:rPr>
              <a:t>Every task should have a deadline.</a:t>
            </a:r>
          </a:p>
          <a:p>
            <a:pPr>
              <a:lnSpc>
                <a:spcPct val="150000"/>
              </a:lnSpc>
            </a:pPr>
            <a:r>
              <a:rPr lang="en-US" sz="2800" dirty="0">
                <a:latin typeface="+mn-lt"/>
              </a:rPr>
              <a:t>This improves:</a:t>
            </a:r>
          </a:p>
          <a:p>
            <a:pPr marL="914400" lvl="1" indent="-457200">
              <a:lnSpc>
                <a:spcPct val="150000"/>
              </a:lnSpc>
              <a:buFont typeface="Arial" panose="020B0604020202020204" pitchFamily="34" charset="0"/>
              <a:buChar char="•"/>
            </a:pPr>
            <a:r>
              <a:rPr lang="en-US" sz="2800" dirty="0">
                <a:latin typeface="+mn-lt"/>
              </a:rPr>
              <a:t>Productivity </a:t>
            </a:r>
          </a:p>
          <a:p>
            <a:pPr marL="914400" lvl="1" indent="-457200">
              <a:lnSpc>
                <a:spcPct val="150000"/>
              </a:lnSpc>
              <a:buFont typeface="Arial" panose="020B0604020202020204" pitchFamily="34" charset="0"/>
              <a:buChar char="•"/>
            </a:pPr>
            <a:r>
              <a:rPr lang="en-US" sz="2800" dirty="0">
                <a:latin typeface="+mn-lt"/>
              </a:rPr>
              <a:t>Time management </a:t>
            </a:r>
          </a:p>
          <a:p>
            <a:pPr marL="914400" lvl="1" indent="-457200">
              <a:lnSpc>
                <a:spcPct val="150000"/>
              </a:lnSpc>
              <a:buFont typeface="Arial" panose="020B0604020202020204" pitchFamily="34" charset="0"/>
              <a:buChar char="•"/>
            </a:pPr>
            <a:r>
              <a:rPr lang="en-US" sz="2800" dirty="0">
                <a:latin typeface="+mn-lt"/>
              </a:rPr>
              <a:t>Team accountability</a:t>
            </a:r>
          </a:p>
        </p:txBody>
      </p:sp>
    </p:spTree>
    <p:extLst>
      <p:ext uri="{BB962C8B-B14F-4D97-AF65-F5344CB8AC3E}">
        <p14:creationId xmlns:p14="http://schemas.microsoft.com/office/powerpoint/2010/main" val="3387326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F3E79-F990-93EF-E4DD-C0FF8B2AE85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D524754-BFE9-1A76-68C0-F15709F9ED6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D999AD93-148E-BFE3-749A-2E991E017FA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48B6732-5B19-618F-AEF5-0F76624B0C6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39</a:t>
            </a:fld>
            <a:endParaRPr lang="en-US" altLang="en-US" sz="900">
              <a:solidFill>
                <a:srgbClr val="FFFFFF"/>
              </a:solidFill>
            </a:endParaRPr>
          </a:p>
        </p:txBody>
      </p:sp>
      <p:pic>
        <p:nvPicPr>
          <p:cNvPr id="22534" name="Picture 5">
            <a:extLst>
              <a:ext uri="{FF2B5EF4-FFF2-40B4-BE49-F238E27FC236}">
                <a16:creationId xmlns:a16="http://schemas.microsoft.com/office/drawing/2014/main" id="{CE590A56-C0E2-0101-DEC7-E62AD1F0DC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CD6E1D7-9CAA-791C-9DBC-70F6F0BCE3DA}"/>
              </a:ext>
            </a:extLst>
          </p:cNvPr>
          <p:cNvSpPr txBox="1"/>
          <p:nvPr/>
        </p:nvSpPr>
        <p:spPr>
          <a:xfrm>
            <a:off x="0" y="369172"/>
            <a:ext cx="9144000" cy="6488828"/>
          </a:xfrm>
          <a:prstGeom prst="rect">
            <a:avLst/>
          </a:prstGeom>
          <a:solidFill>
            <a:schemeClr val="bg1"/>
          </a:solidFill>
        </p:spPr>
        <p:txBody>
          <a:bodyPr wrap="square">
            <a:spAutoFit/>
          </a:bodyPr>
          <a:lstStyle/>
          <a:p>
            <a:pPr>
              <a:lnSpc>
                <a:spcPct val="150000"/>
              </a:lnSpc>
            </a:pPr>
            <a:r>
              <a:rPr lang="en-US" sz="2800" b="1" dirty="0">
                <a:latin typeface="+mn-lt"/>
              </a:rPr>
              <a:t>Step 7: Identify Necessary Resources</a:t>
            </a:r>
          </a:p>
          <a:p>
            <a:pPr>
              <a:lnSpc>
                <a:spcPct val="150000"/>
              </a:lnSpc>
            </a:pPr>
            <a:r>
              <a:rPr lang="en-US" sz="2800" dirty="0">
                <a:latin typeface="+mn-lt"/>
              </a:rPr>
              <a:t>Make sure the project has:</a:t>
            </a:r>
          </a:p>
          <a:p>
            <a:pPr marL="914400" lvl="1" indent="-457200">
              <a:lnSpc>
                <a:spcPct val="150000"/>
              </a:lnSpc>
              <a:buFont typeface="Arial" panose="020B0604020202020204" pitchFamily="34" charset="0"/>
              <a:buChar char="•"/>
            </a:pPr>
            <a:r>
              <a:rPr lang="en-US" sz="2800" dirty="0">
                <a:latin typeface="+mn-lt"/>
              </a:rPr>
              <a:t>Enough materials </a:t>
            </a:r>
          </a:p>
          <a:p>
            <a:pPr marL="914400" lvl="1" indent="-457200">
              <a:lnSpc>
                <a:spcPct val="150000"/>
              </a:lnSpc>
              <a:buFont typeface="Arial" panose="020B0604020202020204" pitchFamily="34" charset="0"/>
              <a:buChar char="•"/>
            </a:pPr>
            <a:r>
              <a:rPr lang="en-US" sz="2800" dirty="0">
                <a:latin typeface="+mn-lt"/>
              </a:rPr>
              <a:t>Enough workers </a:t>
            </a:r>
          </a:p>
          <a:p>
            <a:pPr marL="914400" lvl="1" indent="-457200">
              <a:lnSpc>
                <a:spcPct val="150000"/>
              </a:lnSpc>
              <a:buFont typeface="Arial" panose="020B0604020202020204" pitchFamily="34" charset="0"/>
              <a:buChar char="•"/>
            </a:pPr>
            <a:r>
              <a:rPr lang="en-US" sz="2800" dirty="0">
                <a:latin typeface="+mn-lt"/>
              </a:rPr>
              <a:t>Enough support partners </a:t>
            </a:r>
          </a:p>
          <a:p>
            <a:pPr>
              <a:lnSpc>
                <a:spcPct val="150000"/>
              </a:lnSpc>
            </a:pPr>
            <a:r>
              <a:rPr lang="en-US" sz="2800" b="1" dirty="0">
                <a:latin typeface="+mn-lt"/>
              </a:rPr>
              <a:t>Step 8: Evaluate Project Success</a:t>
            </a:r>
          </a:p>
          <a:p>
            <a:pPr>
              <a:lnSpc>
                <a:spcPct val="150000"/>
              </a:lnSpc>
            </a:pPr>
            <a:r>
              <a:rPr lang="en-US" sz="2800" dirty="0">
                <a:latin typeface="+mn-lt"/>
              </a:rPr>
              <a:t>Check regularly:</a:t>
            </a:r>
          </a:p>
          <a:p>
            <a:pPr marL="914400" lvl="1" indent="-457200">
              <a:lnSpc>
                <a:spcPct val="150000"/>
              </a:lnSpc>
              <a:buFont typeface="Arial" panose="020B0604020202020204" pitchFamily="34" charset="0"/>
              <a:buChar char="•"/>
            </a:pPr>
            <a:r>
              <a:rPr lang="en-US" sz="2800" dirty="0">
                <a:latin typeface="+mn-lt"/>
              </a:rPr>
              <a:t>Is the project meeting objectives? </a:t>
            </a:r>
          </a:p>
          <a:p>
            <a:pPr marL="914400" lvl="1" indent="-457200">
              <a:lnSpc>
                <a:spcPct val="150000"/>
              </a:lnSpc>
              <a:buFont typeface="Arial" panose="020B0604020202020204" pitchFamily="34" charset="0"/>
              <a:buChar char="•"/>
            </a:pPr>
            <a:r>
              <a:rPr lang="en-US" sz="2800" dirty="0">
                <a:latin typeface="+mn-lt"/>
              </a:rPr>
              <a:t>Are customers satisfied? </a:t>
            </a:r>
          </a:p>
          <a:p>
            <a:pPr marL="914400" lvl="1" indent="-457200">
              <a:lnSpc>
                <a:spcPct val="150000"/>
              </a:lnSpc>
              <a:buFont typeface="Arial" panose="020B0604020202020204" pitchFamily="34" charset="0"/>
              <a:buChar char="•"/>
            </a:pPr>
            <a:r>
              <a:rPr lang="en-US" sz="2800" dirty="0">
                <a:latin typeface="+mn-lt"/>
              </a:rPr>
              <a:t>Does the strategy need improvement? </a:t>
            </a:r>
          </a:p>
        </p:txBody>
      </p:sp>
    </p:spTree>
    <p:extLst>
      <p:ext uri="{BB962C8B-B14F-4D97-AF65-F5344CB8AC3E}">
        <p14:creationId xmlns:p14="http://schemas.microsoft.com/office/powerpoint/2010/main" val="20036130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D7F0A-F34F-BEA2-F6EA-39563575301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B4C54DF-74D6-88F4-0650-58C64B5B50F3}"/>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890BC8C-C6E2-6CDA-0F49-0C6A72439A8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5786696-84A3-F106-3E42-171DE0FD24D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40</a:t>
            </a:fld>
            <a:endParaRPr lang="en-US" altLang="en-US" sz="900">
              <a:solidFill>
                <a:srgbClr val="FFFFFF"/>
              </a:solidFill>
            </a:endParaRPr>
          </a:p>
        </p:txBody>
      </p:sp>
      <p:pic>
        <p:nvPicPr>
          <p:cNvPr id="22534" name="Picture 5">
            <a:extLst>
              <a:ext uri="{FF2B5EF4-FFF2-40B4-BE49-F238E27FC236}">
                <a16:creationId xmlns:a16="http://schemas.microsoft.com/office/drawing/2014/main" id="{2E608F6A-D71A-9D1B-7F4E-BFDF218ED6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20E942D-1C50-C257-CA12-B775C7DED08D}"/>
              </a:ext>
            </a:extLst>
          </p:cNvPr>
          <p:cNvSpPr txBox="1"/>
          <p:nvPr/>
        </p:nvSpPr>
        <p:spPr>
          <a:xfrm>
            <a:off x="0" y="369172"/>
            <a:ext cx="9144000" cy="6488828"/>
          </a:xfrm>
          <a:prstGeom prst="rect">
            <a:avLst/>
          </a:prstGeom>
          <a:solidFill>
            <a:schemeClr val="bg1"/>
          </a:solidFill>
        </p:spPr>
        <p:txBody>
          <a:bodyPr wrap="square">
            <a:spAutoFit/>
          </a:bodyPr>
          <a:lstStyle/>
          <a:p>
            <a:pPr>
              <a:lnSpc>
                <a:spcPct val="150000"/>
              </a:lnSpc>
            </a:pPr>
            <a:r>
              <a:rPr lang="en-US" sz="2800" b="1" dirty="0">
                <a:latin typeface="+mn-lt"/>
              </a:rPr>
              <a:t>Simple Overall Summary</a:t>
            </a:r>
          </a:p>
          <a:p>
            <a:pPr>
              <a:lnSpc>
                <a:spcPct val="150000"/>
              </a:lnSpc>
            </a:pPr>
            <a:r>
              <a:rPr lang="en-US" sz="2800" dirty="0">
                <a:latin typeface="+mn-lt"/>
              </a:rPr>
              <a:t>A Project Implementation Plan helps teams:</a:t>
            </a:r>
          </a:p>
          <a:p>
            <a:pPr marL="914400" lvl="1" indent="-457200">
              <a:lnSpc>
                <a:spcPct val="150000"/>
              </a:lnSpc>
              <a:buFont typeface="Arial" panose="020B0604020202020204" pitchFamily="34" charset="0"/>
              <a:buChar char="•"/>
            </a:pPr>
            <a:r>
              <a:rPr lang="en-US" sz="2800" dirty="0">
                <a:latin typeface="+mn-lt"/>
              </a:rPr>
              <a:t>Organize work </a:t>
            </a:r>
          </a:p>
          <a:p>
            <a:pPr marL="914400" lvl="1" indent="-457200">
              <a:lnSpc>
                <a:spcPct val="150000"/>
              </a:lnSpc>
              <a:buFont typeface="Arial" panose="020B0604020202020204" pitchFamily="34" charset="0"/>
              <a:buChar char="•"/>
            </a:pPr>
            <a:r>
              <a:rPr lang="en-US" sz="2800" dirty="0">
                <a:latin typeface="+mn-lt"/>
              </a:rPr>
              <a:t>Set goals </a:t>
            </a:r>
          </a:p>
          <a:p>
            <a:pPr marL="914400" lvl="1" indent="-457200">
              <a:lnSpc>
                <a:spcPct val="150000"/>
              </a:lnSpc>
              <a:buFont typeface="Arial" panose="020B0604020202020204" pitchFamily="34" charset="0"/>
              <a:buChar char="•"/>
            </a:pPr>
            <a:r>
              <a:rPr lang="en-US" sz="2800" dirty="0">
                <a:latin typeface="+mn-lt"/>
              </a:rPr>
              <a:t>Manage time </a:t>
            </a:r>
          </a:p>
          <a:p>
            <a:pPr marL="914400" lvl="1" indent="-457200">
              <a:lnSpc>
                <a:spcPct val="150000"/>
              </a:lnSpc>
              <a:buFont typeface="Arial" panose="020B0604020202020204" pitchFamily="34" charset="0"/>
              <a:buChar char="•"/>
            </a:pPr>
            <a:r>
              <a:rPr lang="en-US" sz="2800" dirty="0">
                <a:latin typeface="+mn-lt"/>
              </a:rPr>
              <a:t>Use resources properly </a:t>
            </a:r>
          </a:p>
          <a:p>
            <a:pPr marL="914400" lvl="1" indent="-457200">
              <a:lnSpc>
                <a:spcPct val="150000"/>
              </a:lnSpc>
              <a:buFont typeface="Arial" panose="020B0604020202020204" pitchFamily="34" charset="0"/>
              <a:buChar char="•"/>
            </a:pPr>
            <a:r>
              <a:rPr lang="en-US" sz="2800" dirty="0">
                <a:latin typeface="+mn-lt"/>
              </a:rPr>
              <a:t>Reduce risks </a:t>
            </a:r>
          </a:p>
          <a:p>
            <a:pPr marL="914400" lvl="1" indent="-457200">
              <a:lnSpc>
                <a:spcPct val="150000"/>
              </a:lnSpc>
              <a:buFont typeface="Arial" panose="020B0604020202020204" pitchFamily="34" charset="0"/>
              <a:buChar char="•"/>
            </a:pPr>
            <a:r>
              <a:rPr lang="en-US" sz="2800" dirty="0">
                <a:latin typeface="+mn-lt"/>
              </a:rPr>
              <a:t>Track progress </a:t>
            </a:r>
          </a:p>
          <a:p>
            <a:pPr marL="914400" lvl="1" indent="-457200">
              <a:lnSpc>
                <a:spcPct val="150000"/>
              </a:lnSpc>
              <a:buFont typeface="Arial" panose="020B0604020202020204" pitchFamily="34" charset="0"/>
              <a:buChar char="•"/>
            </a:pPr>
            <a:r>
              <a:rPr lang="en-US" sz="2800" dirty="0">
                <a:latin typeface="+mn-lt"/>
              </a:rPr>
              <a:t>Achieve project success </a:t>
            </a:r>
          </a:p>
          <a:p>
            <a:pPr>
              <a:lnSpc>
                <a:spcPct val="150000"/>
              </a:lnSpc>
            </a:pPr>
            <a:r>
              <a:rPr lang="en-US" sz="2800" dirty="0">
                <a:latin typeface="+mn-lt"/>
              </a:rPr>
              <a:t>It is an important tool for successful project management.</a:t>
            </a:r>
          </a:p>
        </p:txBody>
      </p:sp>
    </p:spTree>
    <p:extLst>
      <p:ext uri="{BB962C8B-B14F-4D97-AF65-F5344CB8AC3E}">
        <p14:creationId xmlns:p14="http://schemas.microsoft.com/office/powerpoint/2010/main" val="36531355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FF8DD-1F67-5044-9D22-5EEFEF3E5C6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E5FCE8A-6C33-9232-6910-900FE12BDF7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4AF68A7-ECFC-13FE-278F-21718747164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78C0289-BCFB-7208-FED4-EC4D613ECFF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41</a:t>
            </a:fld>
            <a:endParaRPr lang="en-US" altLang="en-US" sz="900">
              <a:solidFill>
                <a:srgbClr val="FFFFFF"/>
              </a:solidFill>
            </a:endParaRPr>
          </a:p>
        </p:txBody>
      </p:sp>
      <p:pic>
        <p:nvPicPr>
          <p:cNvPr id="22534" name="Picture 5">
            <a:extLst>
              <a:ext uri="{FF2B5EF4-FFF2-40B4-BE49-F238E27FC236}">
                <a16:creationId xmlns:a16="http://schemas.microsoft.com/office/drawing/2014/main" id="{F06668E9-62D7-0F36-79BD-328D5C263E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4FAF126-A5F6-A87C-86FE-A9FF84D0B4EE}"/>
              </a:ext>
            </a:extLst>
          </p:cNvPr>
          <p:cNvSpPr txBox="1"/>
          <p:nvPr/>
        </p:nvSpPr>
        <p:spPr>
          <a:xfrm>
            <a:off x="0" y="369172"/>
            <a:ext cx="9144000" cy="5842497"/>
          </a:xfrm>
          <a:prstGeom prst="rect">
            <a:avLst/>
          </a:prstGeom>
          <a:solidFill>
            <a:schemeClr val="bg1"/>
          </a:solidFill>
        </p:spPr>
        <p:txBody>
          <a:bodyPr wrap="square">
            <a:spAutoFit/>
          </a:bodyPr>
          <a:lstStyle/>
          <a:p>
            <a:pPr>
              <a:lnSpc>
                <a:spcPct val="150000"/>
              </a:lnSpc>
            </a:pPr>
            <a:r>
              <a:rPr lang="en-US" sz="2800" b="1" dirty="0">
                <a:latin typeface="+mn-lt"/>
              </a:rPr>
              <a:t>Discussion Questions</a:t>
            </a:r>
          </a:p>
          <a:p>
            <a:pPr>
              <a:lnSpc>
                <a:spcPct val="150000"/>
              </a:lnSpc>
            </a:pPr>
            <a:r>
              <a:rPr lang="en-US" sz="2800" b="1" dirty="0">
                <a:latin typeface="+mn-lt"/>
              </a:rPr>
              <a:t>Question 1</a:t>
            </a:r>
          </a:p>
          <a:p>
            <a:pPr>
              <a:lnSpc>
                <a:spcPct val="150000"/>
              </a:lnSpc>
            </a:pPr>
            <a:r>
              <a:rPr lang="en-US" sz="2800" b="1" dirty="0">
                <a:latin typeface="+mn-lt"/>
              </a:rPr>
              <a:t>What is a Project Implementation Plan (PIP)?</a:t>
            </a:r>
          </a:p>
          <a:p>
            <a:pPr>
              <a:lnSpc>
                <a:spcPct val="150000"/>
              </a:lnSpc>
            </a:pPr>
            <a:r>
              <a:rPr lang="en-US" sz="2800" dirty="0">
                <a:latin typeface="+mn-lt"/>
              </a:rPr>
              <a:t>A PIP is a detailed guide that explains how a project will be completed.</a:t>
            </a:r>
          </a:p>
          <a:p>
            <a:pPr>
              <a:lnSpc>
                <a:spcPct val="150000"/>
              </a:lnSpc>
            </a:pPr>
            <a:r>
              <a:rPr lang="en-US" sz="2800" b="1" dirty="0">
                <a:latin typeface="+mn-lt"/>
              </a:rPr>
              <a:t>Question 2</a:t>
            </a:r>
          </a:p>
          <a:p>
            <a:pPr>
              <a:lnSpc>
                <a:spcPct val="150000"/>
              </a:lnSpc>
            </a:pPr>
            <a:r>
              <a:rPr lang="en-US" sz="2800" b="1" dirty="0">
                <a:latin typeface="+mn-lt"/>
              </a:rPr>
              <a:t>Why is a Project Implementation Plan important?</a:t>
            </a:r>
          </a:p>
          <a:p>
            <a:pPr>
              <a:lnSpc>
                <a:spcPct val="150000"/>
              </a:lnSpc>
            </a:pPr>
            <a:r>
              <a:rPr lang="en-US" sz="2800" dirty="0">
                <a:latin typeface="+mn-lt"/>
              </a:rPr>
              <a:t>It helps the team stay organized, manage time, reduce risks, and achieve project goals</a:t>
            </a:r>
          </a:p>
        </p:txBody>
      </p:sp>
    </p:spTree>
    <p:extLst>
      <p:ext uri="{BB962C8B-B14F-4D97-AF65-F5344CB8AC3E}">
        <p14:creationId xmlns:p14="http://schemas.microsoft.com/office/powerpoint/2010/main" val="276893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1000"/>
                                        <p:tgtEl>
                                          <p:spTgt spid="5">
                                            <p:txEl>
                                              <p:pRg st="3" end="3"/>
                                            </p:txEl>
                                          </p:spTgt>
                                        </p:tgtEl>
                                      </p:cBhvr>
                                    </p:animEffect>
                                    <p:anim calcmode="lin" valueType="num">
                                      <p:cBhvr>
                                        <p:cTn id="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6" end="6"/>
                                            </p:txEl>
                                          </p:spTgt>
                                        </p:tgtEl>
                                        <p:attrNameLst>
                                          <p:attrName>style.visibility</p:attrName>
                                        </p:attrNameLst>
                                      </p:cBhvr>
                                      <p:to>
                                        <p:strVal val="visible"/>
                                      </p:to>
                                    </p:set>
                                    <p:animEffect transition="in" filter="fade">
                                      <p:cBhvr>
                                        <p:cTn id="12" dur="1000"/>
                                        <p:tgtEl>
                                          <p:spTgt spid="5">
                                            <p:txEl>
                                              <p:pRg st="6" end="6"/>
                                            </p:txEl>
                                          </p:spTgt>
                                        </p:tgtEl>
                                      </p:cBhvr>
                                    </p:animEffect>
                                    <p:anim calcmode="lin" valueType="num">
                                      <p:cBhvr>
                                        <p:cTn id="1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DCD2E-AAED-F931-91C1-D3D031CED54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38E0703-E8AD-A0B7-4629-5B406206BEB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F56FCF8A-0CA1-DF7A-CD7F-A368BB9EF13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69CD947-8C8F-5ED8-E108-D531AC7FD1F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42</a:t>
            </a:fld>
            <a:endParaRPr lang="en-US" altLang="en-US" sz="900">
              <a:solidFill>
                <a:srgbClr val="FFFFFF"/>
              </a:solidFill>
            </a:endParaRPr>
          </a:p>
        </p:txBody>
      </p:sp>
      <p:pic>
        <p:nvPicPr>
          <p:cNvPr id="22534" name="Picture 5">
            <a:extLst>
              <a:ext uri="{FF2B5EF4-FFF2-40B4-BE49-F238E27FC236}">
                <a16:creationId xmlns:a16="http://schemas.microsoft.com/office/drawing/2014/main" id="{01542F96-0CB4-2957-E881-2B6657197D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E002AB7-23D9-6E88-74E6-7A1692B92727}"/>
              </a:ext>
            </a:extLst>
          </p:cNvPr>
          <p:cNvSpPr txBox="1"/>
          <p:nvPr/>
        </p:nvSpPr>
        <p:spPr>
          <a:xfrm>
            <a:off x="0" y="369172"/>
            <a:ext cx="9144000" cy="6133859"/>
          </a:xfrm>
          <a:prstGeom prst="rect">
            <a:avLst/>
          </a:prstGeom>
          <a:solidFill>
            <a:schemeClr val="bg1"/>
          </a:solidFill>
        </p:spPr>
        <p:txBody>
          <a:bodyPr wrap="square">
            <a:spAutoFit/>
          </a:bodyPr>
          <a:lstStyle/>
          <a:p>
            <a:pPr>
              <a:lnSpc>
                <a:spcPct val="150000"/>
              </a:lnSpc>
            </a:pPr>
            <a:r>
              <a:rPr lang="en-US" sz="2200" b="1" dirty="0">
                <a:latin typeface="+mn-lt"/>
              </a:rPr>
              <a:t>Question 3</a:t>
            </a:r>
          </a:p>
          <a:p>
            <a:pPr>
              <a:lnSpc>
                <a:spcPct val="150000"/>
              </a:lnSpc>
            </a:pPr>
            <a:r>
              <a:rPr lang="en-US" sz="2200" b="1" dirty="0">
                <a:latin typeface="+mn-lt"/>
              </a:rPr>
              <a:t>What is the difference between a goal and an objective?</a:t>
            </a:r>
          </a:p>
          <a:p>
            <a:pPr>
              <a:lnSpc>
                <a:spcPct val="150000"/>
              </a:lnSpc>
            </a:pPr>
            <a:r>
              <a:rPr lang="en-US" sz="2200" dirty="0">
                <a:latin typeface="+mn-lt"/>
              </a:rPr>
              <a:t>A goal is the main result of the project, while objectives are smaller steps used to achieve the goal.</a:t>
            </a:r>
          </a:p>
          <a:p>
            <a:pPr>
              <a:lnSpc>
                <a:spcPct val="150000"/>
              </a:lnSpc>
            </a:pPr>
            <a:r>
              <a:rPr lang="en-US" sz="2200" b="1" dirty="0">
                <a:latin typeface="+mn-lt"/>
              </a:rPr>
              <a:t>Question 4</a:t>
            </a:r>
          </a:p>
          <a:p>
            <a:pPr>
              <a:lnSpc>
                <a:spcPct val="150000"/>
              </a:lnSpc>
            </a:pPr>
            <a:r>
              <a:rPr lang="en-US" sz="2200" b="1" dirty="0">
                <a:latin typeface="+mn-lt"/>
              </a:rPr>
              <a:t>What does SMART mean in project planning?</a:t>
            </a:r>
          </a:p>
          <a:p>
            <a:pPr>
              <a:lnSpc>
                <a:spcPct val="150000"/>
              </a:lnSpc>
            </a:pPr>
            <a:r>
              <a:rPr lang="en-US" sz="2200" dirty="0">
                <a:latin typeface="+mn-lt"/>
              </a:rPr>
              <a:t>SMART means:</a:t>
            </a:r>
          </a:p>
          <a:p>
            <a:pPr marL="800100" lvl="1" indent="-342900">
              <a:lnSpc>
                <a:spcPct val="150000"/>
              </a:lnSpc>
              <a:buFont typeface="Arial" panose="020B0604020202020204" pitchFamily="34" charset="0"/>
              <a:buChar char="•"/>
            </a:pPr>
            <a:r>
              <a:rPr lang="en-US" sz="2200" dirty="0">
                <a:latin typeface="+mn-lt"/>
              </a:rPr>
              <a:t>Specific </a:t>
            </a:r>
          </a:p>
          <a:p>
            <a:pPr marL="800100" lvl="1" indent="-342900">
              <a:lnSpc>
                <a:spcPct val="150000"/>
              </a:lnSpc>
              <a:buFont typeface="Arial" panose="020B0604020202020204" pitchFamily="34" charset="0"/>
              <a:buChar char="•"/>
            </a:pPr>
            <a:r>
              <a:rPr lang="en-US" sz="2200" dirty="0">
                <a:latin typeface="+mn-lt"/>
              </a:rPr>
              <a:t>Measurable </a:t>
            </a:r>
          </a:p>
          <a:p>
            <a:pPr marL="800100" lvl="1" indent="-342900">
              <a:lnSpc>
                <a:spcPct val="150000"/>
              </a:lnSpc>
              <a:buFont typeface="Arial" panose="020B0604020202020204" pitchFamily="34" charset="0"/>
              <a:buChar char="•"/>
            </a:pPr>
            <a:r>
              <a:rPr lang="en-US" sz="2200" dirty="0">
                <a:latin typeface="+mn-lt"/>
              </a:rPr>
              <a:t>Attainable </a:t>
            </a:r>
          </a:p>
          <a:p>
            <a:pPr marL="800100" lvl="1" indent="-342900">
              <a:lnSpc>
                <a:spcPct val="150000"/>
              </a:lnSpc>
              <a:buFont typeface="Arial" panose="020B0604020202020204" pitchFamily="34" charset="0"/>
              <a:buChar char="•"/>
            </a:pPr>
            <a:r>
              <a:rPr lang="en-US" sz="2200" dirty="0">
                <a:latin typeface="+mn-lt"/>
              </a:rPr>
              <a:t>Realistic </a:t>
            </a:r>
          </a:p>
          <a:p>
            <a:pPr marL="800100" lvl="1" indent="-342900">
              <a:lnSpc>
                <a:spcPct val="150000"/>
              </a:lnSpc>
              <a:buFont typeface="Arial" panose="020B0604020202020204" pitchFamily="34" charset="0"/>
              <a:buChar char="•"/>
            </a:pPr>
            <a:r>
              <a:rPr lang="en-US" sz="2200" dirty="0">
                <a:latin typeface="+mn-lt"/>
              </a:rPr>
              <a:t>Time-bound</a:t>
            </a:r>
          </a:p>
        </p:txBody>
      </p:sp>
    </p:spTree>
    <p:extLst>
      <p:ext uri="{BB962C8B-B14F-4D97-AF65-F5344CB8AC3E}">
        <p14:creationId xmlns:p14="http://schemas.microsoft.com/office/powerpoint/2010/main" val="3284703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fade">
                                      <p:cBhvr>
                                        <p:cTn id="17" dur="1000"/>
                                        <p:tgtEl>
                                          <p:spTgt spid="5">
                                            <p:txEl>
                                              <p:pRg st="6" end="6"/>
                                            </p:txEl>
                                          </p:spTgt>
                                        </p:tgtEl>
                                      </p:cBhvr>
                                    </p:animEffect>
                                    <p:anim calcmode="lin" valueType="num">
                                      <p:cBhvr>
                                        <p:cTn id="1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7" end="7"/>
                                            </p:txEl>
                                          </p:spTgt>
                                        </p:tgtEl>
                                        <p:attrNameLst>
                                          <p:attrName>style.visibility</p:attrName>
                                        </p:attrNameLst>
                                      </p:cBhvr>
                                      <p:to>
                                        <p:strVal val="visible"/>
                                      </p:to>
                                    </p:set>
                                    <p:animEffect transition="in" filter="fade">
                                      <p:cBhvr>
                                        <p:cTn id="22" dur="1000"/>
                                        <p:tgtEl>
                                          <p:spTgt spid="5">
                                            <p:txEl>
                                              <p:pRg st="7" end="7"/>
                                            </p:txEl>
                                          </p:spTgt>
                                        </p:tgtEl>
                                      </p:cBhvr>
                                    </p:animEffect>
                                    <p:anim calcmode="lin" valueType="num">
                                      <p:cBhvr>
                                        <p:cTn id="2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7" end="7"/>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fade">
                                      <p:cBhvr>
                                        <p:cTn id="27" dur="1000"/>
                                        <p:tgtEl>
                                          <p:spTgt spid="5">
                                            <p:txEl>
                                              <p:pRg st="8" end="8"/>
                                            </p:txEl>
                                          </p:spTgt>
                                        </p:tgtEl>
                                      </p:cBhvr>
                                    </p:animEffect>
                                    <p:anim calcmode="lin" valueType="num">
                                      <p:cBhvr>
                                        <p:cTn id="28"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8" end="8"/>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fade">
                                      <p:cBhvr>
                                        <p:cTn id="32" dur="1000"/>
                                        <p:tgtEl>
                                          <p:spTgt spid="5">
                                            <p:txEl>
                                              <p:pRg st="9" end="9"/>
                                            </p:txEl>
                                          </p:spTgt>
                                        </p:tgtEl>
                                      </p:cBhvr>
                                    </p:animEffect>
                                    <p:anim calcmode="lin" valueType="num">
                                      <p:cBhvr>
                                        <p:cTn id="33"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9" end="9"/>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fade">
                                      <p:cBhvr>
                                        <p:cTn id="37" dur="1000"/>
                                        <p:tgtEl>
                                          <p:spTgt spid="5">
                                            <p:txEl>
                                              <p:pRg st="10" end="10"/>
                                            </p:txEl>
                                          </p:spTgt>
                                        </p:tgtEl>
                                      </p:cBhvr>
                                    </p:animEffect>
                                    <p:anim calcmode="lin" valueType="num">
                                      <p:cBhvr>
                                        <p:cTn id="38"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504A1-23F1-20C8-77C4-9D147022CB4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1502F25-56D9-5588-C4D9-3D9E0DEE8C9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34E298A-EADC-0C88-743F-4DA946C2D58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93B6007-88E0-4739-9CBC-AFB90D5E391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43</a:t>
            </a:fld>
            <a:endParaRPr lang="en-US" altLang="en-US" sz="900">
              <a:solidFill>
                <a:srgbClr val="FFFFFF"/>
              </a:solidFill>
            </a:endParaRPr>
          </a:p>
        </p:txBody>
      </p:sp>
      <p:pic>
        <p:nvPicPr>
          <p:cNvPr id="22534" name="Picture 5">
            <a:extLst>
              <a:ext uri="{FF2B5EF4-FFF2-40B4-BE49-F238E27FC236}">
                <a16:creationId xmlns:a16="http://schemas.microsoft.com/office/drawing/2014/main" id="{92A88A2E-0BAA-9B42-07E0-279CAC9B94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8D8E2E1-E381-9190-BFCA-73FA960C0057}"/>
              </a:ext>
            </a:extLst>
          </p:cNvPr>
          <p:cNvSpPr txBox="1"/>
          <p:nvPr/>
        </p:nvSpPr>
        <p:spPr>
          <a:xfrm>
            <a:off x="0" y="369172"/>
            <a:ext cx="9144000" cy="5196166"/>
          </a:xfrm>
          <a:prstGeom prst="rect">
            <a:avLst/>
          </a:prstGeom>
          <a:solidFill>
            <a:schemeClr val="bg1"/>
          </a:solidFill>
        </p:spPr>
        <p:txBody>
          <a:bodyPr wrap="square">
            <a:spAutoFit/>
          </a:bodyPr>
          <a:lstStyle/>
          <a:p>
            <a:pPr>
              <a:lnSpc>
                <a:spcPct val="150000"/>
              </a:lnSpc>
            </a:pPr>
            <a:r>
              <a:rPr lang="en-US" sz="2800" b="1" dirty="0">
                <a:latin typeface="+mn-lt"/>
              </a:rPr>
              <a:t>Question 5</a:t>
            </a:r>
          </a:p>
          <a:p>
            <a:pPr>
              <a:lnSpc>
                <a:spcPct val="150000"/>
              </a:lnSpc>
            </a:pPr>
            <a:r>
              <a:rPr lang="en-US" sz="2800" b="1" dirty="0">
                <a:latin typeface="+mn-lt"/>
              </a:rPr>
              <a:t>Why is risk analysis important?</a:t>
            </a:r>
          </a:p>
          <a:p>
            <a:pPr>
              <a:lnSpc>
                <a:spcPct val="150000"/>
              </a:lnSpc>
            </a:pPr>
            <a:r>
              <a:rPr lang="en-US" sz="2800" dirty="0">
                <a:latin typeface="+mn-lt"/>
              </a:rPr>
              <a:t>It helps the team prepare for possible problems before they happen.</a:t>
            </a:r>
          </a:p>
          <a:p>
            <a:pPr>
              <a:lnSpc>
                <a:spcPct val="150000"/>
              </a:lnSpc>
            </a:pPr>
            <a:r>
              <a:rPr lang="en-US" sz="2800" b="1" dirty="0">
                <a:latin typeface="+mn-lt"/>
              </a:rPr>
              <a:t>Question 6</a:t>
            </a:r>
          </a:p>
          <a:p>
            <a:pPr>
              <a:lnSpc>
                <a:spcPct val="150000"/>
              </a:lnSpc>
            </a:pPr>
            <a:r>
              <a:rPr lang="en-US" sz="2800" b="1" dirty="0">
                <a:latin typeface="+mn-lt"/>
              </a:rPr>
              <a:t>What are project resources?</a:t>
            </a:r>
          </a:p>
          <a:p>
            <a:pPr>
              <a:lnSpc>
                <a:spcPct val="150000"/>
              </a:lnSpc>
            </a:pPr>
            <a:r>
              <a:rPr lang="en-US" sz="2800" dirty="0">
                <a:latin typeface="+mn-lt"/>
              </a:rPr>
              <a:t>Resources are the people, materials, equipment, money, and tools needed for the project.</a:t>
            </a:r>
          </a:p>
        </p:txBody>
      </p:sp>
    </p:spTree>
    <p:extLst>
      <p:ext uri="{BB962C8B-B14F-4D97-AF65-F5344CB8AC3E}">
        <p14:creationId xmlns:p14="http://schemas.microsoft.com/office/powerpoint/2010/main" val="2071982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07E9B-C38E-DF60-4407-E6CB3473455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9A00433-E3F2-06B8-8BE3-A113E2F31B35}"/>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659E0D9-77E4-7FE6-585A-BB3E37BBDC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2DCC297-B1DD-BA7B-24F8-46FE068A999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44</a:t>
            </a:fld>
            <a:endParaRPr lang="en-US" altLang="en-US" sz="900">
              <a:solidFill>
                <a:srgbClr val="FFFFFF"/>
              </a:solidFill>
            </a:endParaRPr>
          </a:p>
        </p:txBody>
      </p:sp>
      <p:pic>
        <p:nvPicPr>
          <p:cNvPr id="22534" name="Picture 5">
            <a:extLst>
              <a:ext uri="{FF2B5EF4-FFF2-40B4-BE49-F238E27FC236}">
                <a16:creationId xmlns:a16="http://schemas.microsoft.com/office/drawing/2014/main" id="{15F3CA11-43D0-CC66-BA14-180E39812C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DD388B6-6163-EE61-47EC-2A02C2EAA95E}"/>
              </a:ext>
            </a:extLst>
          </p:cNvPr>
          <p:cNvSpPr txBox="1"/>
          <p:nvPr/>
        </p:nvSpPr>
        <p:spPr>
          <a:xfrm>
            <a:off x="0" y="369172"/>
            <a:ext cx="9144000" cy="5196166"/>
          </a:xfrm>
          <a:prstGeom prst="rect">
            <a:avLst/>
          </a:prstGeom>
          <a:solidFill>
            <a:schemeClr val="bg1"/>
          </a:solidFill>
        </p:spPr>
        <p:txBody>
          <a:bodyPr wrap="square">
            <a:spAutoFit/>
          </a:bodyPr>
          <a:lstStyle/>
          <a:p>
            <a:pPr>
              <a:lnSpc>
                <a:spcPct val="150000"/>
              </a:lnSpc>
            </a:pPr>
            <a:r>
              <a:rPr lang="en-US" sz="2800" b="1" dirty="0">
                <a:latin typeface="+mn-lt"/>
              </a:rPr>
              <a:t>Question 7</a:t>
            </a:r>
          </a:p>
          <a:p>
            <a:pPr>
              <a:lnSpc>
                <a:spcPct val="150000"/>
              </a:lnSpc>
            </a:pPr>
            <a:r>
              <a:rPr lang="en-US" sz="2800" b="1" dirty="0">
                <a:latin typeface="+mn-lt"/>
              </a:rPr>
              <a:t>What is a milestone in a project?</a:t>
            </a:r>
          </a:p>
          <a:p>
            <a:pPr>
              <a:lnSpc>
                <a:spcPct val="150000"/>
              </a:lnSpc>
            </a:pPr>
            <a:r>
              <a:rPr lang="en-US" sz="2800" dirty="0">
                <a:latin typeface="+mn-lt"/>
              </a:rPr>
              <a:t>A milestone is an important achievement or stage in the project.</a:t>
            </a:r>
          </a:p>
          <a:p>
            <a:pPr>
              <a:lnSpc>
                <a:spcPct val="150000"/>
              </a:lnSpc>
            </a:pPr>
            <a:r>
              <a:rPr lang="en-US" sz="2800" b="1" dirty="0">
                <a:latin typeface="+mn-lt"/>
              </a:rPr>
              <a:t>Question 8</a:t>
            </a:r>
          </a:p>
          <a:p>
            <a:pPr>
              <a:lnSpc>
                <a:spcPct val="150000"/>
              </a:lnSpc>
            </a:pPr>
            <a:r>
              <a:rPr lang="en-US" sz="2800" b="1" dirty="0">
                <a:latin typeface="+mn-lt"/>
              </a:rPr>
              <a:t>Why should tasks have deadlines?</a:t>
            </a:r>
          </a:p>
          <a:p>
            <a:pPr>
              <a:lnSpc>
                <a:spcPct val="150000"/>
              </a:lnSpc>
            </a:pPr>
            <a:r>
              <a:rPr lang="en-US" sz="2800" dirty="0">
                <a:latin typeface="+mn-lt"/>
              </a:rPr>
              <a:t>Deadlines help the team finish work on time and stay productive.</a:t>
            </a:r>
          </a:p>
        </p:txBody>
      </p:sp>
    </p:spTree>
    <p:extLst>
      <p:ext uri="{BB962C8B-B14F-4D97-AF65-F5344CB8AC3E}">
        <p14:creationId xmlns:p14="http://schemas.microsoft.com/office/powerpoint/2010/main" val="2284320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4D802-8B87-0BAD-1C33-1297D1D6804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04DD1A8-69EF-6837-FF1B-AEC19D690D8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6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332C23F-B4F4-7E96-47CC-CA7368C0F58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A39B623-7DBF-4ADC-7C14-CB29BB7A054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45</a:t>
            </a:fld>
            <a:endParaRPr lang="en-US" altLang="en-US" sz="900">
              <a:solidFill>
                <a:srgbClr val="FFFFFF"/>
              </a:solidFill>
            </a:endParaRPr>
          </a:p>
        </p:txBody>
      </p:sp>
      <p:pic>
        <p:nvPicPr>
          <p:cNvPr id="22534" name="Picture 5">
            <a:extLst>
              <a:ext uri="{FF2B5EF4-FFF2-40B4-BE49-F238E27FC236}">
                <a16:creationId xmlns:a16="http://schemas.microsoft.com/office/drawing/2014/main" id="{421BC711-33DB-9873-FC48-FEB033E77F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4CB3C01-1115-DC13-71A3-199488F3205D}"/>
              </a:ext>
            </a:extLst>
          </p:cNvPr>
          <p:cNvSpPr txBox="1"/>
          <p:nvPr/>
        </p:nvSpPr>
        <p:spPr>
          <a:xfrm>
            <a:off x="0" y="369172"/>
            <a:ext cx="9144000" cy="5196166"/>
          </a:xfrm>
          <a:prstGeom prst="rect">
            <a:avLst/>
          </a:prstGeom>
          <a:solidFill>
            <a:schemeClr val="bg1"/>
          </a:solidFill>
        </p:spPr>
        <p:txBody>
          <a:bodyPr wrap="square">
            <a:spAutoFit/>
          </a:bodyPr>
          <a:lstStyle/>
          <a:p>
            <a:pPr>
              <a:lnSpc>
                <a:spcPct val="150000"/>
              </a:lnSpc>
            </a:pPr>
            <a:r>
              <a:rPr lang="en-US" sz="2800" b="1" dirty="0">
                <a:latin typeface="+mn-lt"/>
              </a:rPr>
              <a:t>Question 9</a:t>
            </a:r>
          </a:p>
          <a:p>
            <a:pPr>
              <a:lnSpc>
                <a:spcPct val="150000"/>
              </a:lnSpc>
            </a:pPr>
            <a:r>
              <a:rPr lang="en-US" sz="2800" b="1" dirty="0">
                <a:latin typeface="+mn-lt"/>
              </a:rPr>
              <a:t>Why should tasks be assigned based on skills?</a:t>
            </a:r>
          </a:p>
          <a:p>
            <a:pPr>
              <a:lnSpc>
                <a:spcPct val="150000"/>
              </a:lnSpc>
            </a:pPr>
            <a:r>
              <a:rPr lang="en-US" sz="2800" dirty="0">
                <a:latin typeface="+mn-lt"/>
              </a:rPr>
              <a:t>People work better and faster when tasks match their skills and strengths.</a:t>
            </a:r>
          </a:p>
          <a:p>
            <a:pPr>
              <a:lnSpc>
                <a:spcPct val="150000"/>
              </a:lnSpc>
            </a:pPr>
            <a:r>
              <a:rPr lang="en-US" sz="2800" b="1" dirty="0">
                <a:latin typeface="+mn-lt"/>
              </a:rPr>
              <a:t>Question 10</a:t>
            </a:r>
          </a:p>
          <a:p>
            <a:pPr>
              <a:lnSpc>
                <a:spcPct val="150000"/>
              </a:lnSpc>
            </a:pPr>
            <a:r>
              <a:rPr lang="en-US" sz="2800" b="1" dirty="0">
                <a:latin typeface="+mn-lt"/>
              </a:rPr>
              <a:t>How do teams know if a project is successful?</a:t>
            </a:r>
          </a:p>
          <a:p>
            <a:pPr>
              <a:lnSpc>
                <a:spcPct val="150000"/>
              </a:lnSpc>
            </a:pPr>
            <a:r>
              <a:rPr lang="en-US" sz="2800" dirty="0">
                <a:latin typeface="+mn-lt"/>
              </a:rPr>
              <a:t>They compare the project results with the goals and success criteria set at the beginning.</a:t>
            </a:r>
          </a:p>
        </p:txBody>
      </p:sp>
    </p:spTree>
    <p:extLst>
      <p:ext uri="{BB962C8B-B14F-4D97-AF65-F5344CB8AC3E}">
        <p14:creationId xmlns:p14="http://schemas.microsoft.com/office/powerpoint/2010/main" val="3799679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b="1" dirty="0">
                <a:solidFill>
                  <a:srgbClr val="00B0F0"/>
                </a:solidFill>
              </a:rPr>
              <a:t>Week 6 </a:t>
            </a:r>
            <a:r>
              <a:rPr lang="en-US" altLang="zh-CN" b="1" dirty="0">
                <a:solidFill>
                  <a:srgbClr val="00B0F0"/>
                </a:solidFill>
              </a:rPr>
              <a:t>Topics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Introduction to Project Implementation</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Developing an Implementation Plan</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Project Execution</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Project Monitoring and Controlling</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Closing the Project</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46</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052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pPr marL="0" indent="0" algn="just" eaLnBrk="1" hangingPunct="1">
              <a:buClr>
                <a:schemeClr val="hlink"/>
              </a:buClr>
              <a:buNone/>
            </a:pPr>
            <a:r>
              <a:rPr lang="en-AU" sz="3200" dirty="0"/>
              <a:t>Please review this video I will ask you questions.</a:t>
            </a:r>
          </a:p>
          <a:p>
            <a:pPr marL="0" indent="0" algn="just" eaLnBrk="1" hangingPunct="1">
              <a:buClr>
                <a:schemeClr val="hlink"/>
              </a:buClr>
              <a:buNone/>
            </a:pPr>
            <a:r>
              <a:rPr lang="en-AU" sz="3200" dirty="0"/>
              <a:t>How to Successfully Execute a Plan?</a:t>
            </a:r>
            <a:endParaRPr lang="en-AU" altLang="en-US" sz="3200" dirty="0"/>
          </a:p>
          <a:p>
            <a:pPr marL="0" indent="0" algn="just" eaLnBrk="1" hangingPunct="1">
              <a:buClr>
                <a:schemeClr val="hlink"/>
              </a:buClr>
              <a:buNone/>
            </a:pPr>
            <a:endParaRPr lang="en-AU" altLang="en-US" sz="3000" dirty="0"/>
          </a:p>
          <a:p>
            <a:pPr marL="0" indent="0" algn="just" eaLnBrk="1" hangingPunct="1">
              <a:buClr>
                <a:schemeClr val="hlink"/>
              </a:buClr>
              <a:buNone/>
            </a:pPr>
            <a:r>
              <a:rPr lang="en-AU" altLang="en-US" sz="3000" dirty="0">
                <a:highlight>
                  <a:srgbClr val="FFFF00"/>
                </a:highlight>
              </a:rPr>
              <a:t>Y</a:t>
            </a:r>
            <a:r>
              <a:rPr lang="en-US" altLang="zh-CN" sz="3000" dirty="0" err="1">
                <a:highlight>
                  <a:srgbClr val="FFFF00"/>
                </a:highlight>
              </a:rPr>
              <a:t>outube</a:t>
            </a:r>
            <a:r>
              <a:rPr lang="en-US" altLang="zh-CN" sz="3000" dirty="0">
                <a:highlight>
                  <a:srgbClr val="FFFF00"/>
                </a:highlight>
              </a:rPr>
              <a:t>:</a:t>
            </a:r>
          </a:p>
          <a:p>
            <a:pPr marL="0" indent="0" algn="just" eaLnBrk="1" hangingPunct="1">
              <a:buClr>
                <a:schemeClr val="hlink"/>
              </a:buClr>
              <a:buNone/>
            </a:pPr>
            <a:r>
              <a:rPr lang="en-AU" sz="2800" b="1" i="0" dirty="0">
                <a:solidFill>
                  <a:srgbClr val="0F0F0F"/>
                </a:solidFill>
                <a:effectLst/>
                <a:highlight>
                  <a:srgbClr val="FFFFFF"/>
                </a:highlight>
                <a:latin typeface="Roboto" panose="02000000000000000000" pitchFamily="2" charset="0"/>
                <a:hlinkClick r:id="rId2"/>
              </a:rPr>
              <a:t>https://www.youtube.com/watch?v=802yQd8TNf8</a:t>
            </a:r>
            <a:endParaRPr lang="en-AU" sz="2800" b="1" i="0" dirty="0">
              <a:solidFill>
                <a:srgbClr val="0F0F0F"/>
              </a:solidFill>
              <a:effectLst/>
              <a:highlight>
                <a:srgbClr val="FFFFFF"/>
              </a:highlight>
              <a:latin typeface="Roboto" panose="02000000000000000000" pitchFamily="2" charset="0"/>
            </a:endParaRPr>
          </a:p>
          <a:p>
            <a:pPr marL="0" indent="0" algn="just" eaLnBrk="1" hangingPunct="1">
              <a:buClr>
                <a:schemeClr val="hlink"/>
              </a:buClr>
              <a:buNone/>
            </a:pPr>
            <a:endParaRPr lang="en-US" altLang="en-US" sz="3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103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021C0-2D61-7A39-13D2-6E643BB05D8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DBC7E7B-FAE4-4DF7-13EF-172E1EEF015A}"/>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8C9A70FF-154B-5A9B-14A7-9FFA35DF256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F6E31FE2-9C26-FD07-D209-D26B009C331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48</a:t>
            </a:fld>
            <a:endParaRPr lang="en-US" altLang="en-US" sz="900">
              <a:solidFill>
                <a:srgbClr val="FFFFFF"/>
              </a:solidFill>
            </a:endParaRPr>
          </a:p>
        </p:txBody>
      </p:sp>
      <p:pic>
        <p:nvPicPr>
          <p:cNvPr id="23558" name="Picture 5">
            <a:extLst>
              <a:ext uri="{FF2B5EF4-FFF2-40B4-BE49-F238E27FC236}">
                <a16:creationId xmlns:a16="http://schemas.microsoft.com/office/drawing/2014/main" id="{02B9B7F2-5957-9B31-0C45-AE3EA5A710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A84B48A-3CF9-026D-F711-F5F235C1E236}"/>
              </a:ext>
            </a:extLst>
          </p:cNvPr>
          <p:cNvSpPr txBox="1"/>
          <p:nvPr/>
        </p:nvSpPr>
        <p:spPr>
          <a:xfrm>
            <a:off x="0" y="713678"/>
            <a:ext cx="9144000" cy="6031908"/>
          </a:xfrm>
          <a:prstGeom prst="rect">
            <a:avLst/>
          </a:prstGeom>
          <a:solidFill>
            <a:schemeClr val="bg1"/>
          </a:solidFill>
        </p:spPr>
        <p:txBody>
          <a:bodyPr wrap="square">
            <a:spAutoFit/>
          </a:bodyPr>
          <a:lstStyle/>
          <a:p>
            <a:pPr>
              <a:lnSpc>
                <a:spcPct val="150000"/>
              </a:lnSpc>
              <a:buNone/>
            </a:pPr>
            <a:r>
              <a:rPr lang="en-US" sz="2600" b="1" dirty="0">
                <a:latin typeface="+mn-lt"/>
              </a:rPr>
              <a:t>Question 1</a:t>
            </a:r>
          </a:p>
          <a:p>
            <a:pPr>
              <a:lnSpc>
                <a:spcPct val="150000"/>
              </a:lnSpc>
              <a:buNone/>
            </a:pPr>
            <a:r>
              <a:rPr lang="en-US" sz="2600" b="1" dirty="0">
                <a:latin typeface="+mn-lt"/>
              </a:rPr>
              <a:t>What are the four main steps shown in the video?</a:t>
            </a:r>
          </a:p>
          <a:p>
            <a:pPr>
              <a:lnSpc>
                <a:spcPct val="150000"/>
              </a:lnSpc>
              <a:buNone/>
            </a:pPr>
            <a:r>
              <a:rPr lang="en-US" sz="2600" dirty="0">
                <a:latin typeface="+mn-lt"/>
              </a:rPr>
              <a:t>The four main steps are:</a:t>
            </a:r>
          </a:p>
          <a:p>
            <a:pPr marL="971550" lvl="1" indent="-514350">
              <a:lnSpc>
                <a:spcPct val="150000"/>
              </a:lnSpc>
              <a:buFont typeface="+mj-lt"/>
              <a:buAutoNum type="arabicPeriod"/>
            </a:pPr>
            <a:r>
              <a:rPr lang="en-US" sz="2600" dirty="0">
                <a:latin typeface="+mn-lt"/>
              </a:rPr>
              <a:t>Plan </a:t>
            </a:r>
          </a:p>
          <a:p>
            <a:pPr marL="971550" lvl="1" indent="-514350">
              <a:lnSpc>
                <a:spcPct val="150000"/>
              </a:lnSpc>
              <a:buFont typeface="+mj-lt"/>
              <a:buAutoNum type="arabicPeriod"/>
            </a:pPr>
            <a:r>
              <a:rPr lang="en-US" sz="2600" dirty="0">
                <a:latin typeface="+mn-lt"/>
              </a:rPr>
              <a:t>Execute </a:t>
            </a:r>
          </a:p>
          <a:p>
            <a:pPr marL="971550" lvl="1" indent="-514350">
              <a:lnSpc>
                <a:spcPct val="150000"/>
              </a:lnSpc>
              <a:buFont typeface="+mj-lt"/>
              <a:buAutoNum type="arabicPeriod"/>
            </a:pPr>
            <a:r>
              <a:rPr lang="en-US" sz="2600" dirty="0">
                <a:latin typeface="+mn-lt"/>
              </a:rPr>
              <a:t>Monitor </a:t>
            </a:r>
          </a:p>
          <a:p>
            <a:pPr marL="971550" lvl="1" indent="-514350">
              <a:lnSpc>
                <a:spcPct val="150000"/>
              </a:lnSpc>
              <a:buFont typeface="+mj-lt"/>
              <a:buAutoNum type="arabicPeriod"/>
            </a:pPr>
            <a:r>
              <a:rPr lang="en-US" sz="2600" dirty="0">
                <a:latin typeface="+mn-lt"/>
              </a:rPr>
              <a:t>Control </a:t>
            </a:r>
          </a:p>
          <a:p>
            <a:pPr>
              <a:lnSpc>
                <a:spcPct val="150000"/>
              </a:lnSpc>
              <a:buNone/>
            </a:pPr>
            <a:r>
              <a:rPr lang="en-US" sz="2600" b="1" dirty="0">
                <a:latin typeface="+mn-lt"/>
              </a:rPr>
              <a:t>Question 2</a:t>
            </a:r>
          </a:p>
          <a:p>
            <a:pPr>
              <a:lnSpc>
                <a:spcPct val="150000"/>
              </a:lnSpc>
              <a:buNone/>
            </a:pPr>
            <a:r>
              <a:rPr lang="en-US" sz="2600" b="1" dirty="0">
                <a:latin typeface="+mn-lt"/>
              </a:rPr>
              <a:t>What does “execute a plan” mean?</a:t>
            </a:r>
          </a:p>
          <a:p>
            <a:pPr>
              <a:lnSpc>
                <a:spcPct val="150000"/>
              </a:lnSpc>
              <a:buNone/>
            </a:pPr>
            <a:r>
              <a:rPr lang="en-US" sz="2600" dirty="0">
                <a:latin typeface="+mn-lt"/>
              </a:rPr>
              <a:t>It means carrying out or doing the planned tasks and activities.</a:t>
            </a:r>
          </a:p>
        </p:txBody>
      </p:sp>
    </p:spTree>
    <p:extLst>
      <p:ext uri="{BB962C8B-B14F-4D97-AF65-F5344CB8AC3E}">
        <p14:creationId xmlns:p14="http://schemas.microsoft.com/office/powerpoint/2010/main" val="1136064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fade">
                                      <p:cBhvr>
                                        <p:cTn id="32" dur="1000"/>
                                        <p:tgtEl>
                                          <p:spTgt spid="5">
                                            <p:txEl>
                                              <p:pRg st="9" end="9"/>
                                            </p:txEl>
                                          </p:spTgt>
                                        </p:tgtEl>
                                      </p:cBhvr>
                                    </p:animEffect>
                                    <p:anim calcmode="lin" valueType="num">
                                      <p:cBhvr>
                                        <p:cTn id="33"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EA106-1BC8-B450-88B3-35484B18129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973DFAA-2CCA-4A43-EFE2-ED67FC228DCF}"/>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A63E219D-BD24-8530-F2DE-A6F59A41E28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F760F14-8BEC-D5BC-4926-78EB793FF64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49</a:t>
            </a:fld>
            <a:endParaRPr lang="en-US" altLang="en-US" sz="900">
              <a:solidFill>
                <a:srgbClr val="FFFFFF"/>
              </a:solidFill>
            </a:endParaRPr>
          </a:p>
        </p:txBody>
      </p:sp>
      <p:pic>
        <p:nvPicPr>
          <p:cNvPr id="23558" name="Picture 5">
            <a:extLst>
              <a:ext uri="{FF2B5EF4-FFF2-40B4-BE49-F238E27FC236}">
                <a16:creationId xmlns:a16="http://schemas.microsoft.com/office/drawing/2014/main" id="{703B7B7A-A22F-F514-82FB-B1F44D1CDC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CCC75E2-101B-2382-E3D9-EBC6956828B5}"/>
              </a:ext>
            </a:extLst>
          </p:cNvPr>
          <p:cNvSpPr txBox="1"/>
          <p:nvPr/>
        </p:nvSpPr>
        <p:spPr>
          <a:xfrm>
            <a:off x="0" y="713678"/>
            <a:ext cx="9144000" cy="4549835"/>
          </a:xfrm>
          <a:prstGeom prst="rect">
            <a:avLst/>
          </a:prstGeom>
          <a:solidFill>
            <a:schemeClr val="bg1"/>
          </a:solidFill>
        </p:spPr>
        <p:txBody>
          <a:bodyPr wrap="square">
            <a:spAutoFit/>
          </a:bodyPr>
          <a:lstStyle/>
          <a:p>
            <a:pPr>
              <a:lnSpc>
                <a:spcPct val="150000"/>
              </a:lnSpc>
            </a:pPr>
            <a:r>
              <a:rPr lang="en-US" sz="2800" b="1" dirty="0">
                <a:latin typeface="+mn-lt"/>
              </a:rPr>
              <a:t>Question 3</a:t>
            </a:r>
          </a:p>
          <a:p>
            <a:pPr>
              <a:lnSpc>
                <a:spcPct val="150000"/>
              </a:lnSpc>
            </a:pPr>
            <a:r>
              <a:rPr lang="en-US" sz="2800" b="1" dirty="0">
                <a:latin typeface="+mn-lt"/>
              </a:rPr>
              <a:t>Why is planning important before execution?</a:t>
            </a:r>
          </a:p>
          <a:p>
            <a:pPr>
              <a:lnSpc>
                <a:spcPct val="150000"/>
              </a:lnSpc>
            </a:pPr>
            <a:r>
              <a:rPr lang="en-US" sz="2800" dirty="0">
                <a:latin typeface="+mn-lt"/>
              </a:rPr>
              <a:t>Planning helps people understand:</a:t>
            </a:r>
          </a:p>
          <a:p>
            <a:pPr marL="914400" lvl="1" indent="-457200">
              <a:lnSpc>
                <a:spcPct val="150000"/>
              </a:lnSpc>
              <a:buFont typeface="Arial" panose="020B0604020202020204" pitchFamily="34" charset="0"/>
              <a:buChar char="•"/>
            </a:pPr>
            <a:r>
              <a:rPr lang="en-US" sz="2800" dirty="0">
                <a:latin typeface="+mn-lt"/>
              </a:rPr>
              <a:t>What to do </a:t>
            </a:r>
          </a:p>
          <a:p>
            <a:pPr marL="914400" lvl="1" indent="-457200">
              <a:lnSpc>
                <a:spcPct val="150000"/>
              </a:lnSpc>
              <a:buFont typeface="Arial" panose="020B0604020202020204" pitchFamily="34" charset="0"/>
              <a:buChar char="•"/>
            </a:pPr>
            <a:r>
              <a:rPr lang="en-US" sz="2800" dirty="0">
                <a:latin typeface="+mn-lt"/>
              </a:rPr>
              <a:t>Who will do it </a:t>
            </a:r>
          </a:p>
          <a:p>
            <a:pPr marL="914400" lvl="1" indent="-457200">
              <a:lnSpc>
                <a:spcPct val="150000"/>
              </a:lnSpc>
              <a:buFont typeface="Arial" panose="020B0604020202020204" pitchFamily="34" charset="0"/>
              <a:buChar char="•"/>
            </a:pPr>
            <a:r>
              <a:rPr lang="en-US" sz="2800" dirty="0">
                <a:latin typeface="+mn-lt"/>
              </a:rPr>
              <a:t>When it should be done </a:t>
            </a:r>
          </a:p>
          <a:p>
            <a:pPr marL="914400" lvl="1" indent="-457200">
              <a:lnSpc>
                <a:spcPct val="150000"/>
              </a:lnSpc>
              <a:buFont typeface="Arial" panose="020B0604020202020204" pitchFamily="34" charset="0"/>
              <a:buChar char="•"/>
            </a:pPr>
            <a:r>
              <a:rPr lang="en-US" sz="2800" dirty="0">
                <a:latin typeface="+mn-lt"/>
              </a:rPr>
              <a:t>How to achieve success</a:t>
            </a:r>
          </a:p>
        </p:txBody>
      </p:sp>
    </p:spTree>
    <p:extLst>
      <p:ext uri="{BB962C8B-B14F-4D97-AF65-F5344CB8AC3E}">
        <p14:creationId xmlns:p14="http://schemas.microsoft.com/office/powerpoint/2010/main" val="135389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8CB95-B35D-9DD5-DDEA-4E6A6EF106A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1D3A714-99E8-A441-5ACC-778ECA58B20A}"/>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C18D5D8A-E0F6-9435-FA14-40A72AB51D4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3CEEE47F-BBFE-F842-D545-EDD06CE7541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50</a:t>
            </a:fld>
            <a:endParaRPr lang="en-US" altLang="en-US" sz="900">
              <a:solidFill>
                <a:srgbClr val="FFFFFF"/>
              </a:solidFill>
            </a:endParaRPr>
          </a:p>
        </p:txBody>
      </p:sp>
      <p:pic>
        <p:nvPicPr>
          <p:cNvPr id="23558" name="Picture 5">
            <a:extLst>
              <a:ext uri="{FF2B5EF4-FFF2-40B4-BE49-F238E27FC236}">
                <a16:creationId xmlns:a16="http://schemas.microsoft.com/office/drawing/2014/main" id="{5304A275-2C07-E473-1022-3EE16FD78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A2F848B-88E1-B822-8829-D421048B8F12}"/>
              </a:ext>
            </a:extLst>
          </p:cNvPr>
          <p:cNvSpPr txBox="1"/>
          <p:nvPr/>
        </p:nvSpPr>
        <p:spPr>
          <a:xfrm>
            <a:off x="0" y="713678"/>
            <a:ext cx="9144000" cy="3903504"/>
          </a:xfrm>
          <a:prstGeom prst="rect">
            <a:avLst/>
          </a:prstGeom>
          <a:solidFill>
            <a:schemeClr val="bg1"/>
          </a:solidFill>
        </p:spPr>
        <p:txBody>
          <a:bodyPr wrap="square">
            <a:spAutoFit/>
          </a:bodyPr>
          <a:lstStyle/>
          <a:p>
            <a:pPr>
              <a:lnSpc>
                <a:spcPct val="150000"/>
              </a:lnSpc>
            </a:pPr>
            <a:r>
              <a:rPr lang="en-US" sz="2800" b="1" dirty="0">
                <a:latin typeface="+mn-lt"/>
              </a:rPr>
              <a:t>Question 4</a:t>
            </a:r>
          </a:p>
          <a:p>
            <a:pPr>
              <a:lnSpc>
                <a:spcPct val="150000"/>
              </a:lnSpc>
            </a:pPr>
            <a:r>
              <a:rPr lang="en-US" sz="2800" b="1" dirty="0">
                <a:latin typeface="+mn-lt"/>
              </a:rPr>
              <a:t>What happens during the execution stage?</a:t>
            </a:r>
          </a:p>
          <a:p>
            <a:pPr>
              <a:lnSpc>
                <a:spcPct val="150000"/>
              </a:lnSpc>
            </a:pPr>
            <a:r>
              <a:rPr lang="en-US" sz="2800" dirty="0">
                <a:latin typeface="+mn-lt"/>
              </a:rPr>
              <a:t>During execution, the team:</a:t>
            </a:r>
          </a:p>
          <a:p>
            <a:pPr marL="914400" lvl="1" indent="-457200">
              <a:lnSpc>
                <a:spcPct val="150000"/>
              </a:lnSpc>
              <a:buFont typeface="Arial" panose="020B0604020202020204" pitchFamily="34" charset="0"/>
              <a:buChar char="•"/>
            </a:pPr>
            <a:r>
              <a:rPr lang="en-US" sz="2800" dirty="0">
                <a:latin typeface="+mn-lt"/>
              </a:rPr>
              <a:t>Performs the tasks </a:t>
            </a:r>
          </a:p>
          <a:p>
            <a:pPr marL="914400" lvl="1" indent="-457200">
              <a:lnSpc>
                <a:spcPct val="150000"/>
              </a:lnSpc>
              <a:buFont typeface="Arial" panose="020B0604020202020204" pitchFamily="34" charset="0"/>
              <a:buChar char="•"/>
            </a:pPr>
            <a:r>
              <a:rPr lang="en-US" sz="2800" dirty="0">
                <a:latin typeface="+mn-lt"/>
              </a:rPr>
              <a:t>Produces results </a:t>
            </a:r>
          </a:p>
          <a:p>
            <a:pPr marL="914400" lvl="1" indent="-457200">
              <a:lnSpc>
                <a:spcPct val="150000"/>
              </a:lnSpc>
              <a:buFont typeface="Arial" panose="020B0604020202020204" pitchFamily="34" charset="0"/>
              <a:buChar char="•"/>
            </a:pPr>
            <a:r>
              <a:rPr lang="en-US" sz="2800" dirty="0">
                <a:latin typeface="+mn-lt"/>
              </a:rPr>
              <a:t>Works toward project goals</a:t>
            </a:r>
          </a:p>
        </p:txBody>
      </p:sp>
    </p:spTree>
    <p:extLst>
      <p:ext uri="{BB962C8B-B14F-4D97-AF65-F5344CB8AC3E}">
        <p14:creationId xmlns:p14="http://schemas.microsoft.com/office/powerpoint/2010/main" val="3206629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8339B-5433-4546-7567-1342F70CF4C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863D8B4-171B-20F5-6FF2-2F65B79C9757}"/>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AD3D6A07-2D26-294E-1CA4-CA88C423CE7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2DC1C502-191B-797A-ABA8-4C58112068C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51</a:t>
            </a:fld>
            <a:endParaRPr lang="en-US" altLang="en-US" sz="900">
              <a:solidFill>
                <a:srgbClr val="FFFFFF"/>
              </a:solidFill>
            </a:endParaRPr>
          </a:p>
        </p:txBody>
      </p:sp>
      <p:pic>
        <p:nvPicPr>
          <p:cNvPr id="23558" name="Picture 5">
            <a:extLst>
              <a:ext uri="{FF2B5EF4-FFF2-40B4-BE49-F238E27FC236}">
                <a16:creationId xmlns:a16="http://schemas.microsoft.com/office/drawing/2014/main" id="{E8413B73-28D1-9817-3720-01BA9A8F3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BE94128-5A5B-264A-A041-BF698CB8C6E7}"/>
              </a:ext>
            </a:extLst>
          </p:cNvPr>
          <p:cNvSpPr txBox="1"/>
          <p:nvPr/>
        </p:nvSpPr>
        <p:spPr>
          <a:xfrm>
            <a:off x="0" y="713678"/>
            <a:ext cx="9144000" cy="4549835"/>
          </a:xfrm>
          <a:prstGeom prst="rect">
            <a:avLst/>
          </a:prstGeom>
          <a:solidFill>
            <a:schemeClr val="bg1"/>
          </a:solidFill>
        </p:spPr>
        <p:txBody>
          <a:bodyPr wrap="square">
            <a:spAutoFit/>
          </a:bodyPr>
          <a:lstStyle/>
          <a:p>
            <a:pPr>
              <a:lnSpc>
                <a:spcPct val="150000"/>
              </a:lnSpc>
            </a:pPr>
            <a:r>
              <a:rPr lang="en-US" sz="2800" b="1" dirty="0">
                <a:latin typeface="+mn-lt"/>
              </a:rPr>
              <a:t>Question 5</a:t>
            </a:r>
          </a:p>
          <a:p>
            <a:pPr>
              <a:lnSpc>
                <a:spcPct val="150000"/>
              </a:lnSpc>
            </a:pPr>
            <a:r>
              <a:rPr lang="en-US" sz="2800" b="1" dirty="0">
                <a:latin typeface="+mn-lt"/>
              </a:rPr>
              <a:t>Why is communication important during execution?</a:t>
            </a:r>
          </a:p>
          <a:p>
            <a:pPr>
              <a:lnSpc>
                <a:spcPct val="150000"/>
              </a:lnSpc>
            </a:pPr>
            <a:r>
              <a:rPr lang="en-US" sz="2800" dirty="0">
                <a:latin typeface="+mn-lt"/>
              </a:rPr>
              <a:t>Communication helps team members:</a:t>
            </a:r>
          </a:p>
          <a:p>
            <a:pPr marL="914400" lvl="1" indent="-457200">
              <a:lnSpc>
                <a:spcPct val="150000"/>
              </a:lnSpc>
              <a:buFont typeface="Arial" panose="020B0604020202020204" pitchFamily="34" charset="0"/>
              <a:buChar char="•"/>
            </a:pPr>
            <a:r>
              <a:rPr lang="en-US" sz="2800" dirty="0">
                <a:latin typeface="+mn-lt"/>
              </a:rPr>
              <a:t>Share updates </a:t>
            </a:r>
          </a:p>
          <a:p>
            <a:pPr marL="914400" lvl="1" indent="-457200">
              <a:lnSpc>
                <a:spcPct val="150000"/>
              </a:lnSpc>
              <a:buFont typeface="Arial" panose="020B0604020202020204" pitchFamily="34" charset="0"/>
              <a:buChar char="•"/>
            </a:pPr>
            <a:r>
              <a:rPr lang="en-US" sz="2800" dirty="0">
                <a:latin typeface="+mn-lt"/>
              </a:rPr>
              <a:t>Discuss problems </a:t>
            </a:r>
          </a:p>
          <a:p>
            <a:pPr marL="914400" lvl="1" indent="-457200">
              <a:lnSpc>
                <a:spcPct val="150000"/>
              </a:lnSpc>
              <a:buFont typeface="Arial" panose="020B0604020202020204" pitchFamily="34" charset="0"/>
              <a:buChar char="•"/>
            </a:pPr>
            <a:r>
              <a:rPr lang="en-US" sz="2800" dirty="0">
                <a:latin typeface="+mn-lt"/>
              </a:rPr>
              <a:t>Report risks and changes </a:t>
            </a:r>
          </a:p>
          <a:p>
            <a:pPr marL="914400" lvl="1" indent="-457200">
              <a:lnSpc>
                <a:spcPct val="150000"/>
              </a:lnSpc>
              <a:buFont typeface="Arial" panose="020B0604020202020204" pitchFamily="34" charset="0"/>
              <a:buChar char="•"/>
            </a:pPr>
            <a:r>
              <a:rPr lang="en-US" sz="2800" dirty="0">
                <a:latin typeface="+mn-lt"/>
              </a:rPr>
              <a:t>Work together effectively</a:t>
            </a:r>
          </a:p>
        </p:txBody>
      </p:sp>
    </p:spTree>
    <p:extLst>
      <p:ext uri="{BB962C8B-B14F-4D97-AF65-F5344CB8AC3E}">
        <p14:creationId xmlns:p14="http://schemas.microsoft.com/office/powerpoint/2010/main" val="207945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E0BBA-C696-247B-1106-F8AF90571A8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6A3D4F2-7E4B-0244-33CE-D4698FD7EF12}"/>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95D6A360-0A1F-6F2E-388C-2CC4A7DC2BB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9CB51823-427F-2C2C-8C16-CE9BCE98C65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4BCCD-C466-FDB4-F745-4A5BB61E5C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680BBD7-41A7-79F8-A8A3-58C725FA2A66}"/>
              </a:ext>
            </a:extLst>
          </p:cNvPr>
          <p:cNvSpPr txBox="1"/>
          <p:nvPr/>
        </p:nvSpPr>
        <p:spPr>
          <a:xfrm>
            <a:off x="-11151" y="-99674"/>
            <a:ext cx="9144000" cy="6957674"/>
          </a:xfrm>
          <a:prstGeom prst="rect">
            <a:avLst/>
          </a:prstGeom>
          <a:solidFill>
            <a:schemeClr val="bg1"/>
          </a:solidFill>
        </p:spPr>
        <p:txBody>
          <a:bodyPr wrap="square">
            <a:spAutoFit/>
          </a:bodyPr>
          <a:lstStyle/>
          <a:p>
            <a:pPr>
              <a:lnSpc>
                <a:spcPct val="150000"/>
              </a:lnSpc>
            </a:pPr>
            <a:r>
              <a:rPr lang="en-US" sz="2500" b="1" dirty="0">
                <a:latin typeface="+mn-lt"/>
              </a:rPr>
              <a:t>Question 6</a:t>
            </a:r>
          </a:p>
          <a:p>
            <a:pPr>
              <a:lnSpc>
                <a:spcPct val="150000"/>
              </a:lnSpc>
            </a:pPr>
            <a:r>
              <a:rPr lang="en-US" sz="2500" b="1" dirty="0">
                <a:latin typeface="+mn-lt"/>
              </a:rPr>
              <a:t>What does monitoring a plan mean?</a:t>
            </a:r>
          </a:p>
          <a:p>
            <a:pPr>
              <a:lnSpc>
                <a:spcPct val="150000"/>
              </a:lnSpc>
            </a:pPr>
            <a:r>
              <a:rPr lang="en-US" sz="2500" dirty="0">
                <a:latin typeface="+mn-lt"/>
              </a:rPr>
              <a:t>Monitoring means checking whether the project is going according to plan.</a:t>
            </a:r>
          </a:p>
          <a:p>
            <a:pPr>
              <a:lnSpc>
                <a:spcPct val="150000"/>
              </a:lnSpc>
            </a:pPr>
            <a:r>
              <a:rPr lang="en-US" sz="2500" b="1" dirty="0">
                <a:latin typeface="+mn-lt"/>
              </a:rPr>
              <a:t>Question 7</a:t>
            </a:r>
          </a:p>
          <a:p>
            <a:pPr>
              <a:lnSpc>
                <a:spcPct val="150000"/>
              </a:lnSpc>
            </a:pPr>
            <a:r>
              <a:rPr lang="en-US" sz="2500" b="1" dirty="0">
                <a:latin typeface="+mn-lt"/>
              </a:rPr>
              <a:t>What should a project manager monitor?</a:t>
            </a:r>
          </a:p>
          <a:p>
            <a:pPr>
              <a:lnSpc>
                <a:spcPct val="150000"/>
              </a:lnSpc>
            </a:pPr>
            <a:r>
              <a:rPr lang="en-US" sz="2500" dirty="0">
                <a:latin typeface="+mn-lt"/>
              </a:rPr>
              <a:t>A project manager should monitor:</a:t>
            </a:r>
          </a:p>
          <a:p>
            <a:pPr marL="800100" lvl="1" indent="-342900">
              <a:lnSpc>
                <a:spcPct val="150000"/>
              </a:lnSpc>
              <a:buFont typeface="Arial" panose="020B0604020202020204" pitchFamily="34" charset="0"/>
              <a:buChar char="•"/>
            </a:pPr>
            <a:r>
              <a:rPr lang="en-US" sz="2500" dirty="0">
                <a:latin typeface="+mn-lt"/>
              </a:rPr>
              <a:t>Progress </a:t>
            </a:r>
          </a:p>
          <a:p>
            <a:pPr marL="800100" lvl="1" indent="-342900">
              <a:lnSpc>
                <a:spcPct val="150000"/>
              </a:lnSpc>
              <a:buFont typeface="Arial" panose="020B0604020202020204" pitchFamily="34" charset="0"/>
              <a:buChar char="•"/>
            </a:pPr>
            <a:r>
              <a:rPr lang="en-US" sz="2500" dirty="0">
                <a:latin typeface="+mn-lt"/>
              </a:rPr>
              <a:t>Schedule </a:t>
            </a:r>
          </a:p>
          <a:p>
            <a:pPr marL="800100" lvl="1" indent="-342900">
              <a:lnSpc>
                <a:spcPct val="150000"/>
              </a:lnSpc>
              <a:buFont typeface="Arial" panose="020B0604020202020204" pitchFamily="34" charset="0"/>
              <a:buChar char="•"/>
            </a:pPr>
            <a:r>
              <a:rPr lang="en-US" sz="2500" dirty="0">
                <a:latin typeface="+mn-lt"/>
              </a:rPr>
              <a:t>Costs </a:t>
            </a:r>
          </a:p>
          <a:p>
            <a:pPr marL="800100" lvl="1" indent="-342900">
              <a:lnSpc>
                <a:spcPct val="150000"/>
              </a:lnSpc>
              <a:buFont typeface="Arial" panose="020B0604020202020204" pitchFamily="34" charset="0"/>
              <a:buChar char="•"/>
            </a:pPr>
            <a:r>
              <a:rPr lang="en-US" sz="2500" dirty="0">
                <a:latin typeface="+mn-lt"/>
              </a:rPr>
              <a:t>Resources </a:t>
            </a:r>
          </a:p>
          <a:p>
            <a:pPr marL="800100" lvl="1" indent="-342900">
              <a:lnSpc>
                <a:spcPct val="150000"/>
              </a:lnSpc>
              <a:buFont typeface="Arial" panose="020B0604020202020204" pitchFamily="34" charset="0"/>
              <a:buChar char="•"/>
            </a:pPr>
            <a:r>
              <a:rPr lang="en-US" sz="2500" dirty="0">
                <a:latin typeface="+mn-lt"/>
              </a:rPr>
              <a:t>Risks</a:t>
            </a:r>
          </a:p>
        </p:txBody>
      </p:sp>
    </p:spTree>
    <p:extLst>
      <p:ext uri="{BB962C8B-B14F-4D97-AF65-F5344CB8AC3E}">
        <p14:creationId xmlns:p14="http://schemas.microsoft.com/office/powerpoint/2010/main" val="4069111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fade">
                                      <p:cBhvr>
                                        <p:cTn id="17" dur="1000"/>
                                        <p:tgtEl>
                                          <p:spTgt spid="5">
                                            <p:txEl>
                                              <p:pRg st="6" end="6"/>
                                            </p:txEl>
                                          </p:spTgt>
                                        </p:tgtEl>
                                      </p:cBhvr>
                                    </p:animEffect>
                                    <p:anim calcmode="lin" valueType="num">
                                      <p:cBhvr>
                                        <p:cTn id="1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7" end="7"/>
                                            </p:txEl>
                                          </p:spTgt>
                                        </p:tgtEl>
                                        <p:attrNameLst>
                                          <p:attrName>style.visibility</p:attrName>
                                        </p:attrNameLst>
                                      </p:cBhvr>
                                      <p:to>
                                        <p:strVal val="visible"/>
                                      </p:to>
                                    </p:set>
                                    <p:animEffect transition="in" filter="fade">
                                      <p:cBhvr>
                                        <p:cTn id="22" dur="1000"/>
                                        <p:tgtEl>
                                          <p:spTgt spid="5">
                                            <p:txEl>
                                              <p:pRg st="7" end="7"/>
                                            </p:txEl>
                                          </p:spTgt>
                                        </p:tgtEl>
                                      </p:cBhvr>
                                    </p:animEffect>
                                    <p:anim calcmode="lin" valueType="num">
                                      <p:cBhvr>
                                        <p:cTn id="2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7" end="7"/>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fade">
                                      <p:cBhvr>
                                        <p:cTn id="27" dur="1000"/>
                                        <p:tgtEl>
                                          <p:spTgt spid="5">
                                            <p:txEl>
                                              <p:pRg st="8" end="8"/>
                                            </p:txEl>
                                          </p:spTgt>
                                        </p:tgtEl>
                                      </p:cBhvr>
                                    </p:animEffect>
                                    <p:anim calcmode="lin" valueType="num">
                                      <p:cBhvr>
                                        <p:cTn id="28"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8" end="8"/>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fade">
                                      <p:cBhvr>
                                        <p:cTn id="32" dur="1000"/>
                                        <p:tgtEl>
                                          <p:spTgt spid="5">
                                            <p:txEl>
                                              <p:pRg st="9" end="9"/>
                                            </p:txEl>
                                          </p:spTgt>
                                        </p:tgtEl>
                                      </p:cBhvr>
                                    </p:animEffect>
                                    <p:anim calcmode="lin" valueType="num">
                                      <p:cBhvr>
                                        <p:cTn id="33"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9" end="9"/>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fade">
                                      <p:cBhvr>
                                        <p:cTn id="37" dur="1000"/>
                                        <p:tgtEl>
                                          <p:spTgt spid="5">
                                            <p:txEl>
                                              <p:pRg st="10" end="10"/>
                                            </p:txEl>
                                          </p:spTgt>
                                        </p:tgtEl>
                                      </p:cBhvr>
                                    </p:animEffect>
                                    <p:anim calcmode="lin" valueType="num">
                                      <p:cBhvr>
                                        <p:cTn id="38"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FD89F-EFB9-8FF5-13BB-2A464C228F6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B6DEA15-F375-5E6D-2C53-2CEBE3B81489}"/>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5C5EC7F4-F0BC-BAC2-6207-5E6DA9A6F77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CAA7448A-A0C3-B613-257B-3550848F635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53</a:t>
            </a:fld>
            <a:endParaRPr lang="en-US" altLang="en-US" sz="900">
              <a:solidFill>
                <a:srgbClr val="FFFFFF"/>
              </a:solidFill>
            </a:endParaRPr>
          </a:p>
        </p:txBody>
      </p:sp>
      <p:pic>
        <p:nvPicPr>
          <p:cNvPr id="23558" name="Picture 5">
            <a:extLst>
              <a:ext uri="{FF2B5EF4-FFF2-40B4-BE49-F238E27FC236}">
                <a16:creationId xmlns:a16="http://schemas.microsoft.com/office/drawing/2014/main" id="{A4EF20DC-F110-86D7-E14C-D954C91D5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56AA0DD-B0B8-CBD4-BCD6-F71F5DD74672}"/>
              </a:ext>
            </a:extLst>
          </p:cNvPr>
          <p:cNvSpPr txBox="1"/>
          <p:nvPr/>
        </p:nvSpPr>
        <p:spPr>
          <a:xfrm>
            <a:off x="-11151" y="-99674"/>
            <a:ext cx="9144000" cy="6488828"/>
          </a:xfrm>
          <a:prstGeom prst="rect">
            <a:avLst/>
          </a:prstGeom>
          <a:solidFill>
            <a:schemeClr val="bg1"/>
          </a:solidFill>
        </p:spPr>
        <p:txBody>
          <a:bodyPr wrap="square">
            <a:spAutoFit/>
          </a:bodyPr>
          <a:lstStyle/>
          <a:p>
            <a:pPr>
              <a:lnSpc>
                <a:spcPct val="150000"/>
              </a:lnSpc>
            </a:pPr>
            <a:r>
              <a:rPr lang="en-US" sz="2800" b="1" dirty="0">
                <a:latin typeface="+mn-lt"/>
              </a:rPr>
              <a:t>Question 8</a:t>
            </a:r>
          </a:p>
          <a:p>
            <a:pPr>
              <a:lnSpc>
                <a:spcPct val="150000"/>
              </a:lnSpc>
            </a:pPr>
            <a:r>
              <a:rPr lang="en-US" sz="2800" b="1" dirty="0">
                <a:latin typeface="+mn-lt"/>
              </a:rPr>
              <a:t>What is the purpose of controlling a plan?</a:t>
            </a:r>
          </a:p>
          <a:p>
            <a:pPr>
              <a:lnSpc>
                <a:spcPct val="150000"/>
              </a:lnSpc>
            </a:pPr>
            <a:r>
              <a:rPr lang="en-US" sz="2800" dirty="0">
                <a:latin typeface="+mn-lt"/>
              </a:rPr>
              <a:t>Controlling helps fix problems and keep the project on track.</a:t>
            </a:r>
          </a:p>
          <a:p>
            <a:pPr>
              <a:lnSpc>
                <a:spcPct val="150000"/>
              </a:lnSpc>
            </a:pPr>
            <a:r>
              <a:rPr lang="en-US" sz="2800" b="1" dirty="0">
                <a:latin typeface="+mn-lt"/>
              </a:rPr>
              <a:t>Question 9</a:t>
            </a:r>
          </a:p>
          <a:p>
            <a:pPr>
              <a:lnSpc>
                <a:spcPct val="150000"/>
              </a:lnSpc>
            </a:pPr>
            <a:r>
              <a:rPr lang="en-US" sz="2800" b="1" dirty="0">
                <a:latin typeface="+mn-lt"/>
              </a:rPr>
              <a:t>What can happen if a project is not monitored?</a:t>
            </a:r>
          </a:p>
          <a:p>
            <a:pPr>
              <a:lnSpc>
                <a:spcPct val="150000"/>
              </a:lnSpc>
            </a:pPr>
            <a:r>
              <a:rPr lang="en-US" sz="2800" dirty="0">
                <a:latin typeface="+mn-lt"/>
              </a:rPr>
              <a:t>The project may:</a:t>
            </a:r>
          </a:p>
          <a:p>
            <a:pPr marL="914400" lvl="1" indent="-457200">
              <a:lnSpc>
                <a:spcPct val="150000"/>
              </a:lnSpc>
              <a:buFont typeface="Arial" panose="020B0604020202020204" pitchFamily="34" charset="0"/>
              <a:buChar char="•"/>
            </a:pPr>
            <a:r>
              <a:rPr lang="en-US" sz="2800" dirty="0">
                <a:latin typeface="+mn-lt"/>
              </a:rPr>
              <a:t>Fall behind schedule </a:t>
            </a:r>
          </a:p>
          <a:p>
            <a:pPr marL="914400" lvl="1" indent="-457200">
              <a:lnSpc>
                <a:spcPct val="150000"/>
              </a:lnSpc>
              <a:buFont typeface="Arial" panose="020B0604020202020204" pitchFamily="34" charset="0"/>
              <a:buChar char="•"/>
            </a:pPr>
            <a:r>
              <a:rPr lang="en-US" sz="2800" dirty="0">
                <a:latin typeface="+mn-lt"/>
              </a:rPr>
              <a:t>Waste money </a:t>
            </a:r>
          </a:p>
          <a:p>
            <a:pPr marL="914400" lvl="1" indent="-457200">
              <a:lnSpc>
                <a:spcPct val="150000"/>
              </a:lnSpc>
              <a:buFont typeface="Arial" panose="020B0604020202020204" pitchFamily="34" charset="0"/>
              <a:buChar char="•"/>
            </a:pPr>
            <a:r>
              <a:rPr lang="en-US" sz="2800" dirty="0">
                <a:latin typeface="+mn-lt"/>
              </a:rPr>
              <a:t>Miss goals </a:t>
            </a:r>
          </a:p>
          <a:p>
            <a:pPr marL="914400" lvl="1" indent="-457200">
              <a:lnSpc>
                <a:spcPct val="150000"/>
              </a:lnSpc>
              <a:buFont typeface="Arial" panose="020B0604020202020204" pitchFamily="34" charset="0"/>
              <a:buChar char="•"/>
            </a:pPr>
            <a:r>
              <a:rPr lang="en-US" sz="2800" dirty="0">
                <a:latin typeface="+mn-lt"/>
              </a:rPr>
              <a:t>Face bigger problems later</a:t>
            </a:r>
          </a:p>
        </p:txBody>
      </p:sp>
    </p:spTree>
    <p:extLst>
      <p:ext uri="{BB962C8B-B14F-4D97-AF65-F5344CB8AC3E}">
        <p14:creationId xmlns:p14="http://schemas.microsoft.com/office/powerpoint/2010/main" val="2846813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9" end="9"/>
                                            </p:txEl>
                                          </p:spTgt>
                                        </p:tgtEl>
                                        <p:attrNameLst>
                                          <p:attrName>style.visibility</p:attrName>
                                        </p:attrNameLst>
                                      </p:cBhvr>
                                      <p:to>
                                        <p:strVal val="visible"/>
                                      </p:to>
                                    </p:set>
                                    <p:animEffect transition="in" filter="fade">
                                      <p:cBhvr>
                                        <p:cTn id="17" dur="1000"/>
                                        <p:tgtEl>
                                          <p:spTgt spid="5">
                                            <p:txEl>
                                              <p:pRg st="9" end="9"/>
                                            </p:txEl>
                                          </p:spTgt>
                                        </p:tgtEl>
                                      </p:cBhvr>
                                    </p:animEffect>
                                    <p:anim calcmode="lin" valueType="num">
                                      <p:cBhvr>
                                        <p:cTn id="18"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9" end="9"/>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8" end="8"/>
                                            </p:txEl>
                                          </p:spTgt>
                                        </p:tgtEl>
                                        <p:attrNameLst>
                                          <p:attrName>style.visibility</p:attrName>
                                        </p:attrNameLst>
                                      </p:cBhvr>
                                      <p:to>
                                        <p:strVal val="visible"/>
                                      </p:to>
                                    </p:set>
                                    <p:animEffect transition="in" filter="fade">
                                      <p:cBhvr>
                                        <p:cTn id="22" dur="1000"/>
                                        <p:tgtEl>
                                          <p:spTgt spid="5">
                                            <p:txEl>
                                              <p:pRg st="8" end="8"/>
                                            </p:txEl>
                                          </p:spTgt>
                                        </p:tgtEl>
                                      </p:cBhvr>
                                    </p:animEffect>
                                    <p:anim calcmode="lin" valueType="num">
                                      <p:cBhvr>
                                        <p:cTn id="23"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8" end="8"/>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1000"/>
                                        <p:tgtEl>
                                          <p:spTgt spid="5">
                                            <p:txEl>
                                              <p:pRg st="7" end="7"/>
                                            </p:txEl>
                                          </p:spTgt>
                                        </p:tgtEl>
                                      </p:cBhvr>
                                    </p:animEffect>
                                    <p:anim calcmode="lin" valueType="num">
                                      <p:cBhvr>
                                        <p:cTn id="2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1000"/>
                                        <p:tgtEl>
                                          <p:spTgt spid="5">
                                            <p:txEl>
                                              <p:pRg st="6" end="6"/>
                                            </p:txEl>
                                          </p:spTgt>
                                        </p:tgtEl>
                                      </p:cBhvr>
                                    </p:animEffect>
                                    <p:anim calcmode="lin" valueType="num">
                                      <p:cBhvr>
                                        <p:cTn id="3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32FBE-9097-2903-29E4-3E2592C908B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0D17F23-E326-383B-0D6C-EB24F799979E}"/>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3050F9BA-BB41-415D-2773-55625CEFCA4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62C2E73F-0B29-1B6E-F32D-CE9CCE02B20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54</a:t>
            </a:fld>
            <a:endParaRPr lang="en-US" altLang="en-US" sz="900">
              <a:solidFill>
                <a:srgbClr val="FFFFFF"/>
              </a:solidFill>
            </a:endParaRPr>
          </a:p>
        </p:txBody>
      </p:sp>
      <p:pic>
        <p:nvPicPr>
          <p:cNvPr id="23558" name="Picture 5">
            <a:extLst>
              <a:ext uri="{FF2B5EF4-FFF2-40B4-BE49-F238E27FC236}">
                <a16:creationId xmlns:a16="http://schemas.microsoft.com/office/drawing/2014/main" id="{D67836EE-1012-E2C5-3937-E5FA8E2A0E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68E43CE-A168-F3DA-2A17-85B2359ACC90}"/>
              </a:ext>
            </a:extLst>
          </p:cNvPr>
          <p:cNvSpPr txBox="1"/>
          <p:nvPr/>
        </p:nvSpPr>
        <p:spPr>
          <a:xfrm>
            <a:off x="-11151" y="-99674"/>
            <a:ext cx="9144000" cy="6488828"/>
          </a:xfrm>
          <a:prstGeom prst="rect">
            <a:avLst/>
          </a:prstGeom>
          <a:solidFill>
            <a:schemeClr val="bg1"/>
          </a:solidFill>
        </p:spPr>
        <p:txBody>
          <a:bodyPr wrap="square">
            <a:spAutoFit/>
          </a:bodyPr>
          <a:lstStyle/>
          <a:p>
            <a:pPr>
              <a:lnSpc>
                <a:spcPct val="150000"/>
              </a:lnSpc>
            </a:pPr>
            <a:r>
              <a:rPr lang="en-US" sz="2800" b="1" dirty="0">
                <a:latin typeface="+mn-lt"/>
              </a:rPr>
              <a:t>Question 10</a:t>
            </a:r>
          </a:p>
          <a:p>
            <a:pPr>
              <a:lnSpc>
                <a:spcPct val="150000"/>
              </a:lnSpc>
            </a:pPr>
            <a:r>
              <a:rPr lang="en-US" sz="2800" b="1" dirty="0">
                <a:latin typeface="+mn-lt"/>
              </a:rPr>
              <a:t>Why are timelines important in a project?</a:t>
            </a:r>
          </a:p>
          <a:p>
            <a:pPr>
              <a:lnSpc>
                <a:spcPct val="150000"/>
              </a:lnSpc>
            </a:pPr>
            <a:r>
              <a:rPr lang="en-US" sz="2800" dirty="0">
                <a:latin typeface="+mn-lt"/>
              </a:rPr>
              <a:t>Timelines help people finish tasks on time and avoid delays.</a:t>
            </a:r>
          </a:p>
          <a:p>
            <a:pPr>
              <a:lnSpc>
                <a:spcPct val="150000"/>
              </a:lnSpc>
            </a:pPr>
            <a:r>
              <a:rPr lang="en-US" sz="2800" b="1" dirty="0">
                <a:latin typeface="+mn-lt"/>
              </a:rPr>
              <a:t>Question 11</a:t>
            </a:r>
          </a:p>
          <a:p>
            <a:pPr>
              <a:lnSpc>
                <a:spcPct val="150000"/>
              </a:lnSpc>
            </a:pPr>
            <a:r>
              <a:rPr lang="en-US" sz="2800" b="1" dirty="0">
                <a:latin typeface="+mn-lt"/>
              </a:rPr>
              <a:t>What are project resources?</a:t>
            </a:r>
          </a:p>
          <a:p>
            <a:pPr>
              <a:lnSpc>
                <a:spcPct val="150000"/>
              </a:lnSpc>
            </a:pPr>
            <a:r>
              <a:rPr lang="en-US" sz="2800" dirty="0">
                <a:latin typeface="+mn-lt"/>
              </a:rPr>
              <a:t>Resources are things needed to complete the project, such as:</a:t>
            </a:r>
          </a:p>
          <a:p>
            <a:pPr marL="914400" lvl="1" indent="-457200">
              <a:lnSpc>
                <a:spcPct val="150000"/>
              </a:lnSpc>
              <a:buFont typeface="Arial" panose="020B0604020202020204" pitchFamily="34" charset="0"/>
              <a:buChar char="•"/>
            </a:pPr>
            <a:r>
              <a:rPr lang="en-US" sz="2800" dirty="0">
                <a:latin typeface="+mn-lt"/>
              </a:rPr>
              <a:t>People </a:t>
            </a:r>
          </a:p>
          <a:p>
            <a:pPr marL="914400" lvl="1" indent="-457200">
              <a:lnSpc>
                <a:spcPct val="150000"/>
              </a:lnSpc>
              <a:buFont typeface="Arial" panose="020B0604020202020204" pitchFamily="34" charset="0"/>
              <a:buChar char="•"/>
            </a:pPr>
            <a:r>
              <a:rPr lang="en-US" sz="2800" dirty="0">
                <a:latin typeface="+mn-lt"/>
              </a:rPr>
              <a:t>Equipment </a:t>
            </a:r>
          </a:p>
          <a:p>
            <a:pPr marL="914400" lvl="1" indent="-457200">
              <a:lnSpc>
                <a:spcPct val="150000"/>
              </a:lnSpc>
              <a:buFont typeface="Arial" panose="020B0604020202020204" pitchFamily="34" charset="0"/>
              <a:buChar char="•"/>
            </a:pPr>
            <a:r>
              <a:rPr lang="en-US" sz="2800" dirty="0">
                <a:latin typeface="+mn-lt"/>
              </a:rPr>
              <a:t>Materials </a:t>
            </a:r>
          </a:p>
          <a:p>
            <a:pPr marL="914400" lvl="1" indent="-457200">
              <a:lnSpc>
                <a:spcPct val="150000"/>
              </a:lnSpc>
              <a:buFont typeface="Arial" panose="020B0604020202020204" pitchFamily="34" charset="0"/>
              <a:buChar char="•"/>
            </a:pPr>
            <a:r>
              <a:rPr lang="en-US" sz="2800" dirty="0">
                <a:latin typeface="+mn-lt"/>
              </a:rPr>
              <a:t>Money</a:t>
            </a:r>
          </a:p>
        </p:txBody>
      </p:sp>
    </p:spTree>
    <p:extLst>
      <p:ext uri="{BB962C8B-B14F-4D97-AF65-F5344CB8AC3E}">
        <p14:creationId xmlns:p14="http://schemas.microsoft.com/office/powerpoint/2010/main" val="122064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animEffect transition="in" filter="fade">
                                      <p:cBhvr>
                                        <p:cTn id="7" dur="1000"/>
                                        <p:tgtEl>
                                          <p:spTgt spid="5">
                                            <p:txEl>
                                              <p:pRg st="5" end="5"/>
                                            </p:txEl>
                                          </p:spTgt>
                                        </p:tgtEl>
                                      </p:cBhvr>
                                    </p:animEffect>
                                    <p:anim calcmode="lin" valueType="num">
                                      <p:cBhvr>
                                        <p:cTn id="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6" end="6"/>
                                            </p:txEl>
                                          </p:spTgt>
                                        </p:tgtEl>
                                        <p:attrNameLst>
                                          <p:attrName>style.visibility</p:attrName>
                                        </p:attrNameLst>
                                      </p:cBhvr>
                                      <p:to>
                                        <p:strVal val="visible"/>
                                      </p:to>
                                    </p:set>
                                    <p:animEffect transition="in" filter="fade">
                                      <p:cBhvr>
                                        <p:cTn id="12" dur="1000"/>
                                        <p:tgtEl>
                                          <p:spTgt spid="5">
                                            <p:txEl>
                                              <p:pRg st="6" end="6"/>
                                            </p:txEl>
                                          </p:spTgt>
                                        </p:tgtEl>
                                      </p:cBhvr>
                                    </p:animEffect>
                                    <p:anim calcmode="lin" valueType="num">
                                      <p:cBhvr>
                                        <p:cTn id="1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animEffect transition="in" filter="fade">
                                      <p:cBhvr>
                                        <p:cTn id="17" dur="1000"/>
                                        <p:tgtEl>
                                          <p:spTgt spid="5">
                                            <p:txEl>
                                              <p:pRg st="7" end="7"/>
                                            </p:txEl>
                                          </p:spTgt>
                                        </p:tgtEl>
                                      </p:cBhvr>
                                    </p:animEffect>
                                    <p:anim calcmode="lin" valueType="num">
                                      <p:cBhvr>
                                        <p:cTn id="1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7" end="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8" end="8"/>
                                            </p:txEl>
                                          </p:spTgt>
                                        </p:tgtEl>
                                        <p:attrNameLst>
                                          <p:attrName>style.visibility</p:attrName>
                                        </p:attrNameLst>
                                      </p:cBhvr>
                                      <p:to>
                                        <p:strVal val="visible"/>
                                      </p:to>
                                    </p:set>
                                    <p:animEffect transition="in" filter="fade">
                                      <p:cBhvr>
                                        <p:cTn id="22" dur="1000"/>
                                        <p:tgtEl>
                                          <p:spTgt spid="5">
                                            <p:txEl>
                                              <p:pRg st="8" end="8"/>
                                            </p:txEl>
                                          </p:spTgt>
                                        </p:tgtEl>
                                      </p:cBhvr>
                                    </p:animEffect>
                                    <p:anim calcmode="lin" valueType="num">
                                      <p:cBhvr>
                                        <p:cTn id="23"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8" end="8"/>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animEffect transition="in" filter="fade">
                                      <p:cBhvr>
                                        <p:cTn id="27" dur="1000"/>
                                        <p:tgtEl>
                                          <p:spTgt spid="5">
                                            <p:txEl>
                                              <p:pRg st="9" end="9"/>
                                            </p:txEl>
                                          </p:spTgt>
                                        </p:tgtEl>
                                      </p:cBhvr>
                                    </p:animEffect>
                                    <p:anim calcmode="lin" valueType="num">
                                      <p:cBhvr>
                                        <p:cTn id="28"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9" end="9"/>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fade">
                                      <p:cBhvr>
                                        <p:cTn id="32" dur="1000"/>
                                        <p:tgtEl>
                                          <p:spTgt spid="5">
                                            <p:txEl>
                                              <p:pRg st="2" end="2"/>
                                            </p:txEl>
                                          </p:spTgt>
                                        </p:tgtEl>
                                      </p:cBhvr>
                                    </p:animEffect>
                                    <p:anim calcmode="lin" valueType="num">
                                      <p:cBhvr>
                                        <p:cTn id="3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C5E99-4711-5474-4301-181A4946396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7348D20-541D-84E6-D9D3-E9B9D3A6758C}"/>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F2FFBC76-62F6-8068-96FE-C99FB5C5A0D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F3132FDC-5706-E1DC-11DB-4C5CFE31ED3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55</a:t>
            </a:fld>
            <a:endParaRPr lang="en-US" altLang="en-US" sz="900">
              <a:solidFill>
                <a:srgbClr val="FFFFFF"/>
              </a:solidFill>
            </a:endParaRPr>
          </a:p>
        </p:txBody>
      </p:sp>
      <p:pic>
        <p:nvPicPr>
          <p:cNvPr id="23558" name="Picture 5">
            <a:extLst>
              <a:ext uri="{FF2B5EF4-FFF2-40B4-BE49-F238E27FC236}">
                <a16:creationId xmlns:a16="http://schemas.microsoft.com/office/drawing/2014/main" id="{FB9DA7EE-C7B9-6474-3CB2-A8A5829F13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06DDDD6-4C93-93A7-D79D-1E4F3BF363E9}"/>
              </a:ext>
            </a:extLst>
          </p:cNvPr>
          <p:cNvSpPr txBox="1"/>
          <p:nvPr/>
        </p:nvSpPr>
        <p:spPr>
          <a:xfrm>
            <a:off x="63501" y="787617"/>
            <a:ext cx="9144000" cy="5803512"/>
          </a:xfrm>
          <a:prstGeom prst="rect">
            <a:avLst/>
          </a:prstGeom>
          <a:solidFill>
            <a:schemeClr val="bg1"/>
          </a:solidFill>
        </p:spPr>
        <p:txBody>
          <a:bodyPr wrap="square">
            <a:spAutoFit/>
          </a:bodyPr>
          <a:lstStyle/>
          <a:p>
            <a:pPr>
              <a:lnSpc>
                <a:spcPct val="150000"/>
              </a:lnSpc>
            </a:pPr>
            <a:r>
              <a:rPr lang="en-US" sz="2500" b="1" dirty="0">
                <a:latin typeface="+mn-lt"/>
              </a:rPr>
              <a:t>Question 12</a:t>
            </a:r>
          </a:p>
          <a:p>
            <a:pPr>
              <a:lnSpc>
                <a:spcPct val="150000"/>
              </a:lnSpc>
            </a:pPr>
            <a:r>
              <a:rPr lang="en-US" sz="2500" b="1" dirty="0">
                <a:latin typeface="+mn-lt"/>
              </a:rPr>
              <a:t>Why should tasks be assigned to the right people?</a:t>
            </a:r>
          </a:p>
          <a:p>
            <a:pPr>
              <a:lnSpc>
                <a:spcPct val="150000"/>
              </a:lnSpc>
            </a:pPr>
            <a:r>
              <a:rPr lang="en-US" sz="2500" dirty="0">
                <a:latin typeface="+mn-lt"/>
              </a:rPr>
              <a:t>People work better when tasks match their skills and experience.</a:t>
            </a:r>
          </a:p>
          <a:p>
            <a:pPr>
              <a:lnSpc>
                <a:spcPct val="150000"/>
              </a:lnSpc>
            </a:pPr>
            <a:r>
              <a:rPr lang="en-US" sz="2500" b="1" dirty="0">
                <a:latin typeface="+mn-lt"/>
              </a:rPr>
              <a:t>Question 13</a:t>
            </a:r>
          </a:p>
          <a:p>
            <a:pPr>
              <a:lnSpc>
                <a:spcPct val="150000"/>
              </a:lnSpc>
            </a:pPr>
            <a:r>
              <a:rPr lang="en-US" sz="2500" b="1" dirty="0">
                <a:latin typeface="+mn-lt"/>
              </a:rPr>
              <a:t>What should a team do if the project is not going well?</a:t>
            </a:r>
          </a:p>
          <a:p>
            <a:pPr>
              <a:lnSpc>
                <a:spcPct val="150000"/>
              </a:lnSpc>
            </a:pPr>
            <a:r>
              <a:rPr lang="en-US" sz="2500" dirty="0">
                <a:latin typeface="+mn-lt"/>
              </a:rPr>
              <a:t>The team should:</a:t>
            </a:r>
          </a:p>
          <a:p>
            <a:pPr marL="800100" lvl="1" indent="-342900">
              <a:lnSpc>
                <a:spcPct val="150000"/>
              </a:lnSpc>
              <a:buFont typeface="Arial" panose="020B0604020202020204" pitchFamily="34" charset="0"/>
              <a:buChar char="•"/>
            </a:pPr>
            <a:r>
              <a:rPr lang="en-US" sz="2500" dirty="0">
                <a:latin typeface="+mn-lt"/>
              </a:rPr>
              <a:t>Review the problem </a:t>
            </a:r>
          </a:p>
          <a:p>
            <a:pPr marL="800100" lvl="1" indent="-342900">
              <a:lnSpc>
                <a:spcPct val="150000"/>
              </a:lnSpc>
              <a:buFont typeface="Arial" panose="020B0604020202020204" pitchFamily="34" charset="0"/>
              <a:buChar char="•"/>
            </a:pPr>
            <a:r>
              <a:rPr lang="en-US" sz="2500" dirty="0">
                <a:latin typeface="+mn-lt"/>
              </a:rPr>
              <a:t>Make adjustments </a:t>
            </a:r>
          </a:p>
          <a:p>
            <a:pPr marL="800100" lvl="1" indent="-342900">
              <a:lnSpc>
                <a:spcPct val="150000"/>
              </a:lnSpc>
              <a:buFont typeface="Arial" panose="020B0604020202020204" pitchFamily="34" charset="0"/>
              <a:buChar char="•"/>
            </a:pPr>
            <a:r>
              <a:rPr lang="en-US" sz="2500" dirty="0">
                <a:latin typeface="+mn-lt"/>
              </a:rPr>
              <a:t>Improve the plan </a:t>
            </a:r>
          </a:p>
          <a:p>
            <a:pPr marL="800100" lvl="1" indent="-342900">
              <a:lnSpc>
                <a:spcPct val="150000"/>
              </a:lnSpc>
              <a:buFont typeface="Arial" panose="020B0604020202020204" pitchFamily="34" charset="0"/>
              <a:buChar char="•"/>
            </a:pPr>
            <a:r>
              <a:rPr lang="en-US" sz="2500" dirty="0">
                <a:latin typeface="+mn-lt"/>
              </a:rPr>
              <a:t>Take corrective action</a:t>
            </a:r>
          </a:p>
        </p:txBody>
      </p:sp>
    </p:spTree>
    <p:extLst>
      <p:ext uri="{BB962C8B-B14F-4D97-AF65-F5344CB8AC3E}">
        <p14:creationId xmlns:p14="http://schemas.microsoft.com/office/powerpoint/2010/main" val="3391157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barn(inVertical)">
                                      <p:cBhvr>
                                        <p:cTn id="7" dur="500"/>
                                        <p:tgtEl>
                                          <p:spTgt spid="5">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
                                            <p:txEl>
                                              <p:pRg st="5" end="5"/>
                                            </p:txEl>
                                          </p:spTgt>
                                        </p:tgtEl>
                                        <p:attrNameLst>
                                          <p:attrName>style.visibility</p:attrName>
                                        </p:attrNameLst>
                                      </p:cBhvr>
                                      <p:to>
                                        <p:strVal val="visible"/>
                                      </p:to>
                                    </p:set>
                                    <p:animEffect transition="in" filter="barn(inVertical)">
                                      <p:cBhvr>
                                        <p:cTn id="10" dur="500"/>
                                        <p:tgtEl>
                                          <p:spTgt spid="5">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Effect transition="in" filter="barn(inVertical)">
                                      <p:cBhvr>
                                        <p:cTn id="13" dur="500"/>
                                        <p:tgtEl>
                                          <p:spTgt spid="5">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5">
                                            <p:txEl>
                                              <p:pRg st="7" end="7"/>
                                            </p:txEl>
                                          </p:spTgt>
                                        </p:tgtEl>
                                        <p:attrNameLst>
                                          <p:attrName>style.visibility</p:attrName>
                                        </p:attrNameLst>
                                      </p:cBhvr>
                                      <p:to>
                                        <p:strVal val="visible"/>
                                      </p:to>
                                    </p:set>
                                    <p:animEffect transition="in" filter="barn(inVertical)">
                                      <p:cBhvr>
                                        <p:cTn id="16" dur="500"/>
                                        <p:tgtEl>
                                          <p:spTgt spid="5">
                                            <p:txEl>
                                              <p:pRg st="7" end="7"/>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animEffect transition="in" filter="barn(inVertical)">
                                      <p:cBhvr>
                                        <p:cTn id="19" dur="500"/>
                                        <p:tgtEl>
                                          <p:spTgt spid="5">
                                            <p:txEl>
                                              <p:pRg st="8" end="8"/>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5">
                                            <p:txEl>
                                              <p:pRg st="9" end="9"/>
                                            </p:txEl>
                                          </p:spTgt>
                                        </p:tgtEl>
                                        <p:attrNameLst>
                                          <p:attrName>style.visibility</p:attrName>
                                        </p:attrNameLst>
                                      </p:cBhvr>
                                      <p:to>
                                        <p:strVal val="visible"/>
                                      </p:to>
                                    </p:set>
                                    <p:animEffect transition="in" filter="barn(inVertical)">
                                      <p:cBhvr>
                                        <p:cTn id="2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F1EB2-FFED-A6CE-ED55-F9495DB994B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1E22901-3463-3BCD-BDC1-7D827A639B26}"/>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5E87D286-D83B-C6CD-458D-47E321F36E0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CA086196-13F2-449C-423E-3CC2719A45D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56</a:t>
            </a:fld>
            <a:endParaRPr lang="en-US" altLang="en-US" sz="900">
              <a:solidFill>
                <a:srgbClr val="FFFFFF"/>
              </a:solidFill>
            </a:endParaRPr>
          </a:p>
        </p:txBody>
      </p:sp>
      <p:pic>
        <p:nvPicPr>
          <p:cNvPr id="23558" name="Picture 5">
            <a:extLst>
              <a:ext uri="{FF2B5EF4-FFF2-40B4-BE49-F238E27FC236}">
                <a16:creationId xmlns:a16="http://schemas.microsoft.com/office/drawing/2014/main" id="{6FF6B5D2-F673-FCB1-8A1B-4C86FD9B4C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9AB50E3-0993-D530-DDDC-A0E7ED973129}"/>
              </a:ext>
            </a:extLst>
          </p:cNvPr>
          <p:cNvSpPr txBox="1"/>
          <p:nvPr/>
        </p:nvSpPr>
        <p:spPr>
          <a:xfrm>
            <a:off x="63501" y="787617"/>
            <a:ext cx="9144000" cy="4549835"/>
          </a:xfrm>
          <a:prstGeom prst="rect">
            <a:avLst/>
          </a:prstGeom>
          <a:solidFill>
            <a:schemeClr val="bg1"/>
          </a:solidFill>
        </p:spPr>
        <p:txBody>
          <a:bodyPr wrap="square">
            <a:spAutoFit/>
          </a:bodyPr>
          <a:lstStyle/>
          <a:p>
            <a:pPr>
              <a:lnSpc>
                <a:spcPct val="150000"/>
              </a:lnSpc>
            </a:pPr>
            <a:r>
              <a:rPr lang="en-US" sz="2800" b="1" dirty="0">
                <a:latin typeface="+mn-lt"/>
              </a:rPr>
              <a:t>Question 14</a:t>
            </a:r>
          </a:p>
          <a:p>
            <a:pPr>
              <a:lnSpc>
                <a:spcPct val="150000"/>
              </a:lnSpc>
            </a:pPr>
            <a:r>
              <a:rPr lang="en-US" sz="2800" b="1" dirty="0">
                <a:latin typeface="+mn-lt"/>
              </a:rPr>
              <a:t>Why is regular updating important in project execution?</a:t>
            </a:r>
          </a:p>
          <a:p>
            <a:pPr>
              <a:lnSpc>
                <a:spcPct val="150000"/>
              </a:lnSpc>
            </a:pPr>
            <a:r>
              <a:rPr lang="en-US" sz="2800" dirty="0">
                <a:latin typeface="+mn-lt"/>
              </a:rPr>
              <a:t>Regular updates help everyone know:</a:t>
            </a:r>
          </a:p>
          <a:p>
            <a:pPr marL="914400" lvl="1" indent="-457200">
              <a:lnSpc>
                <a:spcPct val="150000"/>
              </a:lnSpc>
              <a:buFont typeface="Arial" panose="020B0604020202020204" pitchFamily="34" charset="0"/>
              <a:buChar char="•"/>
            </a:pPr>
            <a:r>
              <a:rPr lang="en-US" sz="2800" dirty="0">
                <a:latin typeface="+mn-lt"/>
              </a:rPr>
              <a:t>Current progress </a:t>
            </a:r>
          </a:p>
          <a:p>
            <a:pPr marL="914400" lvl="1" indent="-457200">
              <a:lnSpc>
                <a:spcPct val="150000"/>
              </a:lnSpc>
              <a:buFont typeface="Arial" panose="020B0604020202020204" pitchFamily="34" charset="0"/>
              <a:buChar char="•"/>
            </a:pPr>
            <a:r>
              <a:rPr lang="en-US" sz="2800" dirty="0">
                <a:latin typeface="+mn-lt"/>
              </a:rPr>
              <a:t>Problems </a:t>
            </a:r>
          </a:p>
          <a:p>
            <a:pPr marL="914400" lvl="1" indent="-457200">
              <a:lnSpc>
                <a:spcPct val="150000"/>
              </a:lnSpc>
              <a:buFont typeface="Arial" panose="020B0604020202020204" pitchFamily="34" charset="0"/>
              <a:buChar char="•"/>
            </a:pPr>
            <a:r>
              <a:rPr lang="en-US" sz="2800" dirty="0">
                <a:latin typeface="+mn-lt"/>
              </a:rPr>
              <a:t>Changes </a:t>
            </a:r>
          </a:p>
          <a:p>
            <a:pPr marL="914400" lvl="1" indent="-457200">
              <a:lnSpc>
                <a:spcPct val="150000"/>
              </a:lnSpc>
              <a:buFont typeface="Arial" panose="020B0604020202020204" pitchFamily="34" charset="0"/>
              <a:buChar char="•"/>
            </a:pPr>
            <a:r>
              <a:rPr lang="en-US" sz="2800" dirty="0">
                <a:latin typeface="+mn-lt"/>
              </a:rPr>
              <a:t>Next steps</a:t>
            </a:r>
          </a:p>
        </p:txBody>
      </p:sp>
    </p:spTree>
    <p:extLst>
      <p:ext uri="{BB962C8B-B14F-4D97-AF65-F5344CB8AC3E}">
        <p14:creationId xmlns:p14="http://schemas.microsoft.com/office/powerpoint/2010/main" val="1240451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0601-A236-2A83-619F-016A94575DD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E5C893C-C9EE-2236-AB58-097D177FB1D0}"/>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8DAE4E57-8FD2-3E47-D053-F84C075FEFA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623611C-CC83-99BD-2AEB-5E8F69045DD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57</a:t>
            </a:fld>
            <a:endParaRPr lang="en-US" altLang="en-US" sz="900">
              <a:solidFill>
                <a:srgbClr val="FFFFFF"/>
              </a:solidFill>
            </a:endParaRPr>
          </a:p>
        </p:txBody>
      </p:sp>
      <p:pic>
        <p:nvPicPr>
          <p:cNvPr id="23558" name="Picture 5">
            <a:extLst>
              <a:ext uri="{FF2B5EF4-FFF2-40B4-BE49-F238E27FC236}">
                <a16:creationId xmlns:a16="http://schemas.microsoft.com/office/drawing/2014/main" id="{8EB52A90-CD4A-4793-8FE5-6195DDECF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BFAC257-6BDD-BC62-A1AC-FA3428FD5E7E}"/>
              </a:ext>
            </a:extLst>
          </p:cNvPr>
          <p:cNvSpPr txBox="1"/>
          <p:nvPr/>
        </p:nvSpPr>
        <p:spPr>
          <a:xfrm>
            <a:off x="63501" y="787617"/>
            <a:ext cx="9144000" cy="5196166"/>
          </a:xfrm>
          <a:prstGeom prst="rect">
            <a:avLst/>
          </a:prstGeom>
          <a:solidFill>
            <a:schemeClr val="bg1"/>
          </a:solidFill>
        </p:spPr>
        <p:txBody>
          <a:bodyPr wrap="square">
            <a:spAutoFit/>
          </a:bodyPr>
          <a:lstStyle/>
          <a:p>
            <a:pPr>
              <a:lnSpc>
                <a:spcPct val="150000"/>
              </a:lnSpc>
            </a:pPr>
            <a:r>
              <a:rPr lang="en-US" sz="2800" b="1" dirty="0">
                <a:latin typeface="+mn-lt"/>
              </a:rPr>
              <a:t>Question 15</a:t>
            </a:r>
          </a:p>
          <a:p>
            <a:pPr>
              <a:lnSpc>
                <a:spcPct val="150000"/>
              </a:lnSpc>
            </a:pPr>
            <a:r>
              <a:rPr lang="en-US" sz="2800" b="1" dirty="0">
                <a:latin typeface="+mn-lt"/>
              </a:rPr>
              <a:t>What is one important lesson from the video?</a:t>
            </a:r>
          </a:p>
          <a:p>
            <a:pPr>
              <a:lnSpc>
                <a:spcPct val="150000"/>
              </a:lnSpc>
            </a:pPr>
            <a:r>
              <a:rPr lang="en-US" sz="2800" dirty="0">
                <a:latin typeface="+mn-lt"/>
              </a:rPr>
              <a:t>A successful project needs:</a:t>
            </a:r>
          </a:p>
          <a:p>
            <a:pPr marL="914400" lvl="1" indent="-457200">
              <a:lnSpc>
                <a:spcPct val="150000"/>
              </a:lnSpc>
              <a:buFont typeface="Arial" panose="020B0604020202020204" pitchFamily="34" charset="0"/>
              <a:buChar char="•"/>
            </a:pPr>
            <a:r>
              <a:rPr lang="en-US" sz="2800" dirty="0">
                <a:latin typeface="+mn-lt"/>
              </a:rPr>
              <a:t>Good planning </a:t>
            </a:r>
          </a:p>
          <a:p>
            <a:pPr marL="914400" lvl="1" indent="-457200">
              <a:lnSpc>
                <a:spcPct val="150000"/>
              </a:lnSpc>
              <a:buFont typeface="Arial" panose="020B0604020202020204" pitchFamily="34" charset="0"/>
              <a:buChar char="•"/>
            </a:pPr>
            <a:r>
              <a:rPr lang="en-US" sz="2800" dirty="0">
                <a:latin typeface="+mn-lt"/>
              </a:rPr>
              <a:t>Clear communication </a:t>
            </a:r>
          </a:p>
          <a:p>
            <a:pPr marL="914400" lvl="1" indent="-457200">
              <a:lnSpc>
                <a:spcPct val="150000"/>
              </a:lnSpc>
              <a:buFont typeface="Arial" panose="020B0604020202020204" pitchFamily="34" charset="0"/>
              <a:buChar char="•"/>
            </a:pPr>
            <a:r>
              <a:rPr lang="en-US" sz="2800" dirty="0">
                <a:latin typeface="+mn-lt"/>
              </a:rPr>
              <a:t>Monitoring </a:t>
            </a:r>
          </a:p>
          <a:p>
            <a:pPr marL="914400" lvl="1" indent="-457200">
              <a:lnSpc>
                <a:spcPct val="150000"/>
              </a:lnSpc>
              <a:buFont typeface="Arial" panose="020B0604020202020204" pitchFamily="34" charset="0"/>
              <a:buChar char="•"/>
            </a:pPr>
            <a:r>
              <a:rPr lang="en-US" sz="2800" dirty="0">
                <a:latin typeface="+mn-lt"/>
              </a:rPr>
              <a:t>Control </a:t>
            </a:r>
          </a:p>
          <a:p>
            <a:pPr marL="914400" lvl="1" indent="-457200">
              <a:lnSpc>
                <a:spcPct val="150000"/>
              </a:lnSpc>
              <a:buFont typeface="Arial" panose="020B0604020202020204" pitchFamily="34" charset="0"/>
              <a:buChar char="•"/>
            </a:pPr>
            <a:r>
              <a:rPr lang="en-US" sz="2800" dirty="0">
                <a:latin typeface="+mn-lt"/>
              </a:rPr>
              <a:t>Teamwork</a:t>
            </a:r>
          </a:p>
        </p:txBody>
      </p:sp>
    </p:spTree>
    <p:extLst>
      <p:ext uri="{BB962C8B-B14F-4D97-AF65-F5344CB8AC3E}">
        <p14:creationId xmlns:p14="http://schemas.microsoft.com/office/powerpoint/2010/main" val="3370644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1000"/>
                                        <p:tgtEl>
                                          <p:spTgt spid="5">
                                            <p:txEl>
                                              <p:pRg st="7" end="7"/>
                                            </p:txEl>
                                          </p:spTgt>
                                        </p:tgtEl>
                                      </p:cBhvr>
                                    </p:animEffect>
                                    <p:anim calcmode="lin" valueType="num">
                                      <p:cBhvr>
                                        <p:cTn id="3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5C9D0-599E-5058-5382-ABCC201B912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6BFC09E-8157-D457-918A-9D9B41E12056}"/>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38E6E46F-8606-664F-BD98-97DC78F6011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13A2348A-B01A-5CAA-B622-D7C018658C6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58</a:t>
            </a:fld>
            <a:endParaRPr lang="en-US" altLang="en-US" sz="900">
              <a:solidFill>
                <a:srgbClr val="FFFFFF"/>
              </a:solidFill>
            </a:endParaRPr>
          </a:p>
        </p:txBody>
      </p:sp>
      <p:pic>
        <p:nvPicPr>
          <p:cNvPr id="23558" name="Picture 5">
            <a:extLst>
              <a:ext uri="{FF2B5EF4-FFF2-40B4-BE49-F238E27FC236}">
                <a16:creationId xmlns:a16="http://schemas.microsoft.com/office/drawing/2014/main" id="{30A407B0-E169-E300-AB5B-F59B20B6EB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2E7745B-6FC4-99B1-1FC2-39F024B1E587}"/>
              </a:ext>
            </a:extLst>
          </p:cNvPr>
          <p:cNvSpPr txBox="1"/>
          <p:nvPr/>
        </p:nvSpPr>
        <p:spPr>
          <a:xfrm>
            <a:off x="63501" y="787617"/>
            <a:ext cx="9144000" cy="3257174"/>
          </a:xfrm>
          <a:prstGeom prst="rect">
            <a:avLst/>
          </a:prstGeom>
          <a:solidFill>
            <a:schemeClr val="bg1"/>
          </a:solidFill>
        </p:spPr>
        <p:txBody>
          <a:bodyPr wrap="square">
            <a:spAutoFit/>
          </a:bodyPr>
          <a:lstStyle/>
          <a:p>
            <a:pPr>
              <a:lnSpc>
                <a:spcPct val="150000"/>
              </a:lnSpc>
            </a:pPr>
            <a:r>
              <a:rPr lang="en-US" sz="2800" b="1" dirty="0">
                <a:latin typeface="+mn-lt"/>
              </a:rPr>
              <a:t>Short Classroom Discussion Activities</a:t>
            </a:r>
          </a:p>
          <a:p>
            <a:pPr>
              <a:lnSpc>
                <a:spcPct val="150000"/>
              </a:lnSpc>
            </a:pPr>
            <a:r>
              <a:rPr lang="en-US" sz="2800" b="1" dirty="0">
                <a:latin typeface="+mn-lt"/>
              </a:rPr>
              <a:t>Activity 1</a:t>
            </a:r>
          </a:p>
          <a:p>
            <a:pPr>
              <a:lnSpc>
                <a:spcPct val="150000"/>
              </a:lnSpc>
            </a:pPr>
            <a:r>
              <a:rPr lang="en-US" sz="2800" dirty="0">
                <a:latin typeface="+mn-lt"/>
              </a:rPr>
              <a:t>Can a project succeed without planning? Why or why not?</a:t>
            </a:r>
          </a:p>
          <a:p>
            <a:pPr>
              <a:lnSpc>
                <a:spcPct val="150000"/>
              </a:lnSpc>
            </a:pPr>
            <a:r>
              <a:rPr lang="en-US" sz="2800" dirty="0">
                <a:latin typeface="+mn-lt"/>
              </a:rPr>
              <a:t>No, because without planning people may not know their tasks, deadlines, or goals.</a:t>
            </a:r>
          </a:p>
        </p:txBody>
      </p:sp>
    </p:spTree>
    <p:extLst>
      <p:ext uri="{BB962C8B-B14F-4D97-AF65-F5344CB8AC3E}">
        <p14:creationId xmlns:p14="http://schemas.microsoft.com/office/powerpoint/2010/main" val="3434867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1000"/>
                                        <p:tgtEl>
                                          <p:spTgt spid="5">
                                            <p:txEl>
                                              <p:pRg st="3" end="3"/>
                                            </p:txEl>
                                          </p:spTgt>
                                        </p:tgtEl>
                                      </p:cBhvr>
                                    </p:animEffect>
                                    <p:anim calcmode="lin" valueType="num">
                                      <p:cBhvr>
                                        <p:cTn id="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04A5F-4F45-273B-6E22-E40EC167E54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1DC2B07-9B29-0C7B-FD43-69006B09E064}"/>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8BC3B65C-996B-629A-A8AD-000B9F658F7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8994F5C-DD7E-7F19-106C-A6776371DD3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59</a:t>
            </a:fld>
            <a:endParaRPr lang="en-US" altLang="en-US" sz="900">
              <a:solidFill>
                <a:srgbClr val="FFFFFF"/>
              </a:solidFill>
            </a:endParaRPr>
          </a:p>
        </p:txBody>
      </p:sp>
      <p:pic>
        <p:nvPicPr>
          <p:cNvPr id="23558" name="Picture 5">
            <a:extLst>
              <a:ext uri="{FF2B5EF4-FFF2-40B4-BE49-F238E27FC236}">
                <a16:creationId xmlns:a16="http://schemas.microsoft.com/office/drawing/2014/main" id="{EACE6130-CB2E-6D00-21FD-AD2BA83D0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77A6762-FAC8-3E21-F045-FAFF4F5963D9}"/>
              </a:ext>
            </a:extLst>
          </p:cNvPr>
          <p:cNvSpPr txBox="1"/>
          <p:nvPr/>
        </p:nvSpPr>
        <p:spPr>
          <a:xfrm>
            <a:off x="63501" y="787617"/>
            <a:ext cx="9144000" cy="5196166"/>
          </a:xfrm>
          <a:prstGeom prst="rect">
            <a:avLst/>
          </a:prstGeom>
          <a:solidFill>
            <a:schemeClr val="bg1"/>
          </a:solidFill>
        </p:spPr>
        <p:txBody>
          <a:bodyPr wrap="square">
            <a:spAutoFit/>
          </a:bodyPr>
          <a:lstStyle/>
          <a:p>
            <a:pPr>
              <a:lnSpc>
                <a:spcPct val="150000"/>
              </a:lnSpc>
            </a:pPr>
            <a:r>
              <a:rPr lang="en-US" sz="2800" b="1" dirty="0">
                <a:latin typeface="+mn-lt"/>
              </a:rPr>
              <a:t>Activity 2</a:t>
            </a:r>
          </a:p>
          <a:p>
            <a:pPr>
              <a:lnSpc>
                <a:spcPct val="150000"/>
              </a:lnSpc>
            </a:pPr>
            <a:r>
              <a:rPr lang="en-US" sz="2800" dirty="0">
                <a:latin typeface="+mn-lt"/>
              </a:rPr>
              <a:t>What problems can happen during project execution?</a:t>
            </a:r>
          </a:p>
          <a:p>
            <a:pPr>
              <a:lnSpc>
                <a:spcPct val="150000"/>
              </a:lnSpc>
            </a:pPr>
            <a:r>
              <a:rPr lang="en-US" sz="2800" dirty="0">
                <a:latin typeface="+mn-lt"/>
              </a:rPr>
              <a:t>Problems may include:</a:t>
            </a:r>
          </a:p>
          <a:p>
            <a:pPr marL="914400" lvl="1" indent="-457200">
              <a:lnSpc>
                <a:spcPct val="150000"/>
              </a:lnSpc>
              <a:buFont typeface="Arial" panose="020B0604020202020204" pitchFamily="34" charset="0"/>
              <a:buChar char="•"/>
            </a:pPr>
            <a:r>
              <a:rPr lang="en-US" sz="2800" dirty="0">
                <a:latin typeface="+mn-lt"/>
              </a:rPr>
              <a:t>Delays </a:t>
            </a:r>
          </a:p>
          <a:p>
            <a:pPr marL="914400" lvl="1" indent="-457200">
              <a:lnSpc>
                <a:spcPct val="150000"/>
              </a:lnSpc>
              <a:buFont typeface="Arial" panose="020B0604020202020204" pitchFamily="34" charset="0"/>
              <a:buChar char="•"/>
            </a:pPr>
            <a:r>
              <a:rPr lang="en-US" sz="2800" dirty="0">
                <a:latin typeface="+mn-lt"/>
              </a:rPr>
              <a:t>Lack of resources </a:t>
            </a:r>
          </a:p>
          <a:p>
            <a:pPr marL="914400" lvl="1" indent="-457200">
              <a:lnSpc>
                <a:spcPct val="150000"/>
              </a:lnSpc>
              <a:buFont typeface="Arial" panose="020B0604020202020204" pitchFamily="34" charset="0"/>
              <a:buChar char="•"/>
            </a:pPr>
            <a:r>
              <a:rPr lang="en-US" sz="2800" dirty="0">
                <a:latin typeface="+mn-lt"/>
              </a:rPr>
              <a:t>Poor communication </a:t>
            </a:r>
          </a:p>
          <a:p>
            <a:pPr marL="914400" lvl="1" indent="-457200">
              <a:lnSpc>
                <a:spcPct val="150000"/>
              </a:lnSpc>
              <a:buFont typeface="Arial" panose="020B0604020202020204" pitchFamily="34" charset="0"/>
              <a:buChar char="•"/>
            </a:pPr>
            <a:r>
              <a:rPr lang="en-US" sz="2800" dirty="0">
                <a:latin typeface="+mn-lt"/>
              </a:rPr>
              <a:t>Budget problems </a:t>
            </a:r>
          </a:p>
          <a:p>
            <a:pPr marL="914400" lvl="1" indent="-457200">
              <a:lnSpc>
                <a:spcPct val="150000"/>
              </a:lnSpc>
              <a:buFont typeface="Arial" panose="020B0604020202020204" pitchFamily="34" charset="0"/>
              <a:buChar char="•"/>
            </a:pPr>
            <a:r>
              <a:rPr lang="en-US" sz="2800" dirty="0">
                <a:latin typeface="+mn-lt"/>
              </a:rPr>
              <a:t>Team conflicts</a:t>
            </a:r>
          </a:p>
        </p:txBody>
      </p:sp>
    </p:spTree>
    <p:extLst>
      <p:ext uri="{BB962C8B-B14F-4D97-AF65-F5344CB8AC3E}">
        <p14:creationId xmlns:p14="http://schemas.microsoft.com/office/powerpoint/2010/main" val="1541903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1000"/>
                                        <p:tgtEl>
                                          <p:spTgt spid="5">
                                            <p:txEl>
                                              <p:pRg st="7" end="7"/>
                                            </p:txEl>
                                          </p:spTgt>
                                        </p:tgtEl>
                                      </p:cBhvr>
                                    </p:animEffect>
                                    <p:anim calcmode="lin" valueType="num">
                                      <p:cBhvr>
                                        <p:cTn id="3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7986A-187C-766C-8B89-D10EE79CF8F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B7B0D28-35B2-12BE-4A14-CF0A650E292F}"/>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EA0FB7DC-04BC-4E49-D57D-2D7861A944C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D2B4909A-44A7-3BC9-967A-EFCB78E0207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60</a:t>
            </a:fld>
            <a:endParaRPr lang="en-US" altLang="en-US" sz="900">
              <a:solidFill>
                <a:srgbClr val="FFFFFF"/>
              </a:solidFill>
            </a:endParaRPr>
          </a:p>
        </p:txBody>
      </p:sp>
      <p:pic>
        <p:nvPicPr>
          <p:cNvPr id="23558" name="Picture 5">
            <a:extLst>
              <a:ext uri="{FF2B5EF4-FFF2-40B4-BE49-F238E27FC236}">
                <a16:creationId xmlns:a16="http://schemas.microsoft.com/office/drawing/2014/main" id="{BF0BDA1B-D630-CE65-F4B1-5FF9280984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9634086-1D0E-C32F-C6BF-BF1CB179883C}"/>
              </a:ext>
            </a:extLst>
          </p:cNvPr>
          <p:cNvSpPr txBox="1"/>
          <p:nvPr/>
        </p:nvSpPr>
        <p:spPr>
          <a:xfrm>
            <a:off x="63501" y="787617"/>
            <a:ext cx="9144000" cy="2610843"/>
          </a:xfrm>
          <a:prstGeom prst="rect">
            <a:avLst/>
          </a:prstGeom>
          <a:solidFill>
            <a:schemeClr val="bg1"/>
          </a:solidFill>
        </p:spPr>
        <p:txBody>
          <a:bodyPr wrap="square">
            <a:spAutoFit/>
          </a:bodyPr>
          <a:lstStyle/>
          <a:p>
            <a:pPr>
              <a:lnSpc>
                <a:spcPct val="150000"/>
              </a:lnSpc>
            </a:pPr>
            <a:r>
              <a:rPr lang="en-US" sz="2800" b="1" dirty="0">
                <a:latin typeface="+mn-lt"/>
              </a:rPr>
              <a:t>Activity 3</a:t>
            </a:r>
          </a:p>
          <a:p>
            <a:pPr>
              <a:lnSpc>
                <a:spcPct val="150000"/>
              </a:lnSpc>
            </a:pPr>
            <a:r>
              <a:rPr lang="en-US" sz="2800" dirty="0">
                <a:latin typeface="+mn-lt"/>
              </a:rPr>
              <a:t>Why is teamwork important in executing a plan?</a:t>
            </a:r>
          </a:p>
          <a:p>
            <a:pPr>
              <a:lnSpc>
                <a:spcPct val="150000"/>
              </a:lnSpc>
            </a:pPr>
            <a:r>
              <a:rPr lang="en-US" sz="2800" dirty="0">
                <a:latin typeface="+mn-lt"/>
              </a:rPr>
              <a:t>Teamwork helps people share responsibilities, solve problems together, and complete work faster.</a:t>
            </a:r>
          </a:p>
        </p:txBody>
      </p:sp>
    </p:spTree>
    <p:extLst>
      <p:ext uri="{BB962C8B-B14F-4D97-AF65-F5344CB8AC3E}">
        <p14:creationId xmlns:p14="http://schemas.microsoft.com/office/powerpoint/2010/main" val="357764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A5CE7-7769-A89C-7721-861F8FBF2A2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8AAFFFF-D3D2-ACE6-B7C1-8ECB6BEF20D0}"/>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4D4B1797-5D54-05DE-DF15-02C08E03764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30B550C-B244-E63D-723F-EAFBAF4A705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61</a:t>
            </a:fld>
            <a:endParaRPr lang="en-US" altLang="en-US" sz="900">
              <a:solidFill>
                <a:srgbClr val="FFFFFF"/>
              </a:solidFill>
            </a:endParaRPr>
          </a:p>
        </p:txBody>
      </p:sp>
      <p:pic>
        <p:nvPicPr>
          <p:cNvPr id="23558" name="Picture 5">
            <a:extLst>
              <a:ext uri="{FF2B5EF4-FFF2-40B4-BE49-F238E27FC236}">
                <a16:creationId xmlns:a16="http://schemas.microsoft.com/office/drawing/2014/main" id="{AF2F2BEC-6C89-EBDD-AB12-91FB77CBF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2A56644-1109-3B08-B5A9-9110CFC7152F}"/>
              </a:ext>
            </a:extLst>
          </p:cNvPr>
          <p:cNvSpPr txBox="1"/>
          <p:nvPr/>
        </p:nvSpPr>
        <p:spPr>
          <a:xfrm>
            <a:off x="63501" y="787617"/>
            <a:ext cx="9144000" cy="2610843"/>
          </a:xfrm>
          <a:prstGeom prst="rect">
            <a:avLst/>
          </a:prstGeom>
          <a:solidFill>
            <a:schemeClr val="bg1"/>
          </a:solidFill>
        </p:spPr>
        <p:txBody>
          <a:bodyPr wrap="square">
            <a:spAutoFit/>
          </a:bodyPr>
          <a:lstStyle/>
          <a:p>
            <a:pPr>
              <a:lnSpc>
                <a:spcPct val="150000"/>
              </a:lnSpc>
            </a:pPr>
            <a:r>
              <a:rPr lang="en-US" sz="2800" b="1" dirty="0">
                <a:latin typeface="+mn-lt"/>
              </a:rPr>
              <a:t>Activity 4</a:t>
            </a:r>
          </a:p>
          <a:p>
            <a:pPr>
              <a:lnSpc>
                <a:spcPct val="150000"/>
              </a:lnSpc>
            </a:pPr>
            <a:r>
              <a:rPr lang="en-US" sz="2800" dirty="0">
                <a:latin typeface="+mn-lt"/>
              </a:rPr>
              <a:t>What should managers do when a project goes off track?</a:t>
            </a:r>
          </a:p>
          <a:p>
            <a:pPr>
              <a:lnSpc>
                <a:spcPct val="150000"/>
              </a:lnSpc>
            </a:pPr>
            <a:r>
              <a:rPr lang="en-US" sz="2800" dirty="0">
                <a:latin typeface="+mn-lt"/>
              </a:rPr>
              <a:t>Managers should monitor the project, identify problems, and make corrections quickly.</a:t>
            </a:r>
          </a:p>
        </p:txBody>
      </p:sp>
    </p:spTree>
    <p:extLst>
      <p:ext uri="{BB962C8B-B14F-4D97-AF65-F5344CB8AC3E}">
        <p14:creationId xmlns:p14="http://schemas.microsoft.com/office/powerpoint/2010/main" val="457061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B096-D82B-7286-289C-A31FF9FDFBD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58B4876-2B66-31C7-3021-EFFD3F3FE7B7}"/>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9B625F0C-811A-9E7E-B57E-B7405739C8B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4737E80A-B3E7-AA0E-A97A-FF041520EB9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62</a:t>
            </a:fld>
            <a:endParaRPr lang="en-US" altLang="en-US" sz="900">
              <a:solidFill>
                <a:srgbClr val="FFFFFF"/>
              </a:solidFill>
            </a:endParaRPr>
          </a:p>
        </p:txBody>
      </p:sp>
      <p:pic>
        <p:nvPicPr>
          <p:cNvPr id="23558" name="Picture 5">
            <a:extLst>
              <a:ext uri="{FF2B5EF4-FFF2-40B4-BE49-F238E27FC236}">
                <a16:creationId xmlns:a16="http://schemas.microsoft.com/office/drawing/2014/main" id="{756FF354-F5BC-A5D0-EA36-60BE3E0C53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AEBD579-B27C-2DBB-6B63-560362252D25}"/>
              </a:ext>
            </a:extLst>
          </p:cNvPr>
          <p:cNvSpPr txBox="1"/>
          <p:nvPr/>
        </p:nvSpPr>
        <p:spPr>
          <a:xfrm>
            <a:off x="63501" y="787617"/>
            <a:ext cx="9144000" cy="3257174"/>
          </a:xfrm>
          <a:prstGeom prst="rect">
            <a:avLst/>
          </a:prstGeom>
          <a:solidFill>
            <a:schemeClr val="bg1"/>
          </a:solidFill>
        </p:spPr>
        <p:txBody>
          <a:bodyPr wrap="square">
            <a:spAutoFit/>
          </a:bodyPr>
          <a:lstStyle/>
          <a:p>
            <a:pPr>
              <a:lnSpc>
                <a:spcPct val="150000"/>
              </a:lnSpc>
            </a:pPr>
            <a:r>
              <a:rPr lang="en-US" sz="2800" b="1" dirty="0">
                <a:latin typeface="+mn-lt"/>
              </a:rPr>
              <a:t>Activity 5</a:t>
            </a:r>
          </a:p>
          <a:p>
            <a:pPr>
              <a:lnSpc>
                <a:spcPct val="150000"/>
              </a:lnSpc>
            </a:pPr>
            <a:r>
              <a:rPr lang="en-US" sz="2800" dirty="0">
                <a:latin typeface="+mn-lt"/>
              </a:rPr>
              <a:t>Which step do you think is most important: Plan, Execute, Monitor, or Control? Why?</a:t>
            </a:r>
          </a:p>
          <a:p>
            <a:pPr>
              <a:lnSpc>
                <a:spcPct val="150000"/>
              </a:lnSpc>
            </a:pPr>
            <a:r>
              <a:rPr lang="en-US" sz="2800" dirty="0">
                <a:latin typeface="+mn-lt"/>
              </a:rPr>
              <a:t>Planning is important because it guides all the other steps. Without a good plan, execution becomes difficult.</a:t>
            </a:r>
          </a:p>
        </p:txBody>
      </p:sp>
    </p:spTree>
    <p:extLst>
      <p:ext uri="{BB962C8B-B14F-4D97-AF65-F5344CB8AC3E}">
        <p14:creationId xmlns:p14="http://schemas.microsoft.com/office/powerpoint/2010/main" val="182240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 The 5 Phases of The Project Life Cycle</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418A09D5-C92D-3C4B-E0DE-FC1020372093}"/>
              </a:ext>
            </a:extLst>
          </p:cNvPr>
          <p:cNvPicPr>
            <a:picLocks noChangeAspect="1"/>
          </p:cNvPicPr>
          <p:nvPr/>
        </p:nvPicPr>
        <p:blipFill>
          <a:blip r:embed="rId3"/>
          <a:stretch>
            <a:fillRect/>
          </a:stretch>
        </p:blipFill>
        <p:spPr>
          <a:xfrm>
            <a:off x="702197" y="2478516"/>
            <a:ext cx="7315200" cy="2534622"/>
          </a:xfrm>
          <a:prstGeom prst="rect">
            <a:avLst/>
          </a:prstGeom>
        </p:spPr>
      </p:pic>
    </p:spTree>
    <p:extLst>
      <p:ext uri="{BB962C8B-B14F-4D97-AF65-F5344CB8AC3E}">
        <p14:creationId xmlns:p14="http://schemas.microsoft.com/office/powerpoint/2010/main" val="36208408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Project Implementation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551528" y="2177375"/>
            <a:ext cx="7857460" cy="2177006"/>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Key Objectives of Project Implementation</a:t>
            </a:r>
          </a:p>
          <a:p>
            <a:pPr marL="839788" lvl="2" indent="-182563">
              <a:lnSpc>
                <a:spcPct val="90000"/>
              </a:lnSpc>
              <a:spcBef>
                <a:spcPts val="200"/>
              </a:spcBef>
              <a:spcAft>
                <a:spcPts val="400"/>
              </a:spcAft>
              <a:buClr>
                <a:schemeClr val="accent1"/>
              </a:buClr>
              <a:buFont typeface="Arial" panose="020B0604020202020204" pitchFamily="34" charset="0"/>
              <a:buChar char="•"/>
            </a:pPr>
            <a:endParaRPr lang="en-AU" dirty="0">
              <a:solidFill>
                <a:schemeClr val="tx1">
                  <a:lumMod val="75000"/>
                  <a:lumOff val="25000"/>
                </a:schemeClr>
              </a:solidFill>
              <a:highlight>
                <a:srgbClr val="FFFFFF"/>
              </a:highlight>
              <a:latin typeface="+mn-lt"/>
              <a:cs typeface="+mn-cs"/>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Achieve project deliverables: Ensure all planned outputs are produced.</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Meet deadlines and stay within budget: Adherence to project timeline and financial constraints.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Ensure quality standards: Deliver outcomes meeting stakeholder expectations.</a:t>
            </a:r>
          </a:p>
        </p:txBody>
      </p:sp>
    </p:spTree>
    <p:extLst>
      <p:ext uri="{BB962C8B-B14F-4D97-AF65-F5344CB8AC3E}">
        <p14:creationId xmlns:p14="http://schemas.microsoft.com/office/powerpoint/2010/main" val="21755072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Project Implementation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descr="Project Implementation Plan Process Presentation Template">
            <a:extLst>
              <a:ext uri="{FF2B5EF4-FFF2-40B4-BE49-F238E27FC236}">
                <a16:creationId xmlns:a16="http://schemas.microsoft.com/office/drawing/2014/main" id="{699830E7-C629-3C25-5759-A543EF1DB9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665" y="1831112"/>
            <a:ext cx="7517879" cy="4228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6394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7845932" cy="4321533"/>
          </a:xfrm>
        </p:spPr>
        <p:txBody>
          <a:bodyPr/>
          <a:lstStyle/>
          <a:p>
            <a:pPr>
              <a:buFont typeface="Arial" panose="020B0604020202020204" pitchFamily="34" charset="0"/>
              <a:buChar char="•"/>
            </a:pPr>
            <a:r>
              <a:rPr lang="en-AU" sz="2400" b="1" dirty="0"/>
              <a:t>Project implementation plan </a:t>
            </a:r>
          </a:p>
          <a:p>
            <a:pPr lvl="1">
              <a:buFont typeface="Arial" panose="020B0604020202020204" pitchFamily="34" charset="0"/>
              <a:buChar char="•"/>
            </a:pPr>
            <a:r>
              <a:rPr lang="en-AU" dirty="0"/>
              <a:t>A project implementation plan serves as a roadmap that outlines the steps and processes required to execute a project successfully. It keeps the team aligned, increases efficiency, communication, and effective resource use, and saves projects from risks like scope creep.</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67F19E3B-2A91-F746-DAC1-436238DB3EA4}"/>
              </a:ext>
            </a:extLst>
          </p:cNvPr>
          <p:cNvPicPr>
            <a:picLocks noChangeAspect="1"/>
          </p:cNvPicPr>
          <p:nvPr/>
        </p:nvPicPr>
        <p:blipFill>
          <a:blip r:embed="rId3"/>
          <a:stretch>
            <a:fillRect/>
          </a:stretch>
        </p:blipFill>
        <p:spPr>
          <a:xfrm>
            <a:off x="1487118" y="3392918"/>
            <a:ext cx="5020008" cy="2886247"/>
          </a:xfrm>
          <a:prstGeom prst="rect">
            <a:avLst/>
          </a:prstGeom>
        </p:spPr>
      </p:pic>
    </p:spTree>
    <p:extLst>
      <p:ext uri="{BB962C8B-B14F-4D97-AF65-F5344CB8AC3E}">
        <p14:creationId xmlns:p14="http://schemas.microsoft.com/office/powerpoint/2010/main" val="14022201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7845932" cy="4321533"/>
          </a:xfrm>
        </p:spPr>
        <p:txBody>
          <a:bodyPr/>
          <a:lstStyle/>
          <a:p>
            <a:pPr>
              <a:buFont typeface="Arial" panose="020B0604020202020204" pitchFamily="34" charset="0"/>
              <a:buChar char="•"/>
            </a:pPr>
            <a:r>
              <a:rPr lang="en-AU" sz="2800" b="1" dirty="0">
                <a:solidFill>
                  <a:schemeClr val="accent2">
                    <a:lumMod val="75000"/>
                  </a:schemeClr>
                </a:solidFill>
              </a:rPr>
              <a:t>Components of an Implementation Plan</a:t>
            </a:r>
          </a:p>
          <a:p>
            <a:pPr marL="0" indent="0">
              <a:buNone/>
            </a:pPr>
            <a:endParaRPr lang="en-AU" sz="2800" b="1" dirty="0">
              <a:solidFill>
                <a:schemeClr val="accent2">
                  <a:lumMod val="75000"/>
                </a:schemeClr>
              </a:solidFill>
            </a:endParaRPr>
          </a:p>
          <a:p>
            <a:pPr lvl="1">
              <a:buFont typeface="Arial" panose="020B0604020202020204" pitchFamily="34" charset="0"/>
              <a:buChar char="•"/>
            </a:pPr>
            <a:r>
              <a:rPr lang="en-AU" b="1" i="0" dirty="0">
                <a:solidFill>
                  <a:schemeClr val="tx1">
                    <a:lumMod val="75000"/>
                    <a:lumOff val="25000"/>
                  </a:schemeClr>
                </a:solidFill>
                <a:effectLst/>
                <a:highlight>
                  <a:srgbClr val="FFFFFF"/>
                </a:highlight>
              </a:rPr>
              <a:t>Scope and Objectives</a:t>
            </a:r>
            <a:r>
              <a:rPr lang="en-AU" i="0" dirty="0">
                <a:solidFill>
                  <a:schemeClr val="tx1">
                    <a:lumMod val="75000"/>
                    <a:lumOff val="25000"/>
                  </a:schemeClr>
                </a:solidFill>
                <a:effectLst/>
                <a:highlight>
                  <a:srgbClr val="FFFFFF"/>
                </a:highlight>
              </a:rPr>
              <a:t>: Clearly define project boundaries and desired outcomes.</a:t>
            </a:r>
          </a:p>
          <a:p>
            <a:pPr lvl="1">
              <a:buFont typeface="Arial" panose="020B0604020202020204" pitchFamily="34" charset="0"/>
              <a:buChar char="•"/>
            </a:pPr>
            <a:r>
              <a:rPr lang="en-AU" b="1" dirty="0">
                <a:solidFill>
                  <a:schemeClr val="tx1">
                    <a:lumMod val="75000"/>
                    <a:lumOff val="25000"/>
                  </a:schemeClr>
                </a:solidFill>
                <a:highlight>
                  <a:srgbClr val="FFFFFF"/>
                </a:highlight>
              </a:rPr>
              <a:t>Tasks: </a:t>
            </a:r>
            <a:r>
              <a:rPr lang="en-AU" i="0" dirty="0">
                <a:solidFill>
                  <a:schemeClr val="tx1">
                    <a:lumMod val="75000"/>
                    <a:lumOff val="25000"/>
                  </a:schemeClr>
                </a:solidFill>
                <a:effectLst/>
                <a:highlight>
                  <a:srgbClr val="FFFFFF"/>
                </a:highlight>
              </a:rPr>
              <a:t>Breakdown of work into manageable activities.</a:t>
            </a:r>
          </a:p>
          <a:p>
            <a:pPr lvl="1">
              <a:buFont typeface="Arial" panose="020B0604020202020204" pitchFamily="34" charset="0"/>
              <a:buChar char="•"/>
            </a:pPr>
            <a:r>
              <a:rPr lang="en-AU" b="1" dirty="0">
                <a:solidFill>
                  <a:schemeClr val="tx1">
                    <a:lumMod val="75000"/>
                    <a:lumOff val="25000"/>
                  </a:schemeClr>
                </a:solidFill>
                <a:highlight>
                  <a:srgbClr val="FFFFFF"/>
                </a:highlight>
              </a:rPr>
              <a:t>Resources: </a:t>
            </a:r>
            <a:r>
              <a:rPr lang="en-AU" i="0" dirty="0">
                <a:solidFill>
                  <a:schemeClr val="tx1">
                    <a:lumMod val="75000"/>
                    <a:lumOff val="25000"/>
                  </a:schemeClr>
                </a:solidFill>
                <a:effectLst/>
                <a:highlight>
                  <a:srgbClr val="FFFFFF"/>
                </a:highlight>
              </a:rPr>
              <a:t>Allocation of human, financial, and technological resources.</a:t>
            </a:r>
          </a:p>
          <a:p>
            <a:pPr lvl="1">
              <a:buFont typeface="Arial" panose="020B0604020202020204" pitchFamily="34" charset="0"/>
              <a:buChar char="•"/>
            </a:pPr>
            <a:r>
              <a:rPr lang="en-AU" b="1" dirty="0">
                <a:solidFill>
                  <a:schemeClr val="tx1">
                    <a:lumMod val="75000"/>
                    <a:lumOff val="25000"/>
                  </a:schemeClr>
                </a:solidFill>
                <a:highlight>
                  <a:srgbClr val="FFFFFF"/>
                </a:highlight>
              </a:rPr>
              <a:t>Timeline: </a:t>
            </a:r>
            <a:r>
              <a:rPr lang="en-AU" i="0" dirty="0">
                <a:solidFill>
                  <a:schemeClr val="tx1">
                    <a:lumMod val="75000"/>
                    <a:lumOff val="25000"/>
                  </a:schemeClr>
                </a:solidFill>
                <a:effectLst/>
                <a:highlight>
                  <a:srgbClr val="FFFFFF"/>
                </a:highlight>
              </a:rPr>
              <a:t>Schedule of tasks and milestones.</a:t>
            </a:r>
          </a:p>
          <a:p>
            <a:pPr lvl="1">
              <a:buFont typeface="Arial" panose="020B0604020202020204" pitchFamily="34" charset="0"/>
              <a:buChar char="•"/>
            </a:pPr>
            <a:r>
              <a:rPr lang="en-AU" b="1" dirty="0">
                <a:solidFill>
                  <a:schemeClr val="tx1">
                    <a:lumMod val="75000"/>
                    <a:lumOff val="25000"/>
                  </a:schemeClr>
                </a:solidFill>
                <a:highlight>
                  <a:srgbClr val="FFFFFF"/>
                </a:highlight>
              </a:rPr>
              <a:t>Risks: </a:t>
            </a:r>
            <a:r>
              <a:rPr lang="en-AU" i="0" dirty="0">
                <a:solidFill>
                  <a:schemeClr val="tx1">
                    <a:lumMod val="75000"/>
                    <a:lumOff val="25000"/>
                  </a:schemeClr>
                </a:solidFill>
                <a:effectLst/>
                <a:highlight>
                  <a:srgbClr val="FFFFFF"/>
                </a:highlight>
              </a:rPr>
              <a:t>Identification and mitigation strategies.</a:t>
            </a:r>
          </a:p>
          <a:p>
            <a:pPr lvl="1">
              <a:buFont typeface="Arial" panose="020B0604020202020204" pitchFamily="34" charset="0"/>
              <a:buChar char="•"/>
            </a:pPr>
            <a:r>
              <a:rPr lang="en-AU" b="1" dirty="0">
                <a:solidFill>
                  <a:schemeClr val="tx1">
                    <a:lumMod val="75000"/>
                    <a:lumOff val="25000"/>
                  </a:schemeClr>
                </a:solidFill>
                <a:highlight>
                  <a:srgbClr val="FFFFFF"/>
                </a:highlight>
              </a:rPr>
              <a:t>Quality Assurance: </a:t>
            </a:r>
            <a:r>
              <a:rPr lang="en-AU" i="0" dirty="0">
                <a:solidFill>
                  <a:schemeClr val="tx1">
                    <a:lumMod val="75000"/>
                    <a:lumOff val="25000"/>
                  </a:schemeClr>
                </a:solidFill>
                <a:effectLst/>
                <a:highlight>
                  <a:srgbClr val="FFFFFF"/>
                </a:highlight>
              </a:rPr>
              <a:t>Criteria and benchmarks for ensuring deliverable quality.</a:t>
            </a:r>
            <a:endParaRPr lang="en-AU"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15146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7845932" cy="4321533"/>
          </a:xfrm>
        </p:spPr>
        <p:txBody>
          <a:bodyPr/>
          <a:lstStyle/>
          <a:p>
            <a:pPr>
              <a:buFont typeface="Arial" panose="020B0604020202020204" pitchFamily="34" charset="0"/>
              <a:buChar char="•"/>
            </a:pPr>
            <a:r>
              <a:rPr lang="en-AU" sz="3200" b="1" dirty="0">
                <a:solidFill>
                  <a:schemeClr val="accent2">
                    <a:lumMod val="75000"/>
                  </a:schemeClr>
                </a:solidFill>
              </a:rPr>
              <a:t>Steps to Create an Implementation Plan</a:t>
            </a:r>
          </a:p>
          <a:p>
            <a:pPr lvl="1">
              <a:buFont typeface="Arial" panose="020B0604020202020204" pitchFamily="34" charset="0"/>
              <a:buChar char="•"/>
            </a:pPr>
            <a:r>
              <a:rPr lang="en-AU" sz="2000" b="1" i="0" dirty="0">
                <a:solidFill>
                  <a:schemeClr val="tx1">
                    <a:lumMod val="75000"/>
                    <a:lumOff val="25000"/>
                  </a:schemeClr>
                </a:solidFill>
                <a:effectLst/>
                <a:highlight>
                  <a:srgbClr val="FFFFFF"/>
                </a:highlight>
              </a:rPr>
              <a:t>Gathering Requirements: </a:t>
            </a:r>
            <a:r>
              <a:rPr lang="en-AU" sz="2000" i="0" dirty="0">
                <a:solidFill>
                  <a:schemeClr val="tx1">
                    <a:lumMod val="75000"/>
                    <a:lumOff val="25000"/>
                  </a:schemeClr>
                </a:solidFill>
                <a:effectLst/>
                <a:highlight>
                  <a:srgbClr val="FFFFFF"/>
                </a:highlight>
              </a:rPr>
              <a:t>Elicit and document stakeholder needs and expectations.</a:t>
            </a:r>
          </a:p>
          <a:p>
            <a:pPr lvl="1">
              <a:buFont typeface="Arial" panose="020B0604020202020204" pitchFamily="34" charset="0"/>
              <a:buChar char="•"/>
            </a:pPr>
            <a:r>
              <a:rPr lang="en-AU" sz="2000" b="1" dirty="0">
                <a:solidFill>
                  <a:schemeClr val="tx1">
                    <a:lumMod val="75000"/>
                    <a:lumOff val="25000"/>
                  </a:schemeClr>
                </a:solidFill>
                <a:highlight>
                  <a:srgbClr val="FFFFFF"/>
                </a:highlight>
              </a:rPr>
              <a:t>Defining Tasks: </a:t>
            </a:r>
            <a:r>
              <a:rPr lang="en-AU" sz="2000" i="0" dirty="0">
                <a:solidFill>
                  <a:schemeClr val="tx1">
                    <a:lumMod val="75000"/>
                    <a:lumOff val="25000"/>
                  </a:schemeClr>
                </a:solidFill>
                <a:effectLst/>
                <a:highlight>
                  <a:srgbClr val="FFFFFF"/>
                </a:highlight>
              </a:rPr>
              <a:t>Creating a Work Breakdown Structure (WBS) to organise and schedule tasks.</a:t>
            </a:r>
          </a:p>
          <a:p>
            <a:pPr lvl="1">
              <a:buFont typeface="Arial" panose="020B0604020202020204" pitchFamily="34" charset="0"/>
              <a:buChar char="•"/>
            </a:pPr>
            <a:r>
              <a:rPr lang="en-AU" sz="2000" b="1" dirty="0">
                <a:solidFill>
                  <a:schemeClr val="tx1">
                    <a:lumMod val="75000"/>
                    <a:lumOff val="25000"/>
                  </a:schemeClr>
                </a:solidFill>
                <a:highlight>
                  <a:srgbClr val="FFFFFF"/>
                </a:highlight>
              </a:rPr>
              <a:t>Allocating Resources: </a:t>
            </a:r>
            <a:r>
              <a:rPr lang="en-AU" sz="2000" i="0" dirty="0">
                <a:solidFill>
                  <a:schemeClr val="tx1">
                    <a:lumMod val="75000"/>
                    <a:lumOff val="25000"/>
                  </a:schemeClr>
                </a:solidFill>
                <a:effectLst/>
                <a:highlight>
                  <a:srgbClr val="FFFFFF"/>
                </a:highlight>
              </a:rPr>
              <a:t>Assigning resources based on availability and skillset.</a:t>
            </a:r>
          </a:p>
          <a:p>
            <a:pPr lvl="1">
              <a:buFont typeface="Arial" panose="020B0604020202020204" pitchFamily="34" charset="0"/>
              <a:buChar char="•"/>
            </a:pPr>
            <a:r>
              <a:rPr lang="en-AU" sz="2000" b="1" dirty="0">
                <a:solidFill>
                  <a:schemeClr val="tx1">
                    <a:lumMod val="75000"/>
                    <a:lumOff val="25000"/>
                  </a:schemeClr>
                </a:solidFill>
                <a:highlight>
                  <a:srgbClr val="FFFFFF"/>
                </a:highlight>
              </a:rPr>
              <a:t>Setting Timelines: </a:t>
            </a:r>
            <a:r>
              <a:rPr lang="en-AU" sz="2000" i="0" dirty="0">
                <a:solidFill>
                  <a:schemeClr val="tx1">
                    <a:lumMod val="75000"/>
                    <a:lumOff val="25000"/>
                  </a:schemeClr>
                </a:solidFill>
                <a:effectLst/>
                <a:highlight>
                  <a:srgbClr val="FFFFFF"/>
                </a:highlight>
              </a:rPr>
              <a:t>Establishing realistic deadlines and milestones for each task</a:t>
            </a:r>
            <a:r>
              <a:rPr lang="en-AU" sz="2000" b="1" i="0" dirty="0">
                <a:solidFill>
                  <a:schemeClr val="tx1">
                    <a:lumMod val="75000"/>
                    <a:lumOff val="25000"/>
                  </a:schemeClr>
                </a:solidFill>
                <a:effectLst/>
                <a:highlight>
                  <a:srgbClr val="FFFFFF"/>
                </a:highlight>
              </a:rPr>
              <a:t>.</a:t>
            </a:r>
            <a:endParaRPr lang="en-AU" sz="2000"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75907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8186174" cy="4321533"/>
          </a:xfrm>
        </p:spPr>
        <p:txBody>
          <a:bodyPr/>
          <a:lstStyle/>
          <a:p>
            <a:pPr>
              <a:buFont typeface="Arial" panose="020B0604020202020204" pitchFamily="34" charset="0"/>
              <a:buChar char="•"/>
            </a:pPr>
            <a:r>
              <a:rPr lang="en-AU" sz="3200" b="1" dirty="0">
                <a:solidFill>
                  <a:schemeClr val="accent2">
                    <a:lumMod val="75000"/>
                  </a:schemeClr>
                </a:solidFill>
              </a:rPr>
              <a:t>Introduction to Scheduling Techniques</a:t>
            </a:r>
          </a:p>
          <a:p>
            <a:pPr lvl="1">
              <a:buFont typeface="Arial" panose="020B0604020202020204" pitchFamily="34" charset="0"/>
              <a:buChar char="•"/>
            </a:pPr>
            <a:r>
              <a:rPr lang="en-AU" sz="2400" b="1" dirty="0">
                <a:solidFill>
                  <a:schemeClr val="tx1">
                    <a:lumMod val="75000"/>
                    <a:lumOff val="25000"/>
                  </a:schemeClr>
                </a:solidFill>
                <a:highlight>
                  <a:srgbClr val="FFFFFF"/>
                </a:highlight>
              </a:rPr>
              <a:t>Purpose:</a:t>
            </a:r>
          </a:p>
          <a:p>
            <a:pPr lvl="2">
              <a:buFont typeface="Arial" panose="020B0604020202020204" pitchFamily="34" charset="0"/>
              <a:buChar char="•"/>
            </a:pPr>
            <a:r>
              <a:rPr lang="en-AU" sz="2000" dirty="0">
                <a:solidFill>
                  <a:schemeClr val="tx1">
                    <a:lumMod val="75000"/>
                    <a:lumOff val="25000"/>
                  </a:schemeClr>
                </a:solidFill>
                <a:highlight>
                  <a:srgbClr val="FFFFFF"/>
                </a:highlight>
              </a:rPr>
              <a:t>Ensure tasks are completed on time within the project timeline.</a:t>
            </a:r>
          </a:p>
          <a:p>
            <a:pPr marL="384175" lvl="2" indent="0">
              <a:buNone/>
            </a:pPr>
            <a:endParaRPr lang="en-AU" sz="2000" dirty="0">
              <a:solidFill>
                <a:schemeClr val="tx1">
                  <a:lumMod val="75000"/>
                  <a:lumOff val="25000"/>
                </a:schemeClr>
              </a:solidFill>
              <a:highlight>
                <a:srgbClr val="FFFFFF"/>
              </a:highlight>
            </a:endParaRPr>
          </a:p>
          <a:p>
            <a:pPr lvl="1">
              <a:buFont typeface="Arial" panose="020B0604020202020204" pitchFamily="34" charset="0"/>
              <a:buChar char="•"/>
            </a:pPr>
            <a:r>
              <a:rPr lang="en-AU" sz="2400" b="1" dirty="0">
                <a:solidFill>
                  <a:schemeClr val="tx1">
                    <a:lumMod val="75000"/>
                    <a:lumOff val="25000"/>
                  </a:schemeClr>
                </a:solidFill>
                <a:highlight>
                  <a:srgbClr val="FFFFFF"/>
                </a:highlight>
              </a:rPr>
              <a:t>Tools:</a:t>
            </a:r>
          </a:p>
          <a:p>
            <a:pPr lvl="2">
              <a:buFont typeface="Arial" panose="020B0604020202020204" pitchFamily="34" charset="0"/>
              <a:buChar char="•"/>
            </a:pPr>
            <a:r>
              <a:rPr lang="en-AU" sz="2000" dirty="0">
                <a:solidFill>
                  <a:schemeClr val="tx1">
                    <a:lumMod val="75000"/>
                    <a:lumOff val="25000"/>
                  </a:schemeClr>
                </a:solidFill>
                <a:highlight>
                  <a:srgbClr val="FFFFFF"/>
                </a:highlight>
              </a:rPr>
              <a:t>Gantt Charts: Visual representation of tasks and timelines.</a:t>
            </a:r>
          </a:p>
          <a:p>
            <a:pPr lvl="2">
              <a:buFont typeface="Arial" panose="020B0604020202020204" pitchFamily="34" charset="0"/>
              <a:buChar char="•"/>
            </a:pPr>
            <a:r>
              <a:rPr lang="en-AU" sz="2000" dirty="0">
                <a:solidFill>
                  <a:schemeClr val="tx1">
                    <a:lumMod val="75000"/>
                    <a:lumOff val="25000"/>
                  </a:schemeClr>
                </a:solidFill>
                <a:highlight>
                  <a:srgbClr val="FFFFFF"/>
                </a:highlight>
              </a:rPr>
              <a:t>PERT Charts: Analysis of task dependencies and critical paths.</a:t>
            </a:r>
          </a:p>
          <a:p>
            <a:pPr lvl="2">
              <a:buFont typeface="Arial" panose="020B0604020202020204" pitchFamily="34" charset="0"/>
              <a:buChar char="•"/>
            </a:pPr>
            <a:r>
              <a:rPr lang="en-AU" sz="2000" dirty="0">
                <a:solidFill>
                  <a:schemeClr val="tx1">
                    <a:lumMod val="75000"/>
                    <a:lumOff val="25000"/>
                  </a:schemeClr>
                </a:solidFill>
                <a:highlight>
                  <a:srgbClr val="FFFFFF"/>
                </a:highlight>
              </a:rPr>
              <a:t>Critical Path Method (CPM): Identifying longest sequences of tasks determining project duration</a:t>
            </a:r>
            <a:r>
              <a:rPr lang="en-AU" sz="2000" b="1" dirty="0">
                <a:solidFill>
                  <a:schemeClr val="tx1">
                    <a:lumMod val="75000"/>
                    <a:lumOff val="25000"/>
                  </a:schemeClr>
                </a:solidFill>
                <a:highlight>
                  <a:srgbClr val="FFFFFF"/>
                </a:highlight>
              </a:rPr>
              <a:t>.</a:t>
            </a:r>
            <a:endParaRPr lang="en-AU" sz="2000"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9405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8186174" cy="4321533"/>
          </a:xfrm>
        </p:spPr>
        <p:txBody>
          <a:bodyPr/>
          <a:lstStyle/>
          <a:p>
            <a:pPr>
              <a:buFont typeface="Arial" panose="020B0604020202020204" pitchFamily="34" charset="0"/>
              <a:buChar char="•"/>
            </a:pPr>
            <a:r>
              <a:rPr lang="en-AU" sz="3200" b="1" dirty="0">
                <a:solidFill>
                  <a:schemeClr val="accent2">
                    <a:lumMod val="75000"/>
                  </a:schemeClr>
                </a:solidFill>
              </a:rPr>
              <a:t>Identifying and Allocating Resources</a:t>
            </a:r>
          </a:p>
          <a:p>
            <a:pPr lvl="1">
              <a:buFont typeface="Arial" panose="020B0604020202020204" pitchFamily="34" charset="0"/>
              <a:buChar char="•"/>
            </a:pPr>
            <a:r>
              <a:rPr lang="en-AU" sz="2400" b="1" dirty="0">
                <a:solidFill>
                  <a:schemeClr val="tx1">
                    <a:lumMod val="75000"/>
                    <a:lumOff val="25000"/>
                  </a:schemeClr>
                </a:solidFill>
                <a:highlight>
                  <a:srgbClr val="FFFFFF"/>
                </a:highlight>
              </a:rPr>
              <a:t>Purpose:</a:t>
            </a:r>
          </a:p>
          <a:p>
            <a:pPr lvl="2">
              <a:buFont typeface="Arial" panose="020B0604020202020204" pitchFamily="34" charset="0"/>
              <a:buChar char="•"/>
            </a:pPr>
            <a:r>
              <a:rPr lang="en-AU" sz="2000" dirty="0">
                <a:solidFill>
                  <a:schemeClr val="tx1">
                    <a:lumMod val="75000"/>
                    <a:lumOff val="25000"/>
                  </a:schemeClr>
                </a:solidFill>
                <a:highlight>
                  <a:srgbClr val="FFFFFF"/>
                </a:highlight>
              </a:rPr>
              <a:t>Ensure tasks are completed on time within the project timeline.</a:t>
            </a:r>
          </a:p>
          <a:p>
            <a:pPr marL="384175" lvl="2" indent="0">
              <a:buNone/>
            </a:pPr>
            <a:endParaRPr lang="en-AU" sz="2000" dirty="0">
              <a:solidFill>
                <a:schemeClr val="tx1">
                  <a:lumMod val="75000"/>
                  <a:lumOff val="25000"/>
                </a:schemeClr>
              </a:solidFill>
              <a:highlight>
                <a:srgbClr val="FFFFFF"/>
              </a:highlight>
            </a:endParaRPr>
          </a:p>
          <a:p>
            <a:pPr lvl="1">
              <a:buFont typeface="Arial" panose="020B0604020202020204" pitchFamily="34" charset="0"/>
              <a:buChar char="•"/>
            </a:pPr>
            <a:r>
              <a:rPr lang="en-AU" sz="2400" b="1" dirty="0">
                <a:solidFill>
                  <a:schemeClr val="tx1">
                    <a:lumMod val="75000"/>
                    <a:lumOff val="25000"/>
                  </a:schemeClr>
                </a:solidFill>
                <a:highlight>
                  <a:srgbClr val="FFFFFF"/>
                </a:highlight>
              </a:rPr>
              <a:t>Types of Resources:</a:t>
            </a:r>
          </a:p>
          <a:p>
            <a:pPr lvl="2">
              <a:buFont typeface="Arial" panose="020B0604020202020204" pitchFamily="34" charset="0"/>
              <a:buChar char="•"/>
            </a:pPr>
            <a:r>
              <a:rPr lang="en-AU" sz="2000" dirty="0">
                <a:solidFill>
                  <a:schemeClr val="tx1">
                    <a:lumMod val="75000"/>
                    <a:lumOff val="25000"/>
                  </a:schemeClr>
                </a:solidFill>
                <a:highlight>
                  <a:srgbClr val="FFFFFF"/>
                </a:highlight>
              </a:rPr>
              <a:t>Human Resources: Skill sets and roles required for project execution.</a:t>
            </a:r>
          </a:p>
          <a:p>
            <a:pPr lvl="2">
              <a:buFont typeface="Arial" panose="020B0604020202020204" pitchFamily="34" charset="0"/>
              <a:buChar char="•"/>
            </a:pPr>
            <a:r>
              <a:rPr lang="en-AU" sz="2000" dirty="0">
                <a:solidFill>
                  <a:schemeClr val="tx1">
                    <a:lumMod val="75000"/>
                    <a:lumOff val="25000"/>
                  </a:schemeClr>
                </a:solidFill>
                <a:highlight>
                  <a:srgbClr val="FFFFFF"/>
                </a:highlight>
              </a:rPr>
              <a:t>Financial Resources: Budget allocation and cost management.</a:t>
            </a:r>
          </a:p>
          <a:p>
            <a:pPr lvl="2">
              <a:buFont typeface="Arial" panose="020B0604020202020204" pitchFamily="34" charset="0"/>
              <a:buChar char="•"/>
            </a:pPr>
            <a:r>
              <a:rPr lang="en-AU" sz="2000" dirty="0">
                <a:solidFill>
                  <a:schemeClr val="tx1">
                    <a:lumMod val="75000"/>
                    <a:lumOff val="25000"/>
                  </a:schemeClr>
                </a:solidFill>
                <a:highlight>
                  <a:srgbClr val="FFFFFF"/>
                </a:highlight>
              </a:rPr>
              <a:t>Technological Resources: Tools and equipment necessary for project tasks.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30149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8186174" cy="4321533"/>
          </a:xfrm>
        </p:spPr>
        <p:txBody>
          <a:bodyPr/>
          <a:lstStyle/>
          <a:p>
            <a:pPr>
              <a:buFont typeface="Arial" panose="020B0604020202020204" pitchFamily="34" charset="0"/>
              <a:buChar char="•"/>
            </a:pPr>
            <a:r>
              <a:rPr lang="en-AU" sz="2800" b="1" dirty="0">
                <a:solidFill>
                  <a:schemeClr val="accent2">
                    <a:lumMod val="75000"/>
                  </a:schemeClr>
                </a:solidFill>
              </a:rPr>
              <a:t>Budget Management</a:t>
            </a:r>
            <a:endParaRPr lang="en-AU" b="1" dirty="0">
              <a:solidFill>
                <a:schemeClr val="tx1">
                  <a:lumMod val="75000"/>
                  <a:lumOff val="25000"/>
                </a:schemeClr>
              </a:solidFill>
              <a:highlight>
                <a:srgbClr val="FFFFFF"/>
              </a:highlight>
            </a:endParaRPr>
          </a:p>
          <a:p>
            <a:pPr marL="90488" lvl="2" indent="-90488">
              <a:spcBef>
                <a:spcPts val="1200"/>
              </a:spcBef>
              <a:spcAft>
                <a:spcPts val="200"/>
              </a:spcAft>
              <a:buSzPct val="100000"/>
              <a:buFont typeface="Arial" panose="020B0604020202020204" pitchFamily="34" charset="0"/>
              <a:buChar char="•"/>
            </a:pPr>
            <a:r>
              <a:rPr lang="en-AU" sz="2000" b="1" dirty="0">
                <a:solidFill>
                  <a:schemeClr val="tx1">
                    <a:lumMod val="75000"/>
                    <a:lumOff val="25000"/>
                  </a:schemeClr>
                </a:solidFill>
                <a:highlight>
                  <a:srgbClr val="FFFFFF"/>
                </a:highlight>
              </a:rPr>
              <a:t>Benefits:</a:t>
            </a:r>
          </a:p>
          <a:p>
            <a:pPr lvl="2">
              <a:buFont typeface="Arial" panose="020B0604020202020204" pitchFamily="34" charset="0"/>
              <a:buChar char="•"/>
            </a:pPr>
            <a:r>
              <a:rPr lang="en-AU" sz="1800" dirty="0">
                <a:solidFill>
                  <a:schemeClr val="tx1">
                    <a:lumMod val="75000"/>
                    <a:lumOff val="25000"/>
                  </a:schemeClr>
                </a:solidFill>
                <a:highlight>
                  <a:srgbClr val="FFFFFF"/>
                </a:highlight>
              </a:rPr>
              <a:t>Financial Control: Preventing budget overruns and ensuring financial stability.</a:t>
            </a:r>
          </a:p>
          <a:p>
            <a:pPr lvl="2">
              <a:buFont typeface="Arial" panose="020B0604020202020204" pitchFamily="34" charset="0"/>
              <a:buChar char="•"/>
            </a:pPr>
            <a:r>
              <a:rPr lang="en-AU" sz="1800" dirty="0">
                <a:solidFill>
                  <a:schemeClr val="tx1">
                    <a:lumMod val="75000"/>
                    <a:lumOff val="25000"/>
                  </a:schemeClr>
                </a:solidFill>
                <a:highlight>
                  <a:srgbClr val="FFFFFF"/>
                </a:highlight>
              </a:rPr>
              <a:t>Project Viability: Assessing financial feasibility and sustainability throughout the project lifecycle.</a:t>
            </a:r>
          </a:p>
          <a:p>
            <a:pPr>
              <a:buFont typeface="Arial" panose="020B0604020202020204" pitchFamily="34" charset="0"/>
              <a:buChar char="•"/>
            </a:pPr>
            <a:r>
              <a:rPr lang="en-AU" b="1" dirty="0">
                <a:solidFill>
                  <a:schemeClr val="tx1">
                    <a:lumMod val="75000"/>
                    <a:lumOff val="25000"/>
                  </a:schemeClr>
                </a:solidFill>
                <a:highlight>
                  <a:srgbClr val="FFFFFF"/>
                </a:highlight>
              </a:rPr>
              <a:t>Creating a Budget:</a:t>
            </a:r>
          </a:p>
          <a:p>
            <a:pPr lvl="2">
              <a:buFont typeface="Arial" panose="020B0604020202020204" pitchFamily="34" charset="0"/>
              <a:buChar char="•"/>
            </a:pPr>
            <a:r>
              <a:rPr lang="en-AU" sz="1800" dirty="0">
                <a:solidFill>
                  <a:schemeClr val="tx1">
                    <a:lumMod val="75000"/>
                    <a:lumOff val="25000"/>
                  </a:schemeClr>
                </a:solidFill>
                <a:highlight>
                  <a:srgbClr val="FFFFFF"/>
                </a:highlight>
              </a:rPr>
              <a:t>Cost Estimation: Estimating expenses for project tasks and resources.</a:t>
            </a:r>
          </a:p>
          <a:p>
            <a:pPr lvl="2">
              <a:buFont typeface="Arial" panose="020B0604020202020204" pitchFamily="34" charset="0"/>
              <a:buChar char="•"/>
            </a:pPr>
            <a:r>
              <a:rPr lang="en-AU" sz="1800" dirty="0">
                <a:solidFill>
                  <a:schemeClr val="tx1">
                    <a:lumMod val="75000"/>
                    <a:lumOff val="25000"/>
                  </a:schemeClr>
                </a:solidFill>
                <a:highlight>
                  <a:srgbClr val="FFFFFF"/>
                </a:highlight>
              </a:rPr>
              <a:t>Budget Tracking: Monitoring actual expenditures against budgeted amounts.</a:t>
            </a:r>
          </a:p>
          <a:p>
            <a:pPr lvl="2">
              <a:buFont typeface="Arial" panose="020B0604020202020204" pitchFamily="34" charset="0"/>
              <a:buChar char="•"/>
            </a:pPr>
            <a:r>
              <a:rPr lang="en-AU" sz="1800" dirty="0">
                <a:solidFill>
                  <a:schemeClr val="tx1">
                    <a:lumMod val="75000"/>
                    <a:lumOff val="25000"/>
                  </a:schemeClr>
                </a:solidFill>
                <a:highlight>
                  <a:srgbClr val="FFFFFF"/>
                </a:highlight>
              </a:rPr>
              <a:t>Example: Using budget management tools to track project finances accurately.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1317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8186174" cy="4321533"/>
          </a:xfrm>
        </p:spPr>
        <p:txBody>
          <a:bodyPr/>
          <a:lstStyle/>
          <a:p>
            <a:pPr>
              <a:buFont typeface="Arial" panose="020B0604020202020204" pitchFamily="34" charset="0"/>
              <a:buChar char="•"/>
            </a:pPr>
            <a:r>
              <a:rPr lang="en-AU" sz="2800" b="1" dirty="0">
                <a:solidFill>
                  <a:schemeClr val="accent2">
                    <a:lumMod val="75000"/>
                  </a:schemeClr>
                </a:solidFill>
              </a:rPr>
              <a:t>Assigning Tasks</a:t>
            </a:r>
          </a:p>
          <a:p>
            <a:pPr lvl="1">
              <a:buFont typeface="Arial" panose="020B0604020202020204" pitchFamily="34" charset="0"/>
              <a:buChar char="•"/>
            </a:pPr>
            <a:r>
              <a:rPr lang="en-AU" b="1" dirty="0">
                <a:solidFill>
                  <a:schemeClr val="tx1">
                    <a:lumMod val="75000"/>
                    <a:lumOff val="25000"/>
                  </a:schemeClr>
                </a:solidFill>
                <a:highlight>
                  <a:srgbClr val="FFFFFF"/>
                </a:highlight>
              </a:rPr>
              <a:t>Matching Skills: </a:t>
            </a:r>
            <a:r>
              <a:rPr lang="en-AU" dirty="0">
                <a:solidFill>
                  <a:schemeClr val="tx1">
                    <a:lumMod val="75000"/>
                    <a:lumOff val="25000"/>
                  </a:schemeClr>
                </a:solidFill>
                <a:highlight>
                  <a:srgbClr val="FFFFFF"/>
                </a:highlight>
              </a:rPr>
              <a:t>Assigning tasks based on team member expertise and capabilities.</a:t>
            </a:r>
          </a:p>
          <a:p>
            <a:pPr lvl="1">
              <a:buFont typeface="Arial" panose="020B0604020202020204" pitchFamily="34" charset="0"/>
              <a:buChar char="•"/>
            </a:pPr>
            <a:r>
              <a:rPr lang="en-AU" b="1" dirty="0">
                <a:solidFill>
                  <a:schemeClr val="tx1">
                    <a:lumMod val="75000"/>
                    <a:lumOff val="25000"/>
                  </a:schemeClr>
                </a:solidFill>
                <a:highlight>
                  <a:srgbClr val="FFFFFF"/>
                </a:highlight>
              </a:rPr>
              <a:t>Responsibility Assignment Matrix (RAM): </a:t>
            </a:r>
            <a:r>
              <a:rPr lang="en-AU" dirty="0">
                <a:solidFill>
                  <a:schemeClr val="tx1">
                    <a:lumMod val="75000"/>
                    <a:lumOff val="25000"/>
                  </a:schemeClr>
                </a:solidFill>
                <a:highlight>
                  <a:srgbClr val="FFFFFF"/>
                </a:highlight>
              </a:rPr>
              <a:t>Defining roles and responsibilities for each project task.</a:t>
            </a:r>
          </a:p>
          <a:p>
            <a:pPr lvl="1">
              <a:buFont typeface="Arial" panose="020B0604020202020204" pitchFamily="34" charset="0"/>
              <a:buChar char="•"/>
            </a:pPr>
            <a:endParaRPr lang="en-AU" sz="1600" dirty="0">
              <a:solidFill>
                <a:schemeClr val="tx1">
                  <a:lumMod val="75000"/>
                  <a:lumOff val="25000"/>
                </a:schemeClr>
              </a:solidFill>
              <a:highlight>
                <a:srgbClr val="FFFFFF"/>
              </a:highlight>
            </a:endParaRPr>
          </a:p>
          <a:p>
            <a:pPr lvl="1">
              <a:buFont typeface="Arial" panose="020B0604020202020204" pitchFamily="34" charset="0"/>
              <a:buChar char="•"/>
            </a:pPr>
            <a:endParaRPr lang="en-AU" sz="1600"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1BFF3FC6-4EA0-7625-EFA1-A87B4FC7B15B}"/>
              </a:ext>
            </a:extLst>
          </p:cNvPr>
          <p:cNvPicPr>
            <a:picLocks noChangeAspect="1"/>
          </p:cNvPicPr>
          <p:nvPr/>
        </p:nvPicPr>
        <p:blipFill>
          <a:blip r:embed="rId3"/>
          <a:stretch>
            <a:fillRect/>
          </a:stretch>
        </p:blipFill>
        <p:spPr>
          <a:xfrm>
            <a:off x="2241586" y="3263421"/>
            <a:ext cx="4276172" cy="2907018"/>
          </a:xfrm>
          <a:prstGeom prst="rect">
            <a:avLst/>
          </a:prstGeom>
        </p:spPr>
      </p:pic>
    </p:spTree>
    <p:extLst>
      <p:ext uri="{BB962C8B-B14F-4D97-AF65-F5344CB8AC3E}">
        <p14:creationId xmlns:p14="http://schemas.microsoft.com/office/powerpoint/2010/main" val="18736725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8186174" cy="4321533"/>
          </a:xfrm>
        </p:spPr>
        <p:txBody>
          <a:bodyPr/>
          <a:lstStyle/>
          <a:p>
            <a:pPr>
              <a:buFont typeface="Arial" panose="020B0604020202020204" pitchFamily="34" charset="0"/>
              <a:buChar char="•"/>
            </a:pPr>
            <a:r>
              <a:rPr lang="en-AU" sz="2800" b="1" dirty="0">
                <a:solidFill>
                  <a:schemeClr val="accent2">
                    <a:lumMod val="75000"/>
                  </a:schemeClr>
                </a:solidFill>
              </a:rPr>
              <a:t>Monitoring Tools:</a:t>
            </a:r>
          </a:p>
          <a:p>
            <a:pPr lvl="1">
              <a:buFont typeface="Arial" panose="020B0604020202020204" pitchFamily="34" charset="0"/>
              <a:buChar char="•"/>
            </a:pPr>
            <a:r>
              <a:rPr lang="en-AU" sz="2200" b="1" dirty="0"/>
              <a:t>Project Management Software</a:t>
            </a:r>
            <a:r>
              <a:rPr lang="en-AU" sz="2200" dirty="0"/>
              <a:t>: Tools like Jira, Trello, or Microsoft Project for task tracking and progress monitoring.</a:t>
            </a:r>
          </a:p>
          <a:p>
            <a:pPr lvl="1">
              <a:buFont typeface="Arial" panose="020B0604020202020204" pitchFamily="34" charset="0"/>
              <a:buChar char="•"/>
            </a:pPr>
            <a:r>
              <a:rPr lang="en-AU" sz="2200" b="1" dirty="0"/>
              <a:t>Key Performance Indicators (KPIs): </a:t>
            </a:r>
            <a:r>
              <a:rPr lang="en-AU" sz="2200" dirty="0"/>
              <a:t>Metrics used to measure project performance against objectives.</a:t>
            </a:r>
          </a:p>
          <a:p>
            <a:pPr marL="200025" lvl="1" indent="0">
              <a:buNone/>
            </a:pPr>
            <a:endParaRPr lang="en-AU" sz="2200" dirty="0"/>
          </a:p>
          <a:p>
            <a:pPr marL="200025" lvl="1" indent="0">
              <a:buNone/>
            </a:pPr>
            <a:r>
              <a:rPr lang="en-AU" sz="2200" i="1" dirty="0"/>
              <a:t>Example: Using KPIs to track project milestones and performance indicators effectively.</a:t>
            </a:r>
          </a:p>
          <a:p>
            <a:pPr lvl="1">
              <a:buFont typeface="Arial" panose="020B0604020202020204" pitchFamily="34" charset="0"/>
              <a:buChar char="•"/>
            </a:pPr>
            <a:endParaRPr lang="en-AU" sz="1600" dirty="0">
              <a:solidFill>
                <a:schemeClr val="tx1">
                  <a:lumMod val="75000"/>
                  <a:lumOff val="25000"/>
                </a:schemeClr>
              </a:solidFill>
              <a:highlight>
                <a:srgbClr val="FFFFFF"/>
              </a:highlight>
            </a:endParaRPr>
          </a:p>
          <a:p>
            <a:pPr lvl="1">
              <a:buFont typeface="Arial" panose="020B0604020202020204" pitchFamily="34" charset="0"/>
              <a:buChar char="•"/>
            </a:pPr>
            <a:endParaRPr lang="en-AU" sz="1600"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63324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8186174" cy="4321533"/>
          </a:xfrm>
        </p:spPr>
        <p:txBody>
          <a:bodyPr/>
          <a:lstStyle/>
          <a:p>
            <a:pPr>
              <a:buFont typeface="Arial" panose="020B0604020202020204" pitchFamily="34" charset="0"/>
              <a:buChar char="•"/>
            </a:pPr>
            <a:r>
              <a:rPr lang="en-AU" sz="2800" b="1" dirty="0">
                <a:solidFill>
                  <a:schemeClr val="accent2">
                    <a:lumMod val="75000"/>
                  </a:schemeClr>
                </a:solidFill>
              </a:rPr>
              <a:t>Identifying Risks in IT Projects</a:t>
            </a:r>
          </a:p>
          <a:p>
            <a:pPr marL="90488" lvl="2" indent="-90488">
              <a:spcBef>
                <a:spcPts val="1200"/>
              </a:spcBef>
              <a:spcAft>
                <a:spcPts val="200"/>
              </a:spcAft>
              <a:buSzPct val="100000"/>
              <a:buFont typeface="Arial" panose="020B0604020202020204" pitchFamily="34" charset="0"/>
              <a:buChar char="•"/>
            </a:pPr>
            <a:r>
              <a:rPr lang="en-AU" sz="2000" b="1" dirty="0">
                <a:solidFill>
                  <a:schemeClr val="tx1">
                    <a:lumMod val="75000"/>
                    <a:lumOff val="25000"/>
                  </a:schemeClr>
                </a:solidFill>
                <a:highlight>
                  <a:srgbClr val="FFFFFF"/>
                </a:highlight>
              </a:rPr>
              <a:t>Common Risks:</a:t>
            </a:r>
          </a:p>
          <a:p>
            <a:pPr lvl="2">
              <a:buFont typeface="Arial" panose="020B0604020202020204" pitchFamily="34" charset="0"/>
              <a:buChar char="•"/>
            </a:pPr>
            <a:r>
              <a:rPr lang="en-AU" sz="2000" b="1" dirty="0">
                <a:solidFill>
                  <a:schemeClr val="tx1">
                    <a:lumMod val="75000"/>
                    <a:lumOff val="25000"/>
                  </a:schemeClr>
                </a:solidFill>
                <a:highlight>
                  <a:srgbClr val="FFFFFF"/>
                </a:highlight>
              </a:rPr>
              <a:t>Technical Risks: </a:t>
            </a:r>
            <a:r>
              <a:rPr lang="en-AU" sz="2000" dirty="0">
                <a:solidFill>
                  <a:schemeClr val="tx1">
                    <a:lumMod val="75000"/>
                    <a:lumOff val="25000"/>
                  </a:schemeClr>
                </a:solidFill>
                <a:highlight>
                  <a:srgbClr val="FFFFFF"/>
                </a:highlight>
              </a:rPr>
              <a:t>Challenges related to technology integration or system failures.</a:t>
            </a:r>
          </a:p>
          <a:p>
            <a:pPr lvl="2">
              <a:buFont typeface="Arial" panose="020B0604020202020204" pitchFamily="34" charset="0"/>
              <a:buChar char="•"/>
            </a:pPr>
            <a:r>
              <a:rPr lang="en-AU" sz="2000" b="1" dirty="0">
                <a:solidFill>
                  <a:schemeClr val="tx1">
                    <a:lumMod val="75000"/>
                    <a:lumOff val="25000"/>
                  </a:schemeClr>
                </a:solidFill>
                <a:highlight>
                  <a:srgbClr val="FFFFFF"/>
                </a:highlight>
              </a:rPr>
              <a:t>Financial Risks: </a:t>
            </a:r>
            <a:r>
              <a:rPr lang="en-AU" sz="2000" dirty="0">
                <a:solidFill>
                  <a:schemeClr val="tx1">
                    <a:lumMod val="75000"/>
                    <a:lumOff val="25000"/>
                  </a:schemeClr>
                </a:solidFill>
                <a:highlight>
                  <a:srgbClr val="FFFFFF"/>
                </a:highlight>
              </a:rPr>
              <a:t>Budget overruns or unexpected costs impacting project finances.</a:t>
            </a:r>
          </a:p>
          <a:p>
            <a:pPr lvl="2">
              <a:buFont typeface="Arial" panose="020B0604020202020204" pitchFamily="34" charset="0"/>
              <a:buChar char="•"/>
            </a:pPr>
            <a:r>
              <a:rPr lang="en-AU" sz="2000" b="1" dirty="0">
                <a:solidFill>
                  <a:schemeClr val="tx1">
                    <a:lumMod val="75000"/>
                    <a:lumOff val="25000"/>
                  </a:schemeClr>
                </a:solidFill>
                <a:highlight>
                  <a:srgbClr val="FFFFFF"/>
                </a:highlight>
              </a:rPr>
              <a:t>Operational Risks: </a:t>
            </a:r>
            <a:r>
              <a:rPr lang="en-AU" sz="2000" dirty="0">
                <a:solidFill>
                  <a:schemeClr val="tx1">
                    <a:lumMod val="75000"/>
                    <a:lumOff val="25000"/>
                  </a:schemeClr>
                </a:solidFill>
                <a:highlight>
                  <a:srgbClr val="FFFFFF"/>
                </a:highlight>
              </a:rPr>
              <a:t>Process inefficiencies or organisational changes affecting project execution.</a:t>
            </a:r>
          </a:p>
          <a:p>
            <a:pPr lvl="1">
              <a:buFont typeface="Arial" panose="020B0604020202020204" pitchFamily="34" charset="0"/>
              <a:buChar char="•"/>
            </a:pPr>
            <a:endParaRPr lang="en-AU" sz="1600" dirty="0">
              <a:solidFill>
                <a:schemeClr val="tx1">
                  <a:lumMod val="75000"/>
                  <a:lumOff val="25000"/>
                </a:schemeClr>
              </a:solidFill>
              <a:highlight>
                <a:srgbClr val="FFFFFF"/>
              </a:highlight>
            </a:endParaRPr>
          </a:p>
          <a:p>
            <a:pPr lvl="1">
              <a:buFont typeface="Arial" panose="020B0604020202020204" pitchFamily="34" charset="0"/>
              <a:buChar char="•"/>
            </a:pPr>
            <a:endParaRPr lang="en-AU" sz="1600"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24436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8186174" cy="4321533"/>
          </a:xfrm>
        </p:spPr>
        <p:txBody>
          <a:bodyPr/>
          <a:lstStyle/>
          <a:p>
            <a:pPr>
              <a:buFont typeface="Arial" panose="020B0604020202020204" pitchFamily="34" charset="0"/>
              <a:buChar char="•"/>
            </a:pPr>
            <a:r>
              <a:rPr lang="en-AU" sz="2800" b="1" dirty="0">
                <a:solidFill>
                  <a:schemeClr val="accent2">
                    <a:lumMod val="75000"/>
                  </a:schemeClr>
                </a:solidFill>
              </a:rPr>
              <a:t>Developing Risk Mitigation Plans</a:t>
            </a:r>
          </a:p>
          <a:p>
            <a:pPr marL="90488" lvl="1" indent="-90488">
              <a:spcBef>
                <a:spcPts val="1200"/>
              </a:spcBef>
              <a:spcAft>
                <a:spcPts val="200"/>
              </a:spcAft>
              <a:buSzPct val="100000"/>
              <a:buFont typeface="Arial" panose="020B0604020202020204" pitchFamily="34" charset="0"/>
              <a:buChar char="•"/>
            </a:pPr>
            <a:r>
              <a:rPr lang="en-AU" sz="2000" b="1" dirty="0">
                <a:solidFill>
                  <a:schemeClr val="tx1">
                    <a:lumMod val="75000"/>
                    <a:lumOff val="25000"/>
                  </a:schemeClr>
                </a:solidFill>
                <a:highlight>
                  <a:srgbClr val="FFFFFF"/>
                </a:highlight>
              </a:rPr>
              <a:t>Mitigation Strategies:</a:t>
            </a:r>
          </a:p>
          <a:p>
            <a:pPr lvl="1">
              <a:buFont typeface="Arial" panose="020B0604020202020204" pitchFamily="34" charset="0"/>
              <a:buChar char="•"/>
            </a:pPr>
            <a:r>
              <a:rPr lang="en-AU" b="1" dirty="0">
                <a:solidFill>
                  <a:schemeClr val="tx1">
                    <a:lumMod val="75000"/>
                    <a:lumOff val="25000"/>
                  </a:schemeClr>
                </a:solidFill>
                <a:highlight>
                  <a:srgbClr val="FFFFFF"/>
                </a:highlight>
              </a:rPr>
              <a:t>Risk Avoidance: </a:t>
            </a:r>
            <a:r>
              <a:rPr lang="en-AU" dirty="0">
                <a:solidFill>
                  <a:schemeClr val="tx1">
                    <a:lumMod val="75000"/>
                    <a:lumOff val="25000"/>
                  </a:schemeClr>
                </a:solidFill>
                <a:highlight>
                  <a:srgbClr val="FFFFFF"/>
                </a:highlight>
              </a:rPr>
              <a:t>Proactively avoiding risks by adjusting project plans or strategies.</a:t>
            </a:r>
          </a:p>
          <a:p>
            <a:pPr lvl="1">
              <a:buFont typeface="Arial" panose="020B0604020202020204" pitchFamily="34" charset="0"/>
              <a:buChar char="•"/>
            </a:pPr>
            <a:r>
              <a:rPr lang="en-AU" b="1" dirty="0">
                <a:solidFill>
                  <a:schemeClr val="tx1">
                    <a:lumMod val="75000"/>
                    <a:lumOff val="25000"/>
                  </a:schemeClr>
                </a:solidFill>
                <a:highlight>
                  <a:srgbClr val="FFFFFF"/>
                </a:highlight>
              </a:rPr>
              <a:t>Risk Transfer</a:t>
            </a:r>
            <a:r>
              <a:rPr lang="en-AU" dirty="0">
                <a:solidFill>
                  <a:schemeClr val="tx1">
                    <a:lumMod val="75000"/>
                    <a:lumOff val="25000"/>
                  </a:schemeClr>
                </a:solidFill>
                <a:highlight>
                  <a:srgbClr val="FFFFFF"/>
                </a:highlight>
              </a:rPr>
              <a:t>: Transferring risk to third parties through contracts or insurance.</a:t>
            </a:r>
          </a:p>
          <a:p>
            <a:pPr lvl="1">
              <a:buFont typeface="Arial" panose="020B0604020202020204" pitchFamily="34" charset="0"/>
              <a:buChar char="•"/>
            </a:pPr>
            <a:r>
              <a:rPr lang="en-AU" b="1" dirty="0">
                <a:solidFill>
                  <a:schemeClr val="tx1">
                    <a:lumMod val="75000"/>
                    <a:lumOff val="25000"/>
                  </a:schemeClr>
                </a:solidFill>
                <a:highlight>
                  <a:srgbClr val="FFFFFF"/>
                </a:highlight>
              </a:rPr>
              <a:t>Risk Mitigation</a:t>
            </a:r>
            <a:r>
              <a:rPr lang="en-AU" dirty="0">
                <a:solidFill>
                  <a:schemeClr val="tx1">
                    <a:lumMod val="75000"/>
                    <a:lumOff val="25000"/>
                  </a:schemeClr>
                </a:solidFill>
                <a:highlight>
                  <a:srgbClr val="FFFFFF"/>
                </a:highlight>
              </a:rPr>
              <a:t>: Implementing actions to reduce the likelihood or impact of identified risks.</a:t>
            </a:r>
          </a:p>
          <a:p>
            <a:pPr lvl="1">
              <a:buFont typeface="Arial" panose="020B0604020202020204" pitchFamily="34" charset="0"/>
              <a:buChar char="•"/>
            </a:pPr>
            <a:endParaRPr lang="en-AU" sz="1600"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33706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965950"/>
            <a:ext cx="8186174" cy="4321533"/>
          </a:xfrm>
        </p:spPr>
        <p:txBody>
          <a:bodyPr/>
          <a:lstStyle/>
          <a:p>
            <a:pPr>
              <a:buFont typeface="Arial" panose="020B0604020202020204" pitchFamily="34" charset="0"/>
              <a:buChar char="•"/>
            </a:pPr>
            <a:r>
              <a:rPr lang="en-AU" sz="2800" b="1" dirty="0">
                <a:solidFill>
                  <a:schemeClr val="accent2">
                    <a:lumMod val="75000"/>
                  </a:schemeClr>
                </a:solidFill>
              </a:rPr>
              <a:t>Communication Plans:</a:t>
            </a:r>
          </a:p>
          <a:p>
            <a:pPr lvl="1">
              <a:buFont typeface="Arial" panose="020B0604020202020204" pitchFamily="34" charset="0"/>
              <a:buChar char="•"/>
            </a:pPr>
            <a:r>
              <a:rPr lang="en-AU" dirty="0">
                <a:solidFill>
                  <a:schemeClr val="tx1">
                    <a:lumMod val="75000"/>
                    <a:lumOff val="25000"/>
                  </a:schemeClr>
                </a:solidFill>
                <a:highlight>
                  <a:srgbClr val="FFFFFF"/>
                </a:highlight>
              </a:rPr>
              <a:t>Identifying project stakeholders, defining communication channels, and establishing </a:t>
            </a:r>
          </a:p>
          <a:p>
            <a:pPr>
              <a:buFont typeface="Arial" panose="020B0604020202020204" pitchFamily="34" charset="0"/>
              <a:buChar char="•"/>
            </a:pPr>
            <a:r>
              <a:rPr lang="en-AU" b="1" dirty="0">
                <a:solidFill>
                  <a:schemeClr val="tx1">
                    <a:lumMod val="75000"/>
                    <a:lumOff val="25000"/>
                  </a:schemeClr>
                </a:solidFill>
                <a:highlight>
                  <a:srgbClr val="FFFFFF"/>
                </a:highlight>
              </a:rPr>
              <a:t>Tools for Communication</a:t>
            </a:r>
          </a:p>
          <a:p>
            <a:pPr lvl="1">
              <a:buFont typeface="Arial" panose="020B0604020202020204" pitchFamily="34" charset="0"/>
              <a:buChar char="•"/>
            </a:pPr>
            <a:r>
              <a:rPr lang="en-AU" dirty="0">
                <a:solidFill>
                  <a:schemeClr val="tx1">
                    <a:lumMod val="75000"/>
                    <a:lumOff val="25000"/>
                  </a:schemeClr>
                </a:solidFill>
                <a:highlight>
                  <a:srgbClr val="FFFFFF"/>
                </a:highlight>
              </a:rPr>
              <a:t>Slack: Real-time messaging and collaboration platform for project teams.</a:t>
            </a:r>
          </a:p>
          <a:p>
            <a:pPr lvl="1">
              <a:buFont typeface="Arial" panose="020B0604020202020204" pitchFamily="34" charset="0"/>
              <a:buChar char="•"/>
            </a:pPr>
            <a:r>
              <a:rPr lang="en-AU" dirty="0">
                <a:solidFill>
                  <a:schemeClr val="tx1">
                    <a:lumMod val="75000"/>
                    <a:lumOff val="25000"/>
                  </a:schemeClr>
                </a:solidFill>
                <a:highlight>
                  <a:srgbClr val="FFFFFF"/>
                </a:highlight>
              </a:rPr>
              <a:t>Microsoft Teams: Integrated communication and collaboration hub for remote and distributed teams.</a:t>
            </a:r>
          </a:p>
          <a:p>
            <a:pPr lvl="1">
              <a:buFont typeface="Arial" panose="020B0604020202020204" pitchFamily="34" charset="0"/>
              <a:buChar char="•"/>
            </a:pPr>
            <a:r>
              <a:rPr lang="en-AU" dirty="0">
                <a:solidFill>
                  <a:schemeClr val="tx1">
                    <a:lumMod val="75000"/>
                    <a:lumOff val="25000"/>
                  </a:schemeClr>
                </a:solidFill>
                <a:highlight>
                  <a:srgbClr val="FFFFFF"/>
                </a:highlight>
              </a:rPr>
              <a: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48254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Developing an Implementation Plan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186174" cy="4321533"/>
          </a:xfrm>
        </p:spPr>
        <p:txBody>
          <a:bodyPr/>
          <a:lstStyle/>
          <a:p>
            <a:pPr>
              <a:buFont typeface="Arial" panose="020B0604020202020204" pitchFamily="34" charset="0"/>
              <a:buChar char="•"/>
            </a:pPr>
            <a:r>
              <a:rPr lang="en-AU" sz="2800" b="1" dirty="0">
                <a:solidFill>
                  <a:schemeClr val="accent2">
                    <a:lumMod val="75000"/>
                  </a:schemeClr>
                </a:solidFill>
              </a:rPr>
              <a:t>Stakeholder Engagement Planning	</a:t>
            </a:r>
          </a:p>
          <a:p>
            <a:pPr lvl="1">
              <a:buFont typeface="Arial" panose="020B0604020202020204" pitchFamily="34" charset="0"/>
              <a:buChar char="•"/>
            </a:pPr>
            <a:r>
              <a:rPr lang="en-AU" b="1" dirty="0">
                <a:solidFill>
                  <a:schemeClr val="tx1">
                    <a:lumMod val="75000"/>
                    <a:lumOff val="25000"/>
                  </a:schemeClr>
                </a:solidFill>
                <a:highlight>
                  <a:srgbClr val="FFFFFF"/>
                </a:highlight>
              </a:rPr>
              <a:t>Identifying Stakeholders</a:t>
            </a:r>
            <a:r>
              <a:rPr lang="en-AU" dirty="0">
                <a:solidFill>
                  <a:schemeClr val="tx1">
                    <a:lumMod val="75000"/>
                    <a:lumOff val="25000"/>
                  </a:schemeClr>
                </a:solidFill>
                <a:highlight>
                  <a:srgbClr val="FFFFFF"/>
                </a:highlight>
              </a:rPr>
              <a:t>: Mapping stakeholders based on their influence and interest in the project.</a:t>
            </a:r>
          </a:p>
          <a:p>
            <a:pPr lvl="1">
              <a:buFont typeface="Arial" panose="020B0604020202020204" pitchFamily="34" charset="0"/>
              <a:buChar char="•"/>
            </a:pPr>
            <a:r>
              <a:rPr lang="en-AU" b="1" dirty="0">
                <a:solidFill>
                  <a:schemeClr val="tx1">
                    <a:lumMod val="75000"/>
                    <a:lumOff val="25000"/>
                  </a:schemeClr>
                </a:solidFill>
                <a:highlight>
                  <a:srgbClr val="FFFFFF"/>
                </a:highlight>
              </a:rPr>
              <a:t>Engagement Strategies</a:t>
            </a:r>
            <a:r>
              <a:rPr lang="en-AU" dirty="0">
                <a:solidFill>
                  <a:schemeClr val="tx1">
                    <a:lumMod val="75000"/>
                    <a:lumOff val="25000"/>
                  </a:schemeClr>
                </a:solidFill>
                <a:highlight>
                  <a:srgbClr val="FFFFFF"/>
                </a:highlight>
              </a:rPr>
              <a:t>: Involving stakeholders in decision-making, providing updates, and gathering feedback.</a:t>
            </a:r>
          </a:p>
          <a:p>
            <a:pPr lvl="1">
              <a:buFont typeface="Arial" panose="020B0604020202020204" pitchFamily="34" charset="0"/>
              <a:buChar char="•"/>
            </a:pPr>
            <a:endParaRPr lang="en-AU"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167CBF3E-619B-E07E-E0FA-4F60BC3D8C8A}"/>
              </a:ext>
            </a:extLst>
          </p:cNvPr>
          <p:cNvPicPr>
            <a:picLocks noChangeAspect="1"/>
          </p:cNvPicPr>
          <p:nvPr/>
        </p:nvPicPr>
        <p:blipFill>
          <a:blip r:embed="rId3"/>
          <a:stretch>
            <a:fillRect/>
          </a:stretch>
        </p:blipFill>
        <p:spPr>
          <a:xfrm>
            <a:off x="1621687" y="3512480"/>
            <a:ext cx="4674254" cy="2640165"/>
          </a:xfrm>
          <a:prstGeom prst="rect">
            <a:avLst/>
          </a:prstGeom>
        </p:spPr>
      </p:pic>
    </p:spTree>
    <p:extLst>
      <p:ext uri="{BB962C8B-B14F-4D97-AF65-F5344CB8AC3E}">
        <p14:creationId xmlns:p14="http://schemas.microsoft.com/office/powerpoint/2010/main" val="19761597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Project Execution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4" name="Picture 2" descr="Expert Guide to Project Execution | Smartsheet">
            <a:extLst>
              <a:ext uri="{FF2B5EF4-FFF2-40B4-BE49-F238E27FC236}">
                <a16:creationId xmlns:a16="http://schemas.microsoft.com/office/drawing/2014/main" id="{68412987-05B2-7C42-4C3A-3406109DF24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63306" y="1830388"/>
            <a:ext cx="5361432" cy="4697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39180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Project Execution (cont.)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186174" cy="4321533"/>
          </a:xfrm>
        </p:spPr>
        <p:txBody>
          <a:bodyPr/>
          <a:lstStyle/>
          <a:p>
            <a:pPr>
              <a:buFont typeface="Arial" panose="020B0604020202020204" pitchFamily="34" charset="0"/>
              <a:buChar char="•"/>
            </a:pPr>
            <a:r>
              <a:rPr lang="en-AU" b="1" dirty="0"/>
              <a:t>Activities during the project execution phase include the following: </a:t>
            </a:r>
            <a:r>
              <a:rPr lang="en-AU" sz="2800" b="1" dirty="0">
                <a:solidFill>
                  <a:schemeClr val="accent2">
                    <a:lumMod val="75000"/>
                  </a:schemeClr>
                </a:solidFill>
              </a:rPr>
              <a:t>	</a:t>
            </a:r>
          </a:p>
          <a:p>
            <a:pPr lvl="1">
              <a:buFont typeface="Arial" panose="020B0604020202020204" pitchFamily="34" charset="0"/>
              <a:buChar char="•"/>
            </a:pPr>
            <a:r>
              <a:rPr lang="en-AU" dirty="0"/>
              <a:t>People management </a:t>
            </a:r>
          </a:p>
          <a:p>
            <a:pPr lvl="1">
              <a:buFont typeface="Arial" panose="020B0604020202020204" pitchFamily="34" charset="0"/>
              <a:buChar char="•"/>
            </a:pPr>
            <a:r>
              <a:rPr lang="en-AU" dirty="0"/>
              <a:t>Ongoing communication</a:t>
            </a:r>
          </a:p>
          <a:p>
            <a:pPr lvl="1">
              <a:buFont typeface="Arial" panose="020B0604020202020204" pitchFamily="34" charset="0"/>
              <a:buChar char="•"/>
            </a:pPr>
            <a:r>
              <a:rPr lang="en-AU" dirty="0"/>
              <a:t>Delivering project goals</a:t>
            </a:r>
          </a:p>
          <a:p>
            <a:pPr lvl="1">
              <a:buFont typeface="Arial" panose="020B0604020202020204" pitchFamily="34" charset="0"/>
              <a:buChar char="•"/>
            </a:pPr>
            <a:r>
              <a:rPr lang="en-AU" dirty="0"/>
              <a:t>Reducing scope creep</a:t>
            </a:r>
          </a:p>
          <a:p>
            <a:pPr lvl="1">
              <a:buFont typeface="Arial" panose="020B0604020202020204" pitchFamily="34" charset="0"/>
              <a:buChar char="•"/>
            </a:pPr>
            <a:r>
              <a:rPr lang="en-AU" dirty="0"/>
              <a:t>Monitoring quality  </a:t>
            </a:r>
          </a:p>
          <a:p>
            <a:pPr lvl="1">
              <a:buFont typeface="Arial" panose="020B0604020202020204" pitchFamily="34" charset="0"/>
              <a:buChar char="•"/>
            </a:pPr>
            <a:r>
              <a:rPr lang="en-AU" dirty="0"/>
              <a:t>Resource allocation</a:t>
            </a:r>
          </a:p>
          <a:p>
            <a:pPr lvl="1">
              <a:buFont typeface="Arial" panose="020B0604020202020204" pitchFamily="34" charset="0"/>
              <a:buChar char="•"/>
            </a:pPr>
            <a:r>
              <a:rPr lang="en-AU" dirty="0"/>
              <a:t>Schedule management</a:t>
            </a:r>
            <a:endParaRPr lang="en-AU"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34184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Project Monitoring and Controlling</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186174" cy="4321533"/>
          </a:xfrm>
        </p:spPr>
        <p:txBody>
          <a:bodyPr/>
          <a:lstStyle/>
          <a:p>
            <a:pPr lvl="1">
              <a:buFont typeface="Arial" panose="020B0604020202020204" pitchFamily="34" charset="0"/>
              <a:buChar char="•"/>
            </a:pPr>
            <a:r>
              <a:rPr lang="en-AU" b="0" i="0" dirty="0">
                <a:solidFill>
                  <a:srgbClr val="333333"/>
                </a:solidFill>
                <a:effectLst/>
                <a:highlight>
                  <a:srgbClr val="FFFFFF"/>
                </a:highlight>
                <a:latin typeface="inter-regular"/>
              </a:rPr>
              <a:t>Monitoring and Controlling are processes needed to track, review, and regulate the progress and performance of the project. It also identifies any areas where changes to the project management method are required and initiates the required changes.</a:t>
            </a:r>
            <a:endParaRPr lang="en-AU"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Software Engineering | Project Monitoring And Control - javatpoint">
            <a:extLst>
              <a:ext uri="{FF2B5EF4-FFF2-40B4-BE49-F238E27FC236}">
                <a16:creationId xmlns:a16="http://schemas.microsoft.com/office/drawing/2014/main" id="{4CC89199-375E-992F-0DB3-98101CE605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675" y="2897444"/>
            <a:ext cx="7453313" cy="3408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1831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393993" y="814066"/>
            <a:ext cx="9016998" cy="863600"/>
          </a:xfrm>
        </p:spPr>
        <p:txBody>
          <a:bodyPr>
            <a:noAutofit/>
          </a:bodyPr>
          <a:lstStyle/>
          <a:p>
            <a:pPr algn="ctr" eaLnBrk="1" fontAlgn="auto" hangingPunct="1">
              <a:spcAft>
                <a:spcPts val="0"/>
              </a:spcAft>
              <a:defRPr/>
            </a:pPr>
            <a:r>
              <a:rPr lang="en-AU" sz="3600" b="1" dirty="0">
                <a:solidFill>
                  <a:srgbClr val="00B0F0"/>
                </a:solidFill>
              </a:rPr>
              <a:t>Closing the Project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2" name="Picture 2" descr="Secrets to Successful Project Closure: Example of activities in ...">
            <a:extLst>
              <a:ext uri="{FF2B5EF4-FFF2-40B4-BE49-F238E27FC236}">
                <a16:creationId xmlns:a16="http://schemas.microsoft.com/office/drawing/2014/main" id="{D7CF6C5E-58E6-820B-48EE-B3F263BEDA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729" y="1776571"/>
            <a:ext cx="8056267" cy="453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44358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Group Discussion Case Stud</a:t>
            </a:r>
            <a:r>
              <a:rPr lang="en-US" altLang="zh-CN" sz="3600" b="1" dirty="0">
                <a:solidFill>
                  <a:srgbClr val="00B0F0"/>
                </a:solidFill>
              </a:rPr>
              <a:t>y </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967745"/>
            <a:ext cx="8643668" cy="4321533"/>
          </a:xfrm>
        </p:spPr>
        <p:txBody>
          <a:bodyPr/>
          <a:lstStyle/>
          <a:p>
            <a:pPr marL="0" indent="0">
              <a:buNone/>
            </a:pPr>
            <a:r>
              <a:rPr lang="en-AU" sz="2400" b="1" dirty="0">
                <a:solidFill>
                  <a:schemeClr val="accent2">
                    <a:lumMod val="75000"/>
                  </a:schemeClr>
                </a:solidFill>
              </a:rPr>
              <a:t>Scenario:</a:t>
            </a:r>
            <a:r>
              <a:rPr lang="en-AU" sz="2400" dirty="0">
                <a:solidFill>
                  <a:schemeClr val="accent2">
                    <a:lumMod val="75000"/>
                  </a:schemeClr>
                </a:solidFill>
              </a:rPr>
              <a:t> </a:t>
            </a:r>
            <a:r>
              <a:rPr lang="en-AU" sz="2400" b="1" dirty="0">
                <a:solidFill>
                  <a:schemeClr val="accent2">
                    <a:lumMod val="75000"/>
                  </a:schemeClr>
                </a:solidFill>
              </a:rPr>
              <a:t>Software Development Project Implementation</a:t>
            </a:r>
          </a:p>
          <a:p>
            <a:pPr marL="0" indent="0">
              <a:buNone/>
            </a:pPr>
            <a:r>
              <a:rPr lang="en-AU" dirty="0"/>
              <a:t>You are leading a team in developing a new mobile application for a client. The project involves creating an app that allows users to track their fitness activities and nutrition intake.</a:t>
            </a:r>
            <a:endParaRPr lang="en-AU" sz="1800" b="1" dirty="0"/>
          </a:p>
          <a:p>
            <a:pPr marL="0" indent="0">
              <a:buNone/>
            </a:pPr>
            <a:r>
              <a:rPr lang="en-AU" b="1" dirty="0"/>
              <a:t>Questions:</a:t>
            </a:r>
          </a:p>
          <a:p>
            <a:pPr>
              <a:buFont typeface="+mj-lt"/>
              <a:buAutoNum type="arabicPeriod"/>
            </a:pPr>
            <a:r>
              <a:rPr lang="en-AU" sz="1800" dirty="0"/>
              <a:t>What are the initial steps you would take to kick off this software development project?</a:t>
            </a:r>
          </a:p>
          <a:p>
            <a:pPr>
              <a:buFont typeface="+mj-lt"/>
              <a:buAutoNum type="arabicPeriod"/>
            </a:pPr>
            <a:r>
              <a:rPr lang="en-AU" sz="1800" dirty="0"/>
              <a:t>How would you allocate tasks among your team members?</a:t>
            </a:r>
          </a:p>
          <a:p>
            <a:pPr>
              <a:buFont typeface="+mj-lt"/>
              <a:buAutoNum type="arabicPeriod"/>
            </a:pPr>
            <a:r>
              <a:rPr lang="en-AU" sz="1800" dirty="0"/>
              <a:t>What strategies would you implement to ensure the quality of the mobile app meets client expectations?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80667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373332" y="1763031"/>
            <a:ext cx="8643668" cy="4321533"/>
          </a:xfrm>
        </p:spPr>
        <p:txBody>
          <a:bodyPr/>
          <a:lstStyle/>
          <a:p>
            <a:pPr>
              <a:buFont typeface="Arial" panose="020B0604020202020204" pitchFamily="34" charset="0"/>
              <a:buChar char="•"/>
            </a:pPr>
            <a:r>
              <a:rPr lang="en-AU" b="1" dirty="0"/>
              <a:t>What are the initial steps you would take to kick off this software development project?</a:t>
            </a:r>
          </a:p>
          <a:p>
            <a:pPr lvl="1">
              <a:buFont typeface="Arial" panose="020B0604020202020204" pitchFamily="34" charset="0"/>
              <a:buChar char="•"/>
            </a:pPr>
            <a:r>
              <a:rPr lang="en-AU" sz="1400" dirty="0"/>
              <a:t>Review client requirements and project scope.</a:t>
            </a:r>
          </a:p>
          <a:p>
            <a:pPr lvl="1">
              <a:buFont typeface="Arial" panose="020B0604020202020204" pitchFamily="34" charset="0"/>
              <a:buChar char="•"/>
            </a:pPr>
            <a:r>
              <a:rPr lang="en-AU" sz="1400" dirty="0"/>
              <a:t>Conduct stakeholder meetings to align expectations.</a:t>
            </a:r>
          </a:p>
          <a:p>
            <a:pPr lvl="1">
              <a:buFont typeface="Arial" panose="020B0604020202020204" pitchFamily="34" charset="0"/>
              <a:buChar char="•"/>
            </a:pPr>
            <a:r>
              <a:rPr lang="en-AU" sz="1400" dirty="0"/>
              <a:t>Define project objectives and deliverables.</a:t>
            </a:r>
          </a:p>
          <a:p>
            <a:pPr marL="90488" lvl="1" indent="-90488">
              <a:spcBef>
                <a:spcPts val="1200"/>
              </a:spcBef>
              <a:spcAft>
                <a:spcPts val="200"/>
              </a:spcAft>
              <a:buSzPct val="100000"/>
              <a:buFont typeface="Arial" panose="020B0604020202020204" pitchFamily="34" charset="0"/>
              <a:buChar char="•"/>
            </a:pPr>
            <a:r>
              <a:rPr lang="en-AU" sz="2000" b="1" dirty="0"/>
              <a:t>How would you allocate tasks among your team members?</a:t>
            </a:r>
          </a:p>
          <a:p>
            <a:pPr lvl="1">
              <a:buFont typeface="Arial" panose="020B0604020202020204" pitchFamily="34" charset="0"/>
              <a:buChar char="•"/>
            </a:pPr>
            <a:r>
              <a:rPr lang="en-AU" sz="1600" dirty="0"/>
              <a:t>Assess team members' skills and assign tasks accordingly.</a:t>
            </a:r>
          </a:p>
          <a:p>
            <a:pPr lvl="1">
              <a:buFont typeface="Arial" panose="020B0604020202020204" pitchFamily="34" charset="0"/>
              <a:buChar char="•"/>
            </a:pPr>
            <a:r>
              <a:rPr lang="en-AU" sz="1600" dirty="0"/>
              <a:t>Use project management tools to track task assignments and progress.</a:t>
            </a:r>
          </a:p>
          <a:p>
            <a:pPr lvl="1">
              <a:buFont typeface="Arial" panose="020B0604020202020204" pitchFamily="34" charset="0"/>
              <a:buChar char="•"/>
            </a:pPr>
            <a:r>
              <a:rPr lang="en-AU" sz="1600" dirty="0"/>
              <a:t>Schedule regular team meetings for updates and collaboration.</a:t>
            </a:r>
          </a:p>
          <a:p>
            <a:pPr marL="90488" lvl="1" indent="-90488">
              <a:spcBef>
                <a:spcPts val="1200"/>
              </a:spcBef>
              <a:spcAft>
                <a:spcPts val="200"/>
              </a:spcAft>
              <a:buSzPct val="100000"/>
              <a:buFont typeface="Arial" panose="020B0604020202020204" pitchFamily="34" charset="0"/>
              <a:buChar char="•"/>
            </a:pPr>
            <a:r>
              <a:rPr lang="en-AU" sz="2000" b="1" dirty="0"/>
              <a:t>What strategies would you implement to ensure the quality of the mobile app meets client expectations?</a:t>
            </a:r>
          </a:p>
          <a:p>
            <a:pPr lvl="1">
              <a:buFont typeface="Arial" panose="020B0604020202020204" pitchFamily="34" charset="0"/>
              <a:buChar char="•"/>
            </a:pPr>
            <a:r>
              <a:rPr lang="en-AU" sz="1600" dirty="0"/>
              <a:t>Establish quality standards and testing protocols.</a:t>
            </a:r>
          </a:p>
          <a:p>
            <a:pPr lvl="1">
              <a:buFont typeface="Arial" panose="020B0604020202020204" pitchFamily="34" charset="0"/>
              <a:buChar char="•"/>
            </a:pPr>
            <a:r>
              <a:rPr lang="en-AU" sz="1600" dirty="0"/>
              <a:t>Conduct regular quality assurance checks throughout development phases.</a:t>
            </a:r>
          </a:p>
          <a:p>
            <a:pPr lvl="1">
              <a:buFont typeface="Arial" panose="020B0604020202020204" pitchFamily="34" charset="0"/>
              <a:buChar char="•"/>
            </a:pPr>
            <a:r>
              <a:rPr lang="en-AU" sz="1600" dirty="0"/>
              <a:t>Gather feedback from beta testers and stakeholders for iterative improvements.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0691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altLang="en-US" sz="3600" b="1" dirty="0">
                <a:solidFill>
                  <a:srgbClr val="00B0F0"/>
                </a:solidFill>
              </a:rPr>
              <a:t>Summary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5535D9B4-5465-735A-B05F-0A38735FF53B}"/>
              </a:ext>
            </a:extLst>
          </p:cNvPr>
          <p:cNvSpPr>
            <a:spLocks noGrp="1" noChangeArrowheads="1"/>
          </p:cNvSpPr>
          <p:nvPr>
            <p:ph idx="1"/>
          </p:nvPr>
        </p:nvSpPr>
        <p:spPr bwMode="auto">
          <a:xfrm>
            <a:off x="596135" y="2069807"/>
            <a:ext cx="8293865" cy="3981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AU" sz="1800" dirty="0"/>
              <a:t>Initiate projects with well-defined objectives and stakeholder alignment to set the foundation for success.</a:t>
            </a:r>
          </a:p>
          <a:p>
            <a:pPr>
              <a:buFont typeface="Arial" panose="020B0604020202020204" pitchFamily="34" charset="0"/>
              <a:buChar char="•"/>
            </a:pPr>
            <a:r>
              <a:rPr lang="en-AU" sz="1800" dirty="0"/>
              <a:t>Allocate tasks efficiently, monitor progress rigorously, and ensure adherence to timelines for timely project completion.</a:t>
            </a:r>
          </a:p>
          <a:p>
            <a:pPr>
              <a:buFont typeface="Arial" panose="020B0604020202020204" pitchFamily="34" charset="0"/>
              <a:buChar char="•"/>
            </a:pPr>
            <a:r>
              <a:rPr lang="en-AU" sz="1800" dirty="0"/>
              <a:t>Implement rigorous quality control measures to maintain high standards and meet client expectations.</a:t>
            </a:r>
          </a:p>
          <a:p>
            <a:pPr>
              <a:buFont typeface="Arial" panose="020B0604020202020204" pitchFamily="34" charset="0"/>
              <a:buChar char="•"/>
            </a:pPr>
            <a:r>
              <a:rPr lang="en-AU" sz="1800" dirty="0"/>
              <a:t>Manage budgets prudently to control costs and avoid financial overruns during project execution.</a:t>
            </a:r>
          </a:p>
          <a:p>
            <a:pPr>
              <a:buFont typeface="Arial" panose="020B0604020202020204" pitchFamily="34" charset="0"/>
              <a:buChar char="•"/>
            </a:pPr>
            <a:r>
              <a:rPr lang="en-AU" sz="1800" dirty="0"/>
              <a:t>Utilise robust change management processes to handle project modifications effectively and maintain project momentum.</a:t>
            </a:r>
          </a:p>
          <a:p>
            <a:pPr>
              <a:buFont typeface="Arial" panose="020B0604020202020204" pitchFamily="34" charset="0"/>
              <a:buChar char="•"/>
            </a:pPr>
            <a:r>
              <a:rPr lang="en-AU" sz="1800" dirty="0"/>
              <a:t>Document lessons learned to refine project execution practices and enhance future project outcomes.</a:t>
            </a:r>
          </a:p>
        </p:txBody>
      </p:sp>
    </p:spTree>
    <p:extLst>
      <p:ext uri="{BB962C8B-B14F-4D97-AF65-F5344CB8AC3E}">
        <p14:creationId xmlns:p14="http://schemas.microsoft.com/office/powerpoint/2010/main" val="26462278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US" altLang="zh-CN" sz="3600" b="1" dirty="0">
                <a:solidFill>
                  <a:srgbClr val="00B0F0"/>
                </a:solidFill>
              </a:rPr>
              <a:t>Q&amp;A</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50166" y="3127488"/>
            <a:ext cx="8643668" cy="2191204"/>
          </a:xfrm>
        </p:spPr>
        <p:txBody>
          <a:bodyPr/>
          <a:lstStyle/>
          <a:p>
            <a:pPr marL="0" indent="0" algn="ctr" eaLnBrk="1" hangingPunct="1">
              <a:buClr>
                <a:schemeClr val="hlink"/>
              </a:buClr>
              <a:buNone/>
            </a:pPr>
            <a:r>
              <a:rPr lang="en-US" altLang="zh-CN" sz="4000" dirty="0"/>
              <a:t>Question?</a:t>
            </a:r>
            <a:endParaRPr lang="en-US" altLang="en-US" sz="4000" dirty="0"/>
          </a:p>
          <a:p>
            <a:pPr marL="0" indent="0" algn="ctr" eaLnBrk="1" hangingPunct="1">
              <a:buClr>
                <a:schemeClr val="hlink"/>
              </a:buClr>
              <a:buNone/>
            </a:pPr>
            <a:endParaRPr lang="en-US" altLang="en-US" sz="4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65675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642938" y="920262"/>
            <a:ext cx="8066087" cy="3788019"/>
          </a:xfrm>
        </p:spPr>
        <p:txBody>
          <a:bodyPr anchor="ctr">
            <a:normAutofit fontScale="92500" lnSpcReduction="20000"/>
          </a:bodyPr>
          <a:lstStyle/>
          <a:p>
            <a:pPr eaLnBrk="1" hangingPunct="1">
              <a:spcBef>
                <a:spcPts val="600"/>
              </a:spcBef>
              <a:spcAft>
                <a:spcPts val="2400"/>
              </a:spcAft>
            </a:pPr>
            <a:r>
              <a:rPr lang="en-AU" altLang="en-US" sz="5400" dirty="0">
                <a:solidFill>
                  <a:schemeClr val="accent2"/>
                </a:solidFill>
              </a:rPr>
              <a:t>Week 6 Workshop :</a:t>
            </a:r>
          </a:p>
          <a:p>
            <a:pPr eaLnBrk="1" hangingPunct="1">
              <a:spcBef>
                <a:spcPts val="600"/>
              </a:spcBef>
              <a:spcAft>
                <a:spcPts val="2400"/>
              </a:spcAft>
            </a:pPr>
            <a:r>
              <a:rPr lang="en-AU" sz="5400" dirty="0">
                <a:solidFill>
                  <a:schemeClr val="accent2"/>
                </a:solidFill>
              </a:rPr>
              <a:t>Project Implementation</a:t>
            </a:r>
          </a:p>
          <a:p>
            <a:pPr eaLnBrk="1" hangingPunct="1">
              <a:spcBef>
                <a:spcPts val="600"/>
              </a:spcBef>
              <a:spcAft>
                <a:spcPts val="2400"/>
              </a:spcAft>
            </a:pPr>
            <a:endParaRPr lang="en-AU" sz="5400" dirty="0">
              <a:solidFill>
                <a:schemeClr val="accent2"/>
              </a:solidFill>
            </a:endParaRPr>
          </a:p>
          <a:p>
            <a:pPr algn="ctr" eaLnBrk="1" hangingPunct="1">
              <a:spcBef>
                <a:spcPts val="600"/>
              </a:spcBef>
              <a:spcAft>
                <a:spcPts val="2400"/>
              </a:spcAft>
            </a:pPr>
            <a:r>
              <a:rPr lang="en-AU" altLang="en-US" sz="7100" dirty="0">
                <a:solidFill>
                  <a:srgbClr val="0070C0"/>
                </a:solidFill>
              </a:rPr>
              <a:t>ICT502</a:t>
            </a: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86</a:t>
            </a:fld>
            <a:endParaRPr lang="en-US" altLang="en-US" sz="1000">
              <a:solidFill>
                <a:schemeClr val="bg1"/>
              </a:solidFill>
              <a:latin typeface="Arial" panose="020B0604020202020204"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58006" y="773328"/>
            <a:ext cx="8027988" cy="863600"/>
          </a:xfrm>
        </p:spPr>
        <p:txBody>
          <a:bodyPr>
            <a:noAutofit/>
          </a:bodyPr>
          <a:lstStyle/>
          <a:p>
            <a:pPr algn="ctr" eaLnBrk="1" fontAlgn="auto" hangingPunct="1">
              <a:spcAft>
                <a:spcPts val="0"/>
              </a:spcAft>
              <a:defRPr/>
            </a:pPr>
            <a:r>
              <a:rPr lang="en-AU" sz="3600" b="1" dirty="0">
                <a:solidFill>
                  <a:schemeClr val="accent2"/>
                </a:solidFill>
              </a:rPr>
              <a:t>5 Project Management Trends</a:t>
            </a:r>
            <a:endParaRPr lang="en-AU" altLang="en-US" sz="3600" b="1" dirty="0">
              <a:solidFill>
                <a:schemeClr val="accent2"/>
              </a:solidFill>
            </a:endParaRP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87</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5 Project Management Trends To Watch Out For In 2024">
            <a:extLst>
              <a:ext uri="{FF2B5EF4-FFF2-40B4-BE49-F238E27FC236}">
                <a16:creationId xmlns:a16="http://schemas.microsoft.com/office/drawing/2014/main" id="{59E8D85A-446A-0B6F-38EF-F0E84FB9B7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3726" y="1992243"/>
            <a:ext cx="5715000" cy="3114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51539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5 Project Management Trends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539750" y="2089150"/>
            <a:ext cx="8299450" cy="4043800"/>
          </a:xfrm>
        </p:spPr>
        <p:txBody>
          <a:bodyPr/>
          <a:lstStyle/>
          <a:p>
            <a:r>
              <a:rPr lang="en-AU" b="1" dirty="0"/>
              <a:t>Trend #1: Agile in Project Management</a:t>
            </a:r>
          </a:p>
          <a:p>
            <a:pPr>
              <a:buFont typeface="Arial" panose="020B0604020202020204" pitchFamily="34" charset="0"/>
              <a:buChar char="•"/>
            </a:pPr>
            <a:r>
              <a:rPr lang="en-AU" b="1" dirty="0"/>
              <a:t>Overview:</a:t>
            </a:r>
            <a:r>
              <a:rPr lang="en-AU" dirty="0"/>
              <a:t> Agile methodologies enable adaptive project management by breaking down work into smaller, manageable increments called sprints. This iterative approach enhances flexibility, responsiveness, and stakeholder engagement, ensuring projects align with evolving business needs.</a:t>
            </a:r>
          </a:p>
          <a:p>
            <a:pPr>
              <a:buFont typeface="Arial" panose="020B0604020202020204" pitchFamily="34" charset="0"/>
              <a:buChar char="•"/>
            </a:pPr>
            <a:r>
              <a:rPr lang="en-AU" b="1" dirty="0"/>
              <a:t>Key Points:</a:t>
            </a:r>
            <a:endParaRPr lang="en-AU" dirty="0"/>
          </a:p>
          <a:p>
            <a:pPr marL="742950" lvl="1" indent="-285750">
              <a:buFont typeface="Arial" panose="020B0604020202020204" pitchFamily="34" charset="0"/>
              <a:buChar char="•"/>
            </a:pPr>
            <a:r>
              <a:rPr lang="en-AU" dirty="0"/>
              <a:t>Cross-functional teamwork and collaboration</a:t>
            </a:r>
          </a:p>
          <a:p>
            <a:pPr marL="742950" lvl="1" indent="-285750">
              <a:buFont typeface="Arial" panose="020B0604020202020204" pitchFamily="34" charset="0"/>
              <a:buChar char="•"/>
            </a:pPr>
            <a:r>
              <a:rPr lang="en-AU" dirty="0"/>
              <a:t>Ownership, accountability, and collective success</a:t>
            </a:r>
          </a:p>
          <a:p>
            <a:pPr marL="742950" lvl="1" indent="-285750">
              <a:buFont typeface="Arial" panose="020B0604020202020204" pitchFamily="34" charset="0"/>
              <a:buChar char="•"/>
            </a:pPr>
            <a:r>
              <a:rPr lang="en-AU" dirty="0"/>
              <a:t>Demand for Agile skills (Scrum, Kanban)</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88</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5 Project Management Trends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539750" y="2089150"/>
            <a:ext cx="8299450" cy="4043800"/>
          </a:xfrm>
        </p:spPr>
        <p:txBody>
          <a:bodyPr/>
          <a:lstStyle/>
          <a:p>
            <a:r>
              <a:rPr lang="en-AU" b="1" dirty="0"/>
              <a:t>Trend #2: Remote Project Management</a:t>
            </a:r>
          </a:p>
          <a:p>
            <a:pPr>
              <a:buFont typeface="Arial" panose="020B0604020202020204" pitchFamily="34" charset="0"/>
              <a:buChar char="•"/>
            </a:pPr>
            <a:r>
              <a:rPr lang="en-AU" b="1" dirty="0"/>
              <a:t>Overview:</a:t>
            </a:r>
            <a:r>
              <a:rPr lang="en-AU" dirty="0"/>
              <a:t> Embracing remote work allows organisations to access a global talent pool, fostering diversity and innovation. Effective remote project management requires strong leadership, clear communication, and community-building efforts to support geographically dispersed teams.</a:t>
            </a:r>
          </a:p>
          <a:p>
            <a:pPr>
              <a:buFont typeface="Arial" panose="020B0604020202020204" pitchFamily="34" charset="0"/>
              <a:buChar char="•"/>
            </a:pPr>
            <a:r>
              <a:rPr lang="en-AU" b="1" dirty="0"/>
              <a:t>Key Points:</a:t>
            </a:r>
            <a:endParaRPr lang="en-AU" dirty="0"/>
          </a:p>
          <a:p>
            <a:pPr marL="742950" lvl="1" indent="-285750">
              <a:buFont typeface="Arial" panose="020B0604020202020204" pitchFamily="34" charset="0"/>
              <a:buChar char="•"/>
            </a:pPr>
            <a:r>
              <a:rPr lang="en-AU" dirty="0"/>
              <a:t>Benefits of global talent acquisition</a:t>
            </a:r>
          </a:p>
          <a:p>
            <a:pPr marL="742950" lvl="1" indent="-285750">
              <a:buFont typeface="Arial" panose="020B0604020202020204" pitchFamily="34" charset="0"/>
              <a:buChar char="•"/>
            </a:pPr>
            <a:r>
              <a:rPr lang="en-AU" dirty="0"/>
              <a:t>Leadership and interpersonal skills for remote team success</a:t>
            </a:r>
          </a:p>
          <a:p>
            <a:pPr marL="742950" lvl="1" indent="-285750">
              <a:buFont typeface="Arial" panose="020B0604020202020204" pitchFamily="34" charset="0"/>
              <a:buChar char="•"/>
            </a:pPr>
            <a:r>
              <a:rPr lang="en-AU" dirty="0"/>
              <a:t>Trust-building and virtual collaboration strategies</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89</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6206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5 Project Management Trends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539750" y="2089150"/>
            <a:ext cx="8299450" cy="4043800"/>
          </a:xfrm>
        </p:spPr>
        <p:txBody>
          <a:bodyPr/>
          <a:lstStyle/>
          <a:p>
            <a:r>
              <a:rPr lang="en-AU" b="1" dirty="0"/>
              <a:t>Trend #3: Artificial Intelligence in Project Management</a:t>
            </a:r>
          </a:p>
          <a:p>
            <a:pPr>
              <a:buFont typeface="Arial" panose="020B0604020202020204" pitchFamily="34" charset="0"/>
              <a:buChar char="•"/>
            </a:pPr>
            <a:r>
              <a:rPr lang="en-AU" b="1" dirty="0"/>
              <a:t>Overview:</a:t>
            </a:r>
            <a:r>
              <a:rPr lang="en-AU" dirty="0"/>
              <a:t> AI enhances project management through data-driven insights, automating repetitive tasks, and predictive analytics. It optimises decision-making, risk management, and resource allocation, improving efficiency and reducing errors.</a:t>
            </a:r>
          </a:p>
          <a:p>
            <a:pPr>
              <a:buFont typeface="Arial" panose="020B0604020202020204" pitchFamily="34" charset="0"/>
              <a:buChar char="•"/>
            </a:pPr>
            <a:r>
              <a:rPr lang="en-AU" b="1" dirty="0"/>
              <a:t>Key Points:</a:t>
            </a:r>
            <a:endParaRPr lang="en-AU" dirty="0"/>
          </a:p>
          <a:p>
            <a:pPr marL="742950" lvl="1" indent="-285750">
              <a:buFont typeface="Arial" panose="020B0604020202020204" pitchFamily="34" charset="0"/>
              <a:buChar char="•"/>
            </a:pPr>
            <a:r>
              <a:rPr lang="en-AU" dirty="0"/>
              <a:t>Data analysis for insights and predictions</a:t>
            </a:r>
          </a:p>
          <a:p>
            <a:pPr marL="742950" lvl="1" indent="-285750">
              <a:buFont typeface="Arial" panose="020B0604020202020204" pitchFamily="34" charset="0"/>
              <a:buChar char="•"/>
            </a:pPr>
            <a:r>
              <a:rPr lang="en-AU" dirty="0"/>
              <a:t>Automation of project management tasks</a:t>
            </a:r>
          </a:p>
          <a:p>
            <a:pPr marL="742950" lvl="1" indent="-285750">
              <a:buFont typeface="Arial" panose="020B0604020202020204" pitchFamily="34" charset="0"/>
              <a:buChar char="•"/>
            </a:pPr>
            <a:r>
              <a:rPr lang="en-AU" dirty="0"/>
              <a:t>AI-powered tools for scheduling, budgeting, and progress tracking</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90</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63837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5 Project Management Trends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539750" y="2089150"/>
            <a:ext cx="8299450" cy="4043800"/>
          </a:xfrm>
        </p:spPr>
        <p:txBody>
          <a:bodyPr/>
          <a:lstStyle/>
          <a:p>
            <a:r>
              <a:rPr lang="en-AU" b="1" dirty="0"/>
              <a:t>Trend #4: Data-Driven Decision Making</a:t>
            </a:r>
          </a:p>
          <a:p>
            <a:pPr>
              <a:buFont typeface="Arial" panose="020B0604020202020204" pitchFamily="34" charset="0"/>
              <a:buChar char="•"/>
            </a:pPr>
            <a:r>
              <a:rPr lang="en-AU" b="1" dirty="0"/>
              <a:t>Overview:</a:t>
            </a:r>
            <a:r>
              <a:rPr lang="en-AU" dirty="0"/>
              <a:t> Leveraging data to make informed decisions increases project accuracy and minimises risks. AI-powered analytics facilitate real-time data processing, enabling proactive decision-making and enhancing overall project outcomes.</a:t>
            </a:r>
          </a:p>
          <a:p>
            <a:pPr>
              <a:buFont typeface="Arial" panose="020B0604020202020204" pitchFamily="34" charset="0"/>
              <a:buChar char="•"/>
            </a:pPr>
            <a:r>
              <a:rPr lang="en-AU" b="1" dirty="0"/>
              <a:t>Key Points:</a:t>
            </a:r>
            <a:endParaRPr lang="en-AU" dirty="0"/>
          </a:p>
          <a:p>
            <a:pPr marL="742950" lvl="1" indent="-285750">
              <a:buFont typeface="Arial" panose="020B0604020202020204" pitchFamily="34" charset="0"/>
              <a:buChar char="•"/>
            </a:pPr>
            <a:r>
              <a:rPr lang="en-AU" dirty="0"/>
              <a:t>Cultivating a data-driven mindset</a:t>
            </a:r>
          </a:p>
          <a:p>
            <a:pPr marL="742950" lvl="1" indent="-285750">
              <a:buFont typeface="Arial" panose="020B0604020202020204" pitchFamily="34" charset="0"/>
              <a:buChar char="•"/>
            </a:pPr>
            <a:r>
              <a:rPr lang="en-AU" dirty="0"/>
              <a:t>Automation of data analysis processes</a:t>
            </a:r>
          </a:p>
          <a:p>
            <a:pPr marL="742950" lvl="1" indent="-285750">
              <a:buFont typeface="Arial" panose="020B0604020202020204" pitchFamily="34" charset="0"/>
              <a:buChar char="•"/>
            </a:pPr>
            <a:r>
              <a:rPr lang="en-AU" dirty="0"/>
              <a:t>Reliable data sources for informed decision-making</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91</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9457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5 Project Management Trends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539750" y="2089150"/>
            <a:ext cx="8299450" cy="4043800"/>
          </a:xfrm>
        </p:spPr>
        <p:txBody>
          <a:bodyPr/>
          <a:lstStyle/>
          <a:p>
            <a:r>
              <a:rPr lang="en-AU" b="1" dirty="0"/>
              <a:t>Trend #5: Sustainability in Project Management</a:t>
            </a:r>
          </a:p>
          <a:p>
            <a:pPr>
              <a:buFont typeface="Arial" panose="020B0604020202020204" pitchFamily="34" charset="0"/>
              <a:buChar char="•"/>
            </a:pPr>
            <a:r>
              <a:rPr lang="en-AU" b="1" dirty="0"/>
              <a:t>Overview:</a:t>
            </a:r>
            <a:r>
              <a:rPr lang="en-AU" dirty="0"/>
              <a:t> Integrating eco-conscious practices, social responsibility, and economic viability into projects ensures long-term positive impacts. Sustainability involves adopting green technologies, minimising waste, and engaging stakeholders to promote environmental, social, and economic well-being.</a:t>
            </a:r>
          </a:p>
          <a:p>
            <a:pPr>
              <a:buFont typeface="Arial" panose="020B0604020202020204" pitchFamily="34" charset="0"/>
              <a:buChar char="•"/>
            </a:pPr>
            <a:r>
              <a:rPr lang="en-AU" b="1" dirty="0"/>
              <a:t>Key Points:</a:t>
            </a:r>
            <a:endParaRPr lang="en-AU" dirty="0"/>
          </a:p>
          <a:p>
            <a:pPr marL="742950" lvl="1" indent="-285750">
              <a:buFont typeface="Arial" panose="020B0604020202020204" pitchFamily="34" charset="0"/>
              <a:buChar char="•"/>
            </a:pPr>
            <a:r>
              <a:rPr lang="en-AU" dirty="0"/>
              <a:t>Eco-conscious project practices</a:t>
            </a:r>
          </a:p>
          <a:p>
            <a:pPr marL="742950" lvl="1" indent="-285750">
              <a:buFont typeface="Arial" panose="020B0604020202020204" pitchFamily="34" charset="0"/>
              <a:buChar char="•"/>
            </a:pPr>
            <a:r>
              <a:rPr lang="en-AU" dirty="0"/>
              <a:t>Social responsibility and community engagement</a:t>
            </a:r>
          </a:p>
          <a:p>
            <a:pPr marL="742950" lvl="1" indent="-285750">
              <a:buFont typeface="Arial" panose="020B0604020202020204" pitchFamily="34" charset="0"/>
              <a:buChar char="•"/>
            </a:pPr>
            <a:r>
              <a:rPr lang="en-AU" dirty="0"/>
              <a:t>Economic viability and long-term financial implications</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92</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50127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The Future of Project Management</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539750" y="1836738"/>
            <a:ext cx="8299450" cy="4043800"/>
          </a:xfrm>
        </p:spPr>
        <p:txBody>
          <a:bodyPr/>
          <a:lstStyle/>
          <a:p>
            <a:r>
              <a:rPr lang="en-AU" sz="2200" dirty="0"/>
              <a:t>The Future of Project Management: Trends to Watch</a:t>
            </a:r>
          </a:p>
          <a:p>
            <a:pPr>
              <a:buFont typeface="Arial" panose="020B0604020202020204" pitchFamily="34" charset="0"/>
              <a:buChar char="•"/>
            </a:pPr>
            <a:endParaRPr lang="en-AU" sz="1600" dirty="0">
              <a:solidFill>
                <a:srgbClr val="131313"/>
              </a:solidFill>
              <a:latin typeface="Roboto" panose="02000000000000000000" pitchFamily="2" charset="0"/>
            </a:endParaRP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https://www.youtube.com/watch?v=6N_0uc6KctE</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93</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7469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1</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840295"/>
            <a:ext cx="8643668" cy="4321533"/>
          </a:xfrm>
        </p:spPr>
        <p:txBody>
          <a:bodyPr/>
          <a:lstStyle/>
          <a:p>
            <a:r>
              <a:rPr lang="en-AU" sz="2400" b="1" dirty="0">
                <a:solidFill>
                  <a:srgbClr val="00B0F0"/>
                </a:solidFill>
              </a:rPr>
              <a:t>Scenario 1:</a:t>
            </a:r>
            <a:r>
              <a:rPr lang="en-AU" sz="2400" dirty="0">
                <a:solidFill>
                  <a:srgbClr val="00B0F0"/>
                </a:solidFill>
              </a:rPr>
              <a:t> </a:t>
            </a:r>
            <a:r>
              <a:rPr lang="en-AU" sz="2000" dirty="0"/>
              <a:t>Agile in Project Management</a:t>
            </a:r>
          </a:p>
          <a:p>
            <a:r>
              <a:rPr lang="en-AU" b="1" dirty="0"/>
              <a:t>Scenario: </a:t>
            </a:r>
            <a:r>
              <a:rPr lang="en-AU" dirty="0"/>
              <a:t>You are leading a software development project for a healthcare startup. The project involves creating a patient management system that needs to adapt to evolving regulatory requirements and user feedback.</a:t>
            </a:r>
          </a:p>
          <a:p>
            <a:r>
              <a:rPr lang="en-AU" b="1" dirty="0"/>
              <a:t>Discuss</a:t>
            </a:r>
            <a:r>
              <a:rPr lang="en-US" altLang="zh-CN" b="1" dirty="0"/>
              <a:t> in your groups</a:t>
            </a:r>
            <a:r>
              <a:rPr lang="en-AU" b="1" dirty="0"/>
              <a:t>:</a:t>
            </a:r>
            <a:endParaRPr lang="en-AU" dirty="0"/>
          </a:p>
          <a:p>
            <a:pPr>
              <a:buFont typeface="+mj-lt"/>
              <a:buAutoNum type="arabicPeriod"/>
            </a:pPr>
            <a:r>
              <a:rPr lang="en-AU" dirty="0"/>
              <a:t>How can Agile methodologies help in managing the dynamic regulatory landscape and user requirements in this healthcare project?</a:t>
            </a:r>
          </a:p>
          <a:p>
            <a:pPr>
              <a:buFont typeface="+mj-lt"/>
              <a:buAutoNum type="arabicPeriod"/>
            </a:pPr>
            <a:r>
              <a:rPr lang="en-AU" dirty="0"/>
              <a:t>What role does cross-functional collaboration play in ensuring the success of Agile projects like this healthcare software development?</a:t>
            </a:r>
          </a:p>
          <a:p>
            <a:pPr>
              <a:buFont typeface="+mj-lt"/>
              <a:buAutoNum type="arabicPeriod"/>
            </a:pPr>
            <a:endParaRPr lang="en-AU"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40709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2</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r>
              <a:rPr lang="en-AU" sz="2400" b="1" dirty="0">
                <a:solidFill>
                  <a:srgbClr val="00B0F0"/>
                </a:solidFill>
              </a:rPr>
              <a:t>Scenario 2: </a:t>
            </a:r>
            <a:r>
              <a:rPr lang="en-AU" dirty="0"/>
              <a:t>Artificial Intelligence in Project Management</a:t>
            </a:r>
            <a:endParaRPr lang="en-AU" sz="2000" dirty="0"/>
          </a:p>
          <a:p>
            <a:r>
              <a:rPr lang="en-AU" b="1" dirty="0"/>
              <a:t>Scenario:</a:t>
            </a:r>
            <a:r>
              <a:rPr lang="en-AU" dirty="0"/>
              <a:t> You are implementing an AI-driven predictive analytics project for a retail chain to optimise inventory management and supply chain logistics.</a:t>
            </a:r>
          </a:p>
          <a:p>
            <a:r>
              <a:rPr lang="en-AU" b="1" dirty="0"/>
              <a:t>Discuss</a:t>
            </a:r>
            <a:r>
              <a:rPr lang="en-US" altLang="zh-CN" b="1" dirty="0"/>
              <a:t> in your groups</a:t>
            </a:r>
            <a:r>
              <a:rPr lang="en-AU" b="1" dirty="0"/>
              <a:t>:</a:t>
            </a:r>
            <a:endParaRPr lang="en-AU" dirty="0"/>
          </a:p>
          <a:p>
            <a:pPr>
              <a:buFont typeface="+mj-lt"/>
              <a:buAutoNum type="arabicPeriod"/>
            </a:pPr>
            <a:r>
              <a:rPr lang="en-AU" dirty="0"/>
              <a:t>How can AI-powered predictive analytics improve inventory forecasting and supply chain efficiency in this retail project?</a:t>
            </a:r>
          </a:p>
          <a:p>
            <a:pPr>
              <a:buFont typeface="+mj-lt"/>
              <a:buAutoNum type="arabicPeriod"/>
            </a:pPr>
            <a:r>
              <a:rPr lang="en-AU" dirty="0"/>
              <a:t>How can AI-powered predictive analytics help retailers personalise customer experiences and enhance customer satisfaction?</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01042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3: </a:t>
            </a:r>
            <a:br>
              <a:rPr lang="en-AU" sz="3600" b="1" dirty="0">
                <a:solidFill>
                  <a:schemeClr val="accent2"/>
                </a:solidFill>
              </a:rPr>
            </a:br>
            <a:r>
              <a:rPr lang="en-AU" sz="3600" b="1" dirty="0">
                <a:solidFill>
                  <a:schemeClr val="accent2"/>
                </a:solidFill>
              </a:rPr>
              <a:t>Open Questions</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630507" y="1557069"/>
            <a:ext cx="8386493" cy="4321533"/>
          </a:xfrm>
        </p:spPr>
        <p:txBody>
          <a:bodyPr/>
          <a:lstStyle/>
          <a:p>
            <a:pPr marL="0" indent="0">
              <a:buNone/>
            </a:pPr>
            <a:endParaRPr lang="en-AU" dirty="0">
              <a:solidFill>
                <a:srgbClr val="000000"/>
              </a:solidFill>
              <a:latin typeface="Arial" panose="020B0604020202020204" pitchFamily="34" charset="0"/>
            </a:endParaRPr>
          </a:p>
          <a:p>
            <a:pPr marL="0" indent="0">
              <a:buNone/>
            </a:pPr>
            <a:r>
              <a:rPr lang="en-AU" b="1" i="0" u="none" strike="noStrike" baseline="0" dirty="0">
                <a:solidFill>
                  <a:srgbClr val="00B0F0"/>
                </a:solidFill>
                <a:latin typeface="Arial" panose="020B0604020202020204" pitchFamily="34" charset="0"/>
              </a:rPr>
              <a:t>Discuss in your group with the help of an online search platform: </a:t>
            </a:r>
          </a:p>
          <a:p>
            <a:pPr>
              <a:buFont typeface="+mj-lt"/>
              <a:buAutoNum type="arabicPeriod"/>
            </a:pPr>
            <a:r>
              <a:rPr lang="en-AU" sz="1600" dirty="0"/>
              <a:t>How can Agile methodologies accommodate changes in project scope and requirements effectively?</a:t>
            </a:r>
          </a:p>
          <a:p>
            <a:pPr>
              <a:buFont typeface="+mj-lt"/>
              <a:buAutoNum type="arabicPeriod"/>
            </a:pPr>
            <a:r>
              <a:rPr lang="en-AU" sz="1600" dirty="0"/>
              <a:t>What are the challenges of transitioning from traditional project management to Agile, and how can they be overcome?</a:t>
            </a:r>
          </a:p>
          <a:p>
            <a:pPr>
              <a:buFont typeface="+mj-lt"/>
              <a:buAutoNum type="arabicPeriod"/>
            </a:pPr>
            <a:r>
              <a:rPr lang="en-AU" sz="1600" dirty="0"/>
              <a:t>How can remote project managers ensure alignment between team members located in different time zones?</a:t>
            </a:r>
          </a:p>
          <a:p>
            <a:pPr>
              <a:buFont typeface="+mj-lt"/>
              <a:buAutoNum type="arabicPeriod"/>
            </a:pPr>
            <a:r>
              <a:rPr lang="en-AU" sz="1600" dirty="0"/>
              <a:t>How can AI-powered predictive analytics improve project forecasting and risk management?</a:t>
            </a:r>
          </a:p>
          <a:p>
            <a:pPr>
              <a:buFont typeface="+mj-lt"/>
              <a:buAutoNum type="arabicPeriod"/>
            </a:pPr>
            <a:r>
              <a:rPr lang="en-AU" sz="1600" dirty="0"/>
              <a:t>What ethical implications should project managers consider when integrating AI into project management processes?</a:t>
            </a:r>
          </a:p>
          <a:p>
            <a:pPr>
              <a:buFont typeface="+mj-lt"/>
              <a:buAutoNum type="arabicPeriod"/>
            </a:pPr>
            <a:r>
              <a:rPr lang="en-AU" sz="1400" dirty="0"/>
              <a:t>How does sustainability contribute to long-term project viability and resilience?</a:t>
            </a:r>
            <a:endParaRPr lang="en-AU" sz="18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24953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4: Infographic summary</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pPr marL="0" indent="0">
              <a:buNone/>
            </a:pPr>
            <a:endParaRPr lang="en-AU" sz="1800" b="0" i="0" u="none" strike="noStrike" baseline="0" dirty="0">
              <a:latin typeface="Arial" panose="020B0604020202020204" pitchFamily="34" charset="0"/>
            </a:endParaRPr>
          </a:p>
          <a:p>
            <a:pPr marL="0" indent="0">
              <a:buNone/>
            </a:pPr>
            <a:r>
              <a:rPr lang="en-AU" sz="1800" dirty="0">
                <a:solidFill>
                  <a:srgbClr val="B31165"/>
                </a:solidFill>
                <a:latin typeface="Wingdings 3" panose="05040102010807070707" pitchFamily="18" charset="2"/>
              </a:rPr>
              <a:t> </a:t>
            </a:r>
            <a:r>
              <a:rPr lang="en-AU" sz="1800" b="0" i="0" u="none" strike="noStrike" baseline="0" dirty="0">
                <a:solidFill>
                  <a:srgbClr val="B31165"/>
                </a:solidFill>
                <a:latin typeface="Wingdings 3" panose="05040102010807070707" pitchFamily="18" charset="2"/>
              </a:rPr>
              <a:t> </a:t>
            </a:r>
            <a:r>
              <a:rPr lang="en-AU" sz="1800" b="0" i="0" u="none" strike="noStrike" baseline="0" dirty="0">
                <a:solidFill>
                  <a:srgbClr val="404040"/>
                </a:solidFill>
                <a:latin typeface="Arial" panose="020B0604020202020204" pitchFamily="34" charset="0"/>
              </a:rPr>
              <a:t>Students are required to list the concepts that have been covered in the reading materials and lecture and group them by their category.  </a:t>
            </a:r>
          </a:p>
          <a:p>
            <a:r>
              <a:rPr lang="en-AU" sz="1800" b="0" i="0" u="none" strike="noStrike" baseline="0" dirty="0">
                <a:solidFill>
                  <a:srgbClr val="B31165"/>
                </a:solidFill>
                <a:latin typeface="Wingdings 3" panose="05040102010807070707" pitchFamily="18" charset="2"/>
              </a:rPr>
              <a:t> </a:t>
            </a:r>
            <a:r>
              <a:rPr lang="en-AU" sz="1800" b="0" i="0" u="none" strike="noStrike" baseline="0" dirty="0">
                <a:solidFill>
                  <a:srgbClr val="404040"/>
                </a:solidFill>
                <a:latin typeface="Arial" panose="020B0604020202020204" pitchFamily="34" charset="0"/>
              </a:rPr>
              <a:t>Use an online tool (such as https://www.canva.com/ ) to produce the infographic summary to be submitted and present to the class. </a:t>
            </a:r>
          </a:p>
          <a:p>
            <a:endParaRPr lang="en-AU" sz="1800" b="0" i="0" u="none" strike="noStrike" baseline="0" dirty="0">
              <a:solidFill>
                <a:srgbClr val="404040"/>
              </a:solidFill>
              <a:latin typeface="Arial" panose="020B0604020202020204" pitchFamily="34" charset="0"/>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47113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7.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260&quot;/&gt;&lt;/object&gt;&lt;object type=&quot;3&quot; unique_id=&quot;10005&quot;&gt;&lt;property id=&quot;20148&quot; value=&quot;5&quot;/&gt;&lt;property id=&quot;20300&quot; value=&quot;Slide 3 - &amp;quot;What is management?&amp;quot;&quot;/&gt;&lt;property id=&quot;20307&quot; value=&quot;297&quot;/&gt;&lt;/object&gt;&lt;object type=&quot;3&quot; unique_id=&quot;10006&quot;&gt;&lt;property id=&quot;20148&quot; value=&quot;5&quot;/&gt;&lt;property id=&quot;20300&quot; value=&quot;Slide 4 - &amp;quot;Management is…&amp;quot;&quot;/&gt;&lt;property id=&quot;20307&quot; value=&quot;298&quot;/&gt;&lt;/object&gt;&lt;object type=&quot;3&quot; unique_id=&quot;10007&quot;&gt;&lt;property id=&quot;20148&quot; value=&quot;5&quot;/&gt;&lt;property id=&quot;20300&quot; value=&quot;Slide 5 - &amp;quot;Management  functions&amp;quot;&quot;/&gt;&lt;property id=&quot;20307&quot; value=&quot;299&quot;/&gt;&lt;/object&gt;&lt;object type=&quot;3&quot; unique_id=&quot;10008&quot;&gt;&lt;property id=&quot;20148&quot; value=&quot;5&quot;/&gt;&lt;property id=&quot;20300&quot; value=&quot;Slide 6 - &amp;quot;Planning&amp;quot;&quot;/&gt;&lt;property id=&quot;20307&quot; value=&quot;300&quot;/&gt;&lt;/object&gt;&lt;object type=&quot;3&quot; unique_id=&quot;10009&quot;&gt;&lt;property id=&quot;20148&quot; value=&quot;5&quot;/&gt;&lt;property id=&quot;20300&quot; value=&quot;Slide 7 - &amp;quot;Organising&amp;quot;&quot;/&gt;&lt;property id=&quot;20307&quot; value=&quot;301&quot;/&gt;&lt;/object&gt;&lt;object type=&quot;3&quot; unique_id=&quot;10010&quot;&gt;&lt;property id=&quot;20148&quot; value=&quot;5&quot;/&gt;&lt;property id=&quot;20300&quot; value=&quot;Slide 8 - &amp;quot;Leading&amp;quot;&quot;/&gt;&lt;property id=&quot;20307&quot; value=&quot;302&quot;/&gt;&lt;/object&gt;&lt;object type=&quot;3&quot; unique_id=&quot;10011&quot;&gt;&lt;property id=&quot;20148&quot; value=&quot;5&quot;/&gt;&lt;property id=&quot;20300&quot; value=&quot;Slide 9 - &amp;quot;Controlling&amp;quot;&quot;/&gt;&lt;property id=&quot;20307&quot; value=&quot;303&quot;/&gt;&lt;/object&gt;&lt;object type=&quot;3&quot; unique_id=&quot;10012&quot;&gt;&lt;property id=&quot;20148&quot; value=&quot;5&quot;/&gt;&lt;property id=&quot;20300&quot; value=&quot;Slide 10 - &amp;quot;The control process&amp;quot;&quot;/&gt;&lt;property id=&quot;20307&quot; value=&quot;304&quot;/&gt;&lt;/object&gt;&lt;object type=&quot;3&quot; unique_id=&quot;10013&quot;&gt;&lt;property id=&quot;20148&quot; value=&quot;5&quot;/&gt;&lt;property id=&quot;20300&quot; value=&quot;Slide 11 - &amp;quot;What do managers do?&amp;quot;&quot;/&gt;&lt;property id=&quot;20307&quot; value=&quot;305&quot;/&gt;&lt;/object&gt;&lt;object type=&quot;3&quot; unique_id=&quot;10014&quot;&gt;&lt;property id=&quot;20148&quot; value=&quot;5&quot;/&gt;&lt;property id=&quot;20300&quot; value=&quot;Slide 12 - &amp;quot;Kinds of managers&amp;quot;&quot;/&gt;&lt;property id=&quot;20307&quot; value=&quot;306&quot;/&gt;&lt;/object&gt;&lt;object type=&quot;3&quot; unique_id=&quot;10015&quot;&gt;&lt;property id=&quot;20148&quot; value=&quot;5&quot;/&gt;&lt;property id=&quot;20300&quot; value=&quot;Slide 13 - &amp;quot;Top managers hold positions such as:&amp;quot;&quot;/&gt;&lt;property id=&quot;20307&quot; value=&quot;307&quot;/&gt;&lt;/object&gt;&lt;object type=&quot;3&quot; unique_id=&quot;10016&quot;&gt;&lt;property id=&quot;20148&quot; value=&quot;5&quot;/&gt;&lt;property id=&quot;20300&quot; value=&quot;Slide 14 - &amp;quot;Responsibilities of top managers&amp;quot;&quot;/&gt;&lt;property id=&quot;20307&quot; value=&quot;308&quot;/&gt;&lt;/object&gt;&lt;object type=&quot;3&quot; unique_id=&quot;10017&quot;&gt;&lt;property id=&quot;20148&quot; value=&quot;5&quot;/&gt;&lt;property id=&quot;20300&quot; value=&quot;Slide 15 - &amp;quot;Middle managers hold such positions as:&amp;quot;&quot;/&gt;&lt;property id=&quot;20307&quot; value=&quot;309&quot;/&gt;&lt;/object&gt;&lt;object type=&quot;3&quot; unique_id=&quot;10018&quot;&gt;&lt;property id=&quot;20148&quot; value=&quot;5&quot;/&gt;&lt;property id=&quot;20300&quot; value=&quot;Slide 16 - &amp;quot;Responsibilities of middle managers&amp;quot;&quot;/&gt;&lt;property id=&quot;20307&quot; value=&quot;310&quot;/&gt;&lt;/object&gt;&lt;object type=&quot;3&quot; unique_id=&quot;10019&quot;&gt;&lt;property id=&quot;20148&quot; value=&quot;5&quot;/&gt;&lt;property id=&quot;20300&quot; value=&quot;Slide 17 - &amp;quot;First-line managers hold such positions as:&amp;quot;&quot;/&gt;&lt;property id=&quot;20307&quot; value=&quot;311&quot;/&gt;&lt;/object&gt;&lt;object type=&quot;3&quot; unique_id=&quot;10020&quot;&gt;&lt;property id=&quot;20148&quot; value=&quot;5&quot;/&gt;&lt;property id=&quot;20300&quot; value=&quot;Slide 18 - &amp;quot;Responsibilities of first-line managers&amp;quot;&quot;/&gt;&lt;property id=&quot;20307&quot; value=&quot;312&quot;/&gt;&lt;/object&gt;&lt;object type=&quot;3&quot; unique_id=&quot;10021&quot;&gt;&lt;property id=&quot;20148&quot; value=&quot;5&quot;/&gt;&lt;property id=&quot;20300&quot; value=&quot;Slide 19 - &amp;quot;Responsibilities of team leaders&amp;quot;&quot;/&gt;&lt;property id=&quot;20307&quot; value=&quot;313&quot;/&gt;&lt;/object&gt;&lt;object type=&quot;3&quot; unique_id=&quot;10022&quot;&gt;&lt;property id=&quot;20148&quot; value=&quot;5&quot;/&gt;&lt;property id=&quot;20300&quot; value=&quot;Slide 20 - &amp;quot;Mintzberg’s managerial roles&amp;quot;&quot;/&gt;&lt;property id=&quot;20307&quot; value=&quot;314&quot;/&gt;&lt;/object&gt;&lt;object type=&quot;3&quot; unique_id=&quot;10023&quot;&gt;&lt;property id=&quot;20148&quot; value=&quot;5&quot;/&gt;&lt;property id=&quot;20300&quot; value=&quot;Slide 21 - &amp;quot;Managerial roles&amp;quot;&quot;/&gt;&lt;property id=&quot;20307&quot; value=&quot;315&quot;/&gt;&lt;/object&gt;&lt;object type=&quot;3&quot; unique_id=&quot;10024&quot;&gt;&lt;property id=&quot;20148&quot; value=&quot;5&quot;/&gt;&lt;property id=&quot;20300&quot; value=&quot;Slide 22 - &amp;quot;Managerial roles&amp;quot;&quot;/&gt;&lt;property id=&quot;20307&quot; value=&quot;316&quot;/&gt;&lt;/object&gt;&lt;object type=&quot;3&quot; unique_id=&quot;10025&quot;&gt;&lt;property id=&quot;20148&quot; value=&quot;5&quot;/&gt;&lt;property id=&quot;20300&quot; value=&quot;Slide 23 - &amp;quot;Managerial roles&amp;quot;&quot;/&gt;&lt;property id=&quot;20307&quot; value=&quot;317&quot;/&gt;&lt;/object&gt;&lt;object type=&quot;3&quot; unique_id=&quot;10026&quot;&gt;&lt;property id=&quot;20148&quot; value=&quot;5&quot;/&gt;&lt;property id=&quot;20300&quot; value=&quot;Slide 24 - &amp;quot;Manager’s quick response &amp;#x0D;&amp;#x0A;saves clients&amp;quot;&quot;/&gt;&lt;property id=&quot;20307&quot; value=&quot;318&quot;/&gt;&lt;/object&gt;&lt;object type=&quot;3&quot; unique_id=&quot;10027&quot;&gt;&lt;property id=&quot;20148&quot; value=&quot;5&quot;/&gt;&lt;property id=&quot;20300&quot; value=&quot;Slide 25 - &amp;quot;What does it take to be a manager?&amp;quot;&quot;/&gt;&lt;property id=&quot;20307&quot; value=&quot;319&quot;/&gt;&lt;/object&gt;&lt;object type=&quot;3&quot; unique_id=&quot;10028&quot;&gt;&lt;property id=&quot;20148&quot; value=&quot;5&quot;/&gt;&lt;property id=&quot;20300&quot; value=&quot;Slide 26 - &amp;quot;Skills companies look for in managers&amp;quot;&quot;/&gt;&lt;property id=&quot;20307&quot; value=&quot;320&quot;/&gt;&lt;/object&gt;&lt;object type=&quot;3&quot; unique_id=&quot;10029&quot;&gt;&lt;property id=&quot;20148&quot; value=&quot;5&quot;/&gt;&lt;property id=&quot;20300&quot; value=&quot;Slide 27 - &amp;quot;Management skills&amp;quot;&quot;/&gt;&lt;property id=&quot;20307&quot; value=&quot;321&quot;/&gt;&lt;/object&gt;&lt;object type=&quot;3&quot; unique_id=&quot;10030&quot;&gt;&lt;property id=&quot;20148&quot; value=&quot;5&quot;/&gt;&lt;property id=&quot;20300&quot; value=&quot;Slide 28 - &amp;quot;Some common mistakes managers make&amp;quot;&quot;/&gt;&lt;property id=&quot;20307&quot; value=&quot;322&quot;/&gt;&lt;/object&gt;&lt;object type=&quot;3&quot; unique_id=&quot;10031&quot;&gt;&lt;property id=&quot;20148&quot; value=&quot;5&quot;/&gt;&lt;property id=&quot;20300&quot; value=&quot;Slide 29 - &amp;quot;Transition to management (the first year)&amp;quot;&quot;/&gt;&lt;property id=&quot;20307&quot; value=&quot;323&quot;/&gt;&lt;/object&gt;&lt;object type=&quot;3&quot; unique_id=&quot;10032&quot;&gt;&lt;property id=&quot;20148&quot; value=&quot;5&quot;/&gt;&lt;property id=&quot;20300&quot; value=&quot;Slide 30 - &amp;quot;Why management matters&amp;quot;&quot;/&gt;&lt;property id=&quot;20307&quot; value=&quot;324&quot;/&gt;&lt;/object&gt;&lt;object type=&quot;3&quot; unique_id=&quot;10033&quot;&gt;&lt;property id=&quot;20148&quot; value=&quot;5&quot;/&gt;&lt;property id=&quot;20300&quot; value=&quot;Slide 31 - &amp;quot;Competitive advantage through people&amp;quot;&quot;/&gt;&lt;property id=&quot;20307&quot; value=&quot;325&quot;/&gt;&lt;/object&gt;&lt;object type=&quot;3&quot; unique_id=&quot;10034&quot;&gt;&lt;property id=&quot;20148&quot; value=&quot;5&quot;/&gt;&lt;property id=&quot;20300&quot; value=&quot;Slide 32 - &amp;quot;Competitive advantage through people&amp;quot;&quot;/&gt;&lt;property id=&quot;20307&quot; value=&quot;326&quot;/&gt;&lt;/object&gt;&lt;object type=&quot;3&quot; unique_id=&quot;10035&quot;&gt;&lt;property id=&quot;20148&quot; value=&quot;5&quot;/&gt;&lt;property id=&quot;20300&quot; value=&quot;Slide 33 - &amp;quot;Competitive advantage through people&amp;quot;&quot;/&gt;&lt;property id=&quot;20307&quot; value=&quot;327&quot;/&gt;&lt;/object&gt;&lt;/object&gt;&lt;object type=&quot;8&quot; unique_id=&quot;10070&quot;&gt;&lt;/object&gt;&lt;/object&gt;&lt;/database&gt;"/>
  <p:tag name="MMPROD_NEXTUNIQUEID" val="10009"/>
  <p:tag name="SECTOMILLISECCONVERTED" val="1"/>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3656</TotalTime>
  <Words>4780</Words>
  <Application>Microsoft Office PowerPoint</Application>
  <PresentationFormat>On-screen Show (4:3)</PresentationFormat>
  <Paragraphs>900</Paragraphs>
  <Slides>97</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97</vt:i4>
      </vt:variant>
    </vt:vector>
  </HeadingPairs>
  <TitlesOfParts>
    <vt:vector size="109" baseType="lpstr">
      <vt:lpstr>Arial</vt:lpstr>
      <vt:lpstr>Arial Narrow</vt:lpstr>
      <vt:lpstr>Calibri</vt:lpstr>
      <vt:lpstr>Calibri Light</vt:lpstr>
      <vt:lpstr>Century Gothic</vt:lpstr>
      <vt:lpstr>inter-regular</vt:lpstr>
      <vt:lpstr>Roboto</vt:lpstr>
      <vt:lpstr>Symbol</vt:lpstr>
      <vt:lpstr>Times New Roman</vt:lpstr>
      <vt:lpstr>Wingdings</vt:lpstr>
      <vt:lpstr>Wingdings 3</vt:lpstr>
      <vt:lpstr>Retrospect</vt:lpstr>
      <vt:lpstr>PowerPoint Presentation</vt:lpstr>
      <vt:lpstr>What we learned last week</vt:lpstr>
      <vt:lpstr>Week 6 Overview</vt:lpstr>
      <vt:lpstr>Assessment 4 Mindset</vt:lpstr>
      <vt:lpstr>Assessment 4 Mindset</vt:lpstr>
      <vt:lpstr>What Students Should Understand About NSW IT Support</vt:lpstr>
      <vt:lpstr>What Students Should Understand About NSW IT Support</vt:lpstr>
      <vt:lpstr>What Students Should Understand About NSW IT Support</vt:lpstr>
      <vt:lpstr>How Students Can Find Project Problems</vt:lpstr>
      <vt:lpstr>How Students Can Find Project Problems</vt:lpstr>
      <vt:lpstr>Questions Students Can Ask NSW IT Support</vt:lpstr>
      <vt:lpstr>Questions Students Can Ask NSW IT Support</vt:lpstr>
      <vt:lpstr>Questions About Project Implementation</vt:lpstr>
      <vt:lpstr>Questions About Project Implementation</vt:lpstr>
      <vt:lpstr>Questions About Project Implementation</vt:lpstr>
      <vt:lpstr>Helping Students Think Like Consultants</vt:lpstr>
      <vt:lpstr>Example: Turning Company Problems Into Assessment 4 Solutions</vt:lpstr>
      <vt:lpstr>Example: Turning Company Problems Into Assessment 4 Solutions</vt:lpstr>
      <vt:lpstr>Sustainability Ideas (Very Important)</vt:lpstr>
      <vt:lpstr>Common Mistakes in Assessment 4</vt:lpstr>
      <vt:lpstr>Simple Assessment 4 Structure</vt:lpstr>
      <vt:lpstr>Simple Assessment 4 Structure</vt:lpstr>
      <vt:lpstr>Final Advice to Students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Pre-Class Readings</vt:lpstr>
      <vt:lpstr>Week 6 Topics</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 The 5 Phases of The Project Life Cycle</vt:lpstr>
      <vt:lpstr>Introduction to Project Implementation</vt:lpstr>
      <vt:lpstr>Introduction to Project Implementation (cont.)</vt:lpstr>
      <vt:lpstr>Developing an Implementation Plan</vt:lpstr>
      <vt:lpstr>Developing an Implementation Plan (cont.)</vt:lpstr>
      <vt:lpstr>Developing an Implementation Plan (cont.)</vt:lpstr>
      <vt:lpstr>Developing an Implementation Plan (cont.)</vt:lpstr>
      <vt:lpstr>Developing an Implementation Plan (cont.)</vt:lpstr>
      <vt:lpstr>Developing an Implementation Plan (cont.)</vt:lpstr>
      <vt:lpstr>Developing an Implementation Plan (cont.)</vt:lpstr>
      <vt:lpstr>Developing an Implementation Plan (cont.)</vt:lpstr>
      <vt:lpstr>Developing an Implementation Plan (cont.)</vt:lpstr>
      <vt:lpstr>Developing an Implementation Plan (cont.)</vt:lpstr>
      <vt:lpstr>Developing an Implementation Plan (cont.)</vt:lpstr>
      <vt:lpstr>Developing an Implementation Plan (cont.)</vt:lpstr>
      <vt:lpstr>Project Execution</vt:lpstr>
      <vt:lpstr>Project Execution (cont.)</vt:lpstr>
      <vt:lpstr>Project Monitoring and Controlling</vt:lpstr>
      <vt:lpstr>Closing the Project</vt:lpstr>
      <vt:lpstr>Group Discussion Case Study </vt:lpstr>
      <vt:lpstr>Case Study: Discussion Points</vt:lpstr>
      <vt:lpstr>Summary</vt:lpstr>
      <vt:lpstr>Q&amp;A</vt:lpstr>
      <vt:lpstr>PowerPoint Presentation</vt:lpstr>
      <vt:lpstr>5 Project Management Trends</vt:lpstr>
      <vt:lpstr>5 Project Management Trends</vt:lpstr>
      <vt:lpstr>5 Project Management Trends</vt:lpstr>
      <vt:lpstr>5 Project Management Trends</vt:lpstr>
      <vt:lpstr>5 Project Management Trends</vt:lpstr>
      <vt:lpstr>5 Project Management Trends</vt:lpstr>
      <vt:lpstr>Video: The Future of Project Management</vt:lpstr>
      <vt:lpstr>Workshop Activity 1</vt:lpstr>
      <vt:lpstr>Workshop Activity 2</vt:lpstr>
      <vt:lpstr>Workshop Activity 3:  Open Questions</vt:lpstr>
      <vt:lpstr>Workshop Activity 4: Infographic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Lavecchia, Olga (CL AUS)</dc:creator>
  <cp:lastModifiedBy>Farshid Keivanian</cp:lastModifiedBy>
  <cp:revision>295</cp:revision>
  <dcterms:created xsi:type="dcterms:W3CDTF">2009-10-28T23:36:30Z</dcterms:created>
  <dcterms:modified xsi:type="dcterms:W3CDTF">2026-05-10T15:35:33Z</dcterms:modified>
</cp:coreProperties>
</file>