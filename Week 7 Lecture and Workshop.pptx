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89"/>
  </p:notesMasterIdLst>
  <p:handoutMasterIdLst>
    <p:handoutMasterId r:id="rId90"/>
  </p:handoutMasterIdLst>
  <p:sldIdLst>
    <p:sldId id="260" r:id="rId2"/>
    <p:sldId id="286" r:id="rId3"/>
    <p:sldId id="460" r:id="rId4"/>
    <p:sldId id="461" r:id="rId5"/>
    <p:sldId id="462" r:id="rId6"/>
    <p:sldId id="463" r:id="rId7"/>
    <p:sldId id="464" r:id="rId8"/>
    <p:sldId id="465" r:id="rId9"/>
    <p:sldId id="466" r:id="rId10"/>
    <p:sldId id="467" r:id="rId11"/>
    <p:sldId id="304" r:id="rId12"/>
    <p:sldId id="468" r:id="rId13"/>
    <p:sldId id="469" r:id="rId14"/>
    <p:sldId id="470" r:id="rId15"/>
    <p:sldId id="471" r:id="rId16"/>
    <p:sldId id="472" r:id="rId17"/>
    <p:sldId id="473" r:id="rId18"/>
    <p:sldId id="474" r:id="rId19"/>
    <p:sldId id="475" r:id="rId20"/>
    <p:sldId id="476" r:id="rId21"/>
    <p:sldId id="477" r:id="rId22"/>
    <p:sldId id="478" r:id="rId23"/>
    <p:sldId id="479" r:id="rId24"/>
    <p:sldId id="480" r:id="rId25"/>
    <p:sldId id="481" r:id="rId26"/>
    <p:sldId id="482" r:id="rId27"/>
    <p:sldId id="483" r:id="rId28"/>
    <p:sldId id="484" r:id="rId29"/>
    <p:sldId id="485" r:id="rId30"/>
    <p:sldId id="486" r:id="rId31"/>
    <p:sldId id="487" r:id="rId32"/>
    <p:sldId id="488" r:id="rId33"/>
    <p:sldId id="305" r:id="rId34"/>
    <p:sldId id="289" r:id="rId35"/>
    <p:sldId id="489" r:id="rId36"/>
    <p:sldId id="490" r:id="rId37"/>
    <p:sldId id="491" r:id="rId38"/>
    <p:sldId id="492" r:id="rId39"/>
    <p:sldId id="493" r:id="rId40"/>
    <p:sldId id="494" r:id="rId41"/>
    <p:sldId id="495" r:id="rId42"/>
    <p:sldId id="496" r:id="rId43"/>
    <p:sldId id="497" r:id="rId44"/>
    <p:sldId id="498" r:id="rId45"/>
    <p:sldId id="499" r:id="rId46"/>
    <p:sldId id="500" r:id="rId47"/>
    <p:sldId id="501" r:id="rId48"/>
    <p:sldId id="502" r:id="rId49"/>
    <p:sldId id="503" r:id="rId50"/>
    <p:sldId id="504" r:id="rId51"/>
    <p:sldId id="505" r:id="rId52"/>
    <p:sldId id="506" r:id="rId53"/>
    <p:sldId id="412" r:id="rId54"/>
    <p:sldId id="438" r:id="rId55"/>
    <p:sldId id="439" r:id="rId56"/>
    <p:sldId id="435" r:id="rId57"/>
    <p:sldId id="436" r:id="rId58"/>
    <p:sldId id="433" r:id="rId59"/>
    <p:sldId id="440" r:id="rId60"/>
    <p:sldId id="442" r:id="rId61"/>
    <p:sldId id="443" r:id="rId62"/>
    <p:sldId id="441" r:id="rId63"/>
    <p:sldId id="444" r:id="rId64"/>
    <p:sldId id="448" r:id="rId65"/>
    <p:sldId id="447" r:id="rId66"/>
    <p:sldId id="446" r:id="rId67"/>
    <p:sldId id="449" r:id="rId68"/>
    <p:sldId id="452" r:id="rId69"/>
    <p:sldId id="450" r:id="rId70"/>
    <p:sldId id="454" r:id="rId71"/>
    <p:sldId id="451" r:id="rId72"/>
    <p:sldId id="292" r:id="rId73"/>
    <p:sldId id="363" r:id="rId74"/>
    <p:sldId id="455" r:id="rId75"/>
    <p:sldId id="456" r:id="rId76"/>
    <p:sldId id="295" r:id="rId77"/>
    <p:sldId id="296" r:id="rId78"/>
    <p:sldId id="457" r:id="rId79"/>
    <p:sldId id="353" r:id="rId80"/>
    <p:sldId id="362" r:id="rId81"/>
    <p:sldId id="458" r:id="rId82"/>
    <p:sldId id="364" r:id="rId83"/>
    <p:sldId id="350" r:id="rId84"/>
    <p:sldId id="343" r:id="rId85"/>
    <p:sldId id="459" r:id="rId86"/>
    <p:sldId id="344" r:id="rId87"/>
    <p:sldId id="306" r:id="rId88"/>
  </p:sldIdLst>
  <p:sldSz cx="9144000" cy="6858000" type="screen4x3"/>
  <p:notesSz cx="6858000" cy="9144000"/>
  <p:custDataLst>
    <p:tags r:id="rId91"/>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135F30-5CA7-4946-BCA2-4D42D6683931}" v="4" dt="2022-02-27T23:07:00.9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9" autoAdjust="0"/>
    <p:restoredTop sz="95714" autoAdjust="0"/>
  </p:normalViewPr>
  <p:slideViewPr>
    <p:cSldViewPr snapToGrid="0" snapToObjects="1">
      <p:cViewPr>
        <p:scale>
          <a:sx n="66" d="100"/>
          <a:sy n="66" d="100"/>
        </p:scale>
        <p:origin x="829" y="152"/>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McIntosh" userId="80c4542c76bccb85" providerId="LiveId" clId="{E8135F30-5CA7-4946-BCA2-4D42D6683931}"/>
    <pc:docChg chg="undo custSel modSld">
      <pc:chgData name="Tim McIntosh" userId="80c4542c76bccb85" providerId="LiveId" clId="{E8135F30-5CA7-4946-BCA2-4D42D6683931}" dt="2022-02-27T23:09:33.224" v="205" actId="20577"/>
      <pc:docMkLst>
        <pc:docMk/>
      </pc:docMkLst>
      <pc:sldChg chg="modSp mod">
        <pc:chgData name="Tim McIntosh" userId="80c4542c76bccb85" providerId="LiveId" clId="{E8135F30-5CA7-4946-BCA2-4D42D6683931}" dt="2022-02-27T22:37:24.804" v="5" actId="20577"/>
        <pc:sldMkLst>
          <pc:docMk/>
          <pc:sldMk cId="0" sldId="263"/>
        </pc:sldMkLst>
        <pc:spChg chg="mod">
          <ac:chgData name="Tim McIntosh" userId="80c4542c76bccb85" providerId="LiveId" clId="{E8135F30-5CA7-4946-BCA2-4D42D6683931}" dt="2022-02-27T22:36:09.572" v="0" actId="404"/>
          <ac:spMkLst>
            <pc:docMk/>
            <pc:sldMk cId="0" sldId="263"/>
            <ac:spMk id="6146" creationId="{190BDBBE-2518-4DC2-A8A5-7B1347851768}"/>
          </ac:spMkLst>
        </pc:spChg>
        <pc:spChg chg="mod">
          <ac:chgData name="Tim McIntosh" userId="80c4542c76bccb85" providerId="LiveId" clId="{E8135F30-5CA7-4946-BCA2-4D42D6683931}" dt="2022-02-27T22:37:24.804" v="5" actId="20577"/>
          <ac:spMkLst>
            <pc:docMk/>
            <pc:sldMk cId="0" sldId="263"/>
            <ac:spMk id="22531" creationId="{11F364B8-9E55-4D33-84A1-D572CD6C3E86}"/>
          </ac:spMkLst>
        </pc:spChg>
      </pc:sldChg>
      <pc:sldChg chg="modSp mod">
        <pc:chgData name="Tim McIntosh" userId="80c4542c76bccb85" providerId="LiveId" clId="{E8135F30-5CA7-4946-BCA2-4D42D6683931}" dt="2022-02-27T22:45:51.433" v="31" actId="255"/>
        <pc:sldMkLst>
          <pc:docMk/>
          <pc:sldMk cId="0" sldId="264"/>
        </pc:sldMkLst>
        <pc:spChg chg="mod">
          <ac:chgData name="Tim McIntosh" userId="80c4542c76bccb85" providerId="LiveId" clId="{E8135F30-5CA7-4946-BCA2-4D42D6683931}" dt="2022-02-27T22:45:51.433" v="31" actId="255"/>
          <ac:spMkLst>
            <pc:docMk/>
            <pc:sldMk cId="0" sldId="264"/>
            <ac:spMk id="6146" creationId="{23420AC8-E61C-458D-9532-7C3A2E114EAB}"/>
          </ac:spMkLst>
        </pc:spChg>
        <pc:spChg chg="mod">
          <ac:chgData name="Tim McIntosh" userId="80c4542c76bccb85" providerId="LiveId" clId="{E8135F30-5CA7-4946-BCA2-4D42D6683931}" dt="2022-02-27T22:45:39.379" v="30" actId="14100"/>
          <ac:spMkLst>
            <pc:docMk/>
            <pc:sldMk cId="0" sldId="264"/>
            <ac:spMk id="23555" creationId="{2D765F26-F4C3-4C79-A70A-3579B29A9517}"/>
          </ac:spMkLst>
        </pc:spChg>
      </pc:sldChg>
      <pc:sldChg chg="modSp mod">
        <pc:chgData name="Tim McIntosh" userId="80c4542c76bccb85" providerId="LiveId" clId="{E8135F30-5CA7-4946-BCA2-4D42D6683931}" dt="2022-02-27T22:49:07.922" v="125" actId="114"/>
        <pc:sldMkLst>
          <pc:docMk/>
          <pc:sldMk cId="3474458692" sldId="266"/>
        </pc:sldMkLst>
        <pc:spChg chg="mod">
          <ac:chgData name="Tim McIntosh" userId="80c4542c76bccb85" providerId="LiveId" clId="{E8135F30-5CA7-4946-BCA2-4D42D6683931}" dt="2022-02-27T22:49:07.922" v="125" actId="114"/>
          <ac:spMkLst>
            <pc:docMk/>
            <pc:sldMk cId="3474458692" sldId="266"/>
            <ac:spMk id="3" creationId="{2A54259D-0124-4F7C-8EC1-4968F0788F20}"/>
          </ac:spMkLst>
        </pc:spChg>
      </pc:sldChg>
      <pc:sldChg chg="modSp mod">
        <pc:chgData name="Tim McIntosh" userId="80c4542c76bccb85" providerId="LiveId" clId="{E8135F30-5CA7-4946-BCA2-4D42D6683931}" dt="2022-02-27T23:01:15.030" v="173" actId="313"/>
        <pc:sldMkLst>
          <pc:docMk/>
          <pc:sldMk cId="2436612075" sldId="267"/>
        </pc:sldMkLst>
        <pc:spChg chg="mod">
          <ac:chgData name="Tim McIntosh" userId="80c4542c76bccb85" providerId="LiveId" clId="{E8135F30-5CA7-4946-BCA2-4D42D6683931}" dt="2022-02-27T23:01:15.030" v="173" actId="313"/>
          <ac:spMkLst>
            <pc:docMk/>
            <pc:sldMk cId="2436612075" sldId="267"/>
            <ac:spMk id="26627" creationId="{C4946B8A-C445-4267-8FE9-0BEEA53361FB}"/>
          </ac:spMkLst>
        </pc:spChg>
      </pc:sldChg>
      <pc:sldChg chg="modSp mod">
        <pc:chgData name="Tim McIntosh" userId="80c4542c76bccb85" providerId="LiveId" clId="{E8135F30-5CA7-4946-BCA2-4D42D6683931}" dt="2022-02-27T23:07:48.068" v="188" actId="20577"/>
        <pc:sldMkLst>
          <pc:docMk/>
          <pc:sldMk cId="827405938" sldId="270"/>
        </pc:sldMkLst>
        <pc:spChg chg="mod">
          <ac:chgData name="Tim McIntosh" userId="80c4542c76bccb85" providerId="LiveId" clId="{E8135F30-5CA7-4946-BCA2-4D42D6683931}" dt="2022-02-27T23:07:48.068" v="188" actId="20577"/>
          <ac:spMkLst>
            <pc:docMk/>
            <pc:sldMk cId="827405938" sldId="270"/>
            <ac:spMk id="29699" creationId="{6234B5D1-3058-450E-9804-6D29F7E2F534}"/>
          </ac:spMkLst>
        </pc:spChg>
      </pc:sldChg>
      <pc:sldChg chg="modSp mod">
        <pc:chgData name="Tim McIntosh" userId="80c4542c76bccb85" providerId="LiveId" clId="{E8135F30-5CA7-4946-BCA2-4D42D6683931}" dt="2022-02-27T23:08:29.058" v="199" actId="20577"/>
        <pc:sldMkLst>
          <pc:docMk/>
          <pc:sldMk cId="2637239155" sldId="271"/>
        </pc:sldMkLst>
        <pc:spChg chg="mod">
          <ac:chgData name="Tim McIntosh" userId="80c4542c76bccb85" providerId="LiveId" clId="{E8135F30-5CA7-4946-BCA2-4D42D6683931}" dt="2022-02-27T23:08:29.058" v="199" actId="20577"/>
          <ac:spMkLst>
            <pc:docMk/>
            <pc:sldMk cId="2637239155" sldId="271"/>
            <ac:spMk id="3" creationId="{2A54259D-0124-4F7C-8EC1-4968F0788F20}"/>
          </ac:spMkLst>
        </pc:spChg>
      </pc:sldChg>
      <pc:sldChg chg="modSp mod">
        <pc:chgData name="Tim McIntosh" userId="80c4542c76bccb85" providerId="LiveId" clId="{E8135F30-5CA7-4946-BCA2-4D42D6683931}" dt="2022-02-27T23:06:28.642" v="175" actId="20577"/>
        <pc:sldMkLst>
          <pc:docMk/>
          <pc:sldMk cId="3171362680" sldId="272"/>
        </pc:sldMkLst>
        <pc:spChg chg="mod">
          <ac:chgData name="Tim McIntosh" userId="80c4542c76bccb85" providerId="LiveId" clId="{E8135F30-5CA7-4946-BCA2-4D42D6683931}" dt="2022-02-27T23:06:28.642" v="175" actId="20577"/>
          <ac:spMkLst>
            <pc:docMk/>
            <pc:sldMk cId="3171362680" sldId="272"/>
            <ac:spMk id="24579" creationId="{F3DF4269-9F66-4FF8-828C-9294965EF791}"/>
          </ac:spMkLst>
        </pc:spChg>
      </pc:sldChg>
      <pc:sldChg chg="modSp mod">
        <pc:chgData name="Tim McIntosh" userId="80c4542c76bccb85" providerId="LiveId" clId="{E8135F30-5CA7-4946-BCA2-4D42D6683931}" dt="2022-02-27T23:06:36.368" v="176" actId="2711"/>
        <pc:sldMkLst>
          <pc:docMk/>
          <pc:sldMk cId="270522772" sldId="273"/>
        </pc:sldMkLst>
        <pc:spChg chg="mod">
          <ac:chgData name="Tim McIntosh" userId="80c4542c76bccb85" providerId="LiveId" clId="{E8135F30-5CA7-4946-BCA2-4D42D6683931}" dt="2022-02-27T22:39:44.388" v="9" actId="404"/>
          <ac:spMkLst>
            <pc:docMk/>
            <pc:sldMk cId="270522772" sldId="273"/>
            <ac:spMk id="6146" creationId="{C12AEA32-63AB-4568-82D8-6CF1315EBB57}"/>
          </ac:spMkLst>
        </pc:spChg>
        <pc:spChg chg="mod">
          <ac:chgData name="Tim McIntosh" userId="80c4542c76bccb85" providerId="LiveId" clId="{E8135F30-5CA7-4946-BCA2-4D42D6683931}" dt="2022-02-27T23:06:36.368" v="176" actId="2711"/>
          <ac:spMkLst>
            <pc:docMk/>
            <pc:sldMk cId="270522772" sldId="273"/>
            <ac:spMk id="24579" creationId="{F3DF4269-9F66-4FF8-828C-9294965EF791}"/>
          </ac:spMkLst>
        </pc:spChg>
      </pc:sldChg>
      <pc:sldChg chg="modSp mod">
        <pc:chgData name="Tim McIntosh" userId="80c4542c76bccb85" providerId="LiveId" clId="{E8135F30-5CA7-4946-BCA2-4D42D6683931}" dt="2022-02-27T22:37:11.349" v="2" actId="27636"/>
        <pc:sldMkLst>
          <pc:docMk/>
          <pc:sldMk cId="3305548535" sldId="274"/>
        </pc:sldMkLst>
        <pc:spChg chg="mod">
          <ac:chgData name="Tim McIntosh" userId="80c4542c76bccb85" providerId="LiveId" clId="{E8135F30-5CA7-4946-BCA2-4D42D6683931}" dt="2022-02-27T22:37:11.349" v="2" actId="27636"/>
          <ac:spMkLst>
            <pc:docMk/>
            <pc:sldMk cId="3305548535" sldId="274"/>
            <ac:spMk id="6146" creationId="{C12AEA32-63AB-4568-82D8-6CF1315EBB57}"/>
          </ac:spMkLst>
        </pc:spChg>
      </pc:sldChg>
      <pc:sldChg chg="modSp mod">
        <pc:chgData name="Tim McIntosh" userId="80c4542c76bccb85" providerId="LiveId" clId="{E8135F30-5CA7-4946-BCA2-4D42D6683931}" dt="2022-02-27T23:07:00.993" v="179" actId="14100"/>
        <pc:sldMkLst>
          <pc:docMk/>
          <pc:sldMk cId="1710677828" sldId="275"/>
        </pc:sldMkLst>
        <pc:spChg chg="mod">
          <ac:chgData name="Tim McIntosh" userId="80c4542c76bccb85" providerId="LiveId" clId="{E8135F30-5CA7-4946-BCA2-4D42D6683931}" dt="2022-02-27T22:40:00.073" v="10" actId="255"/>
          <ac:spMkLst>
            <pc:docMk/>
            <pc:sldMk cId="1710677828" sldId="275"/>
            <ac:spMk id="6146" creationId="{C12AEA32-63AB-4568-82D8-6CF1315EBB57}"/>
          </ac:spMkLst>
        </pc:spChg>
        <pc:spChg chg="mod">
          <ac:chgData name="Tim McIntosh" userId="80c4542c76bccb85" providerId="LiveId" clId="{E8135F30-5CA7-4946-BCA2-4D42D6683931}" dt="2022-02-27T23:07:00.993" v="179" actId="14100"/>
          <ac:spMkLst>
            <pc:docMk/>
            <pc:sldMk cId="1710677828" sldId="275"/>
            <ac:spMk id="24579" creationId="{F3DF4269-9F66-4FF8-828C-9294965EF791}"/>
          </ac:spMkLst>
        </pc:spChg>
      </pc:sldChg>
      <pc:sldChg chg="modSp mod">
        <pc:chgData name="Tim McIntosh" userId="80c4542c76bccb85" providerId="LiveId" clId="{E8135F30-5CA7-4946-BCA2-4D42D6683931}" dt="2022-02-27T23:07:08.295" v="180" actId="2711"/>
        <pc:sldMkLst>
          <pc:docMk/>
          <pc:sldMk cId="1968581442" sldId="276"/>
        </pc:sldMkLst>
        <pc:spChg chg="mod">
          <ac:chgData name="Tim McIntosh" userId="80c4542c76bccb85" providerId="LiveId" clId="{E8135F30-5CA7-4946-BCA2-4D42D6683931}" dt="2022-02-27T23:07:08.295" v="180" actId="2711"/>
          <ac:spMkLst>
            <pc:docMk/>
            <pc:sldMk cId="1968581442" sldId="276"/>
            <ac:spMk id="24579" creationId="{F3DF4269-9F66-4FF8-828C-9294965EF791}"/>
          </ac:spMkLst>
        </pc:spChg>
      </pc:sldChg>
      <pc:sldChg chg="modSp mod">
        <pc:chgData name="Tim McIntosh" userId="80c4542c76bccb85" providerId="LiveId" clId="{E8135F30-5CA7-4946-BCA2-4D42D6683931}" dt="2022-02-27T22:40:35.299" v="11" actId="255"/>
        <pc:sldMkLst>
          <pc:docMk/>
          <pc:sldMk cId="1987218006" sldId="278"/>
        </pc:sldMkLst>
        <pc:spChg chg="mod">
          <ac:chgData name="Tim McIntosh" userId="80c4542c76bccb85" providerId="LiveId" clId="{E8135F30-5CA7-4946-BCA2-4D42D6683931}" dt="2022-02-27T22:40:35.299" v="11" actId="255"/>
          <ac:spMkLst>
            <pc:docMk/>
            <pc:sldMk cId="1987218006" sldId="278"/>
            <ac:spMk id="22531" creationId="{11F364B8-9E55-4D33-84A1-D572CD6C3E86}"/>
          </ac:spMkLst>
        </pc:spChg>
      </pc:sldChg>
      <pc:sldChg chg="modSp mod">
        <pc:chgData name="Tim McIntosh" userId="80c4542c76bccb85" providerId="LiveId" clId="{E8135F30-5CA7-4946-BCA2-4D42D6683931}" dt="2022-02-27T23:09:33.224" v="205" actId="20577"/>
        <pc:sldMkLst>
          <pc:docMk/>
          <pc:sldMk cId="1363475473" sldId="280"/>
        </pc:sldMkLst>
        <pc:spChg chg="mod">
          <ac:chgData name="Tim McIntosh" userId="80c4542c76bccb85" providerId="LiveId" clId="{E8135F30-5CA7-4946-BCA2-4D42D6683931}" dt="2022-02-27T23:09:33.224" v="205" actId="20577"/>
          <ac:spMkLst>
            <pc:docMk/>
            <pc:sldMk cId="1363475473" sldId="280"/>
            <ac:spMk id="6146" creationId="{23420AC8-E61C-458D-9532-7C3A2E114EAB}"/>
          </ac:spMkLst>
        </pc:spChg>
      </pc:sldChg>
      <pc:sldChg chg="modSp mod">
        <pc:chgData name="Tim McIntosh" userId="80c4542c76bccb85" providerId="LiveId" clId="{E8135F30-5CA7-4946-BCA2-4D42D6683931}" dt="2022-02-27T22:46:19.911" v="93" actId="20577"/>
        <pc:sldMkLst>
          <pc:docMk/>
          <pc:sldMk cId="3265590034" sldId="283"/>
        </pc:sldMkLst>
        <pc:spChg chg="mod">
          <ac:chgData name="Tim McIntosh" userId="80c4542c76bccb85" providerId="LiveId" clId="{E8135F30-5CA7-4946-BCA2-4D42D6683931}" dt="2022-02-27T22:46:19.911" v="93" actId="20577"/>
          <ac:spMkLst>
            <pc:docMk/>
            <pc:sldMk cId="3265590034" sldId="283"/>
            <ac:spMk id="23555" creationId="{2D765F26-F4C3-4C79-A70A-3579B29A9517}"/>
          </ac:spMkLst>
        </pc:spChg>
      </pc:sldChg>
      <pc:sldChg chg="modSp mod">
        <pc:chgData name="Tim McIntosh" userId="80c4542c76bccb85" providerId="LiveId" clId="{E8135F30-5CA7-4946-BCA2-4D42D6683931}" dt="2022-02-27T22:37:51.620" v="6" actId="255"/>
        <pc:sldMkLst>
          <pc:docMk/>
          <pc:sldMk cId="2228163726" sldId="286"/>
        </pc:sldMkLst>
        <pc:spChg chg="mod">
          <ac:chgData name="Tim McIntosh" userId="80c4542c76bccb85" providerId="LiveId" clId="{E8135F30-5CA7-4946-BCA2-4D42D6683931}" dt="2022-02-27T22:37:51.620" v="6" actId="255"/>
          <ac:spMkLst>
            <pc:docMk/>
            <pc:sldMk cId="2228163726" sldId="286"/>
            <ac:spMk id="22531" creationId="{11F364B8-9E55-4D33-84A1-D572CD6C3E86}"/>
          </ac:spMkLst>
        </pc:spChg>
      </pc:sldChg>
      <pc:sldChg chg="modSp mod">
        <pc:chgData name="Tim McIntosh" userId="80c4542c76bccb85" providerId="LiveId" clId="{E8135F30-5CA7-4946-BCA2-4D42D6683931}" dt="2022-02-27T22:45:09.402" v="27" actId="20577"/>
        <pc:sldMkLst>
          <pc:docMk/>
          <pc:sldMk cId="1472689301" sldId="314"/>
        </pc:sldMkLst>
        <pc:spChg chg="mod">
          <ac:chgData name="Tim McIntosh" userId="80c4542c76bccb85" providerId="LiveId" clId="{E8135F30-5CA7-4946-BCA2-4D42D6683931}" dt="2022-02-27T22:45:09.402" v="27" actId="20577"/>
          <ac:spMkLst>
            <pc:docMk/>
            <pc:sldMk cId="1472689301" sldId="314"/>
            <ac:spMk id="22531" creationId="{11F364B8-9E55-4D33-84A1-D572CD6C3E86}"/>
          </ac:spMkLst>
        </pc:spChg>
      </pc:sldChg>
    </pc:docChg>
  </pc:docChgLst>
  <pc:docChgLst>
    <pc:chgData name="Tim McIntosh" userId="80c4542c76bccb85" providerId="LiveId" clId="{DB6B0DCF-422C-4353-A4F8-7E457B1A928B}"/>
    <pc:docChg chg="undo custSel addSld delSld modSld delMainMaster modMainMaster">
      <pc:chgData name="Tim McIntosh" userId="80c4542c76bccb85" providerId="LiveId" clId="{DB6B0DCF-422C-4353-A4F8-7E457B1A928B}" dt="2022-02-14T08:27:05.043" v="3576"/>
      <pc:docMkLst>
        <pc:docMk/>
      </pc:docMkLst>
      <pc:sldChg chg="modSp mod">
        <pc:chgData name="Tim McIntosh" userId="80c4542c76bccb85" providerId="LiveId" clId="{DB6B0DCF-422C-4353-A4F8-7E457B1A928B}" dt="2022-02-14T08:25:00.153" v="3545" actId="20577"/>
        <pc:sldMkLst>
          <pc:docMk/>
          <pc:sldMk cId="0" sldId="260"/>
        </pc:sldMkLst>
        <pc:spChg chg="mod">
          <ac:chgData name="Tim McIntosh" userId="80c4542c76bccb85" providerId="LiveId" clId="{DB6B0DCF-422C-4353-A4F8-7E457B1A928B}" dt="2022-02-12T01:55:19.366" v="217" actId="20577"/>
          <ac:spMkLst>
            <pc:docMk/>
            <pc:sldMk cId="0" sldId="260"/>
            <ac:spMk id="18434" creationId="{7011D958-7B17-483C-B07B-1B379F607C55}"/>
          </ac:spMkLst>
        </pc:spChg>
        <pc:spChg chg="mod">
          <ac:chgData name="Tim McIntosh" userId="80c4542c76bccb85" providerId="LiveId" clId="{DB6B0DCF-422C-4353-A4F8-7E457B1A928B}" dt="2022-02-14T08:25:00.153" v="3545" actId="20577"/>
          <ac:spMkLst>
            <pc:docMk/>
            <pc:sldMk cId="0" sldId="260"/>
            <ac:spMk id="18436" creationId="{B585785C-A56D-4F54-80A4-ABEA8B982C83}"/>
          </ac:spMkLst>
        </pc:spChg>
      </pc:sldChg>
      <pc:sldChg chg="modSp mod modAnim">
        <pc:chgData name="Tim McIntosh" userId="80c4542c76bccb85" providerId="LiveId" clId="{DB6B0DCF-422C-4353-A4F8-7E457B1A928B}" dt="2022-02-14T08:25:05.024" v="3546"/>
        <pc:sldMkLst>
          <pc:docMk/>
          <pc:sldMk cId="0" sldId="261"/>
        </pc:sldMkLst>
        <pc:spChg chg="mod">
          <ac:chgData name="Tim McIntosh" userId="80c4542c76bccb85" providerId="LiveId" clId="{DB6B0DCF-422C-4353-A4F8-7E457B1A928B}" dt="2022-02-14T08:25:05.024" v="3546"/>
          <ac:spMkLst>
            <pc:docMk/>
            <pc:sldMk cId="0" sldId="261"/>
            <ac:spMk id="2" creationId="{888A6C54-4984-4FE2-A1F7-5E325BF9B63A}"/>
          </ac:spMkLst>
        </pc:spChg>
        <pc:spChg chg="mod">
          <ac:chgData name="Tim McIntosh" userId="80c4542c76bccb85" providerId="LiveId" clId="{DB6B0DCF-422C-4353-A4F8-7E457B1A928B}" dt="2022-02-12T01:54:27.753" v="215" actId="20577"/>
          <ac:spMkLst>
            <pc:docMk/>
            <pc:sldMk cId="0" sldId="261"/>
            <ac:spMk id="3" creationId="{47E3A1D5-959A-49F9-AB1B-63563D526DDF}"/>
          </ac:spMkLst>
        </pc:spChg>
      </pc:sldChg>
      <pc:sldChg chg="addSp delSp modSp mod">
        <pc:chgData name="Tim McIntosh" userId="80c4542c76bccb85" providerId="LiveId" clId="{DB6B0DCF-422C-4353-A4F8-7E457B1A928B}" dt="2022-02-14T08:25:08.942" v="3547"/>
        <pc:sldMkLst>
          <pc:docMk/>
          <pc:sldMk cId="0" sldId="263"/>
        </pc:sldMkLst>
        <pc:spChg chg="mod">
          <ac:chgData name="Tim McIntosh" userId="80c4542c76bccb85" providerId="LiveId" clId="{DB6B0DCF-422C-4353-A4F8-7E457B1A928B}" dt="2022-02-14T08:25:08.942" v="3547"/>
          <ac:spMkLst>
            <pc:docMk/>
            <pc:sldMk cId="0" sldId="263"/>
            <ac:spMk id="2" creationId="{72275A1D-7D1B-4E23-BF1C-0D30325F6EE6}"/>
          </ac:spMkLst>
        </pc:spChg>
        <pc:graphicFrameChg chg="del mod">
          <ac:chgData name="Tim McIntosh" userId="80c4542c76bccb85" providerId="LiveId" clId="{DB6B0DCF-422C-4353-A4F8-7E457B1A928B}" dt="2022-02-12T05:15:30.757" v="1766"/>
          <ac:graphicFrameMkLst>
            <pc:docMk/>
            <pc:sldMk cId="0" sldId="263"/>
            <ac:graphicFrameMk id="3" creationId="{AAA47554-90B5-425F-832C-8D173D0EFD8E}"/>
          </ac:graphicFrameMkLst>
        </pc:graphicFrameChg>
        <pc:graphicFrameChg chg="add del mod">
          <ac:chgData name="Tim McIntosh" userId="80c4542c76bccb85" providerId="LiveId" clId="{DB6B0DCF-422C-4353-A4F8-7E457B1A928B}" dt="2022-02-12T05:15:30.757" v="1766"/>
          <ac:graphicFrameMkLst>
            <pc:docMk/>
            <pc:sldMk cId="0" sldId="263"/>
            <ac:graphicFrameMk id="4" creationId="{75A6B5F1-3951-4A20-981B-FA32B085647C}"/>
          </ac:graphicFrameMkLst>
        </pc:graphicFrameChg>
        <pc:graphicFrameChg chg="add del mod">
          <ac:chgData name="Tim McIntosh" userId="80c4542c76bccb85" providerId="LiveId" clId="{DB6B0DCF-422C-4353-A4F8-7E457B1A928B}" dt="2022-02-12T05:15:30.757" v="1766"/>
          <ac:graphicFrameMkLst>
            <pc:docMk/>
            <pc:sldMk cId="0" sldId="263"/>
            <ac:graphicFrameMk id="5" creationId="{2C7752D3-E0D0-42EB-91A2-E77C03357F82}"/>
          </ac:graphicFrameMkLst>
        </pc:graphicFrameChg>
        <pc:graphicFrameChg chg="add del mod">
          <ac:chgData name="Tim McIntosh" userId="80c4542c76bccb85" providerId="LiveId" clId="{DB6B0DCF-422C-4353-A4F8-7E457B1A928B}" dt="2022-02-12T05:15:30.757" v="1766"/>
          <ac:graphicFrameMkLst>
            <pc:docMk/>
            <pc:sldMk cId="0" sldId="263"/>
            <ac:graphicFrameMk id="6" creationId="{788F2770-15FD-45CB-9E47-2356AE914965}"/>
          </ac:graphicFrameMkLst>
        </pc:graphicFrameChg>
        <pc:graphicFrameChg chg="add del mod">
          <ac:chgData name="Tim McIntosh" userId="80c4542c76bccb85" providerId="LiveId" clId="{DB6B0DCF-422C-4353-A4F8-7E457B1A928B}" dt="2022-02-12T05:15:30.757" v="1766"/>
          <ac:graphicFrameMkLst>
            <pc:docMk/>
            <pc:sldMk cId="0" sldId="263"/>
            <ac:graphicFrameMk id="7" creationId="{9DD7A245-6BC3-4AEF-A55A-A31D18A78206}"/>
          </ac:graphicFrameMkLst>
        </pc:graphicFrameChg>
        <pc:graphicFrameChg chg="add del mod">
          <ac:chgData name="Tim McIntosh" userId="80c4542c76bccb85" providerId="LiveId" clId="{DB6B0DCF-422C-4353-A4F8-7E457B1A928B}" dt="2022-02-12T05:15:30.757" v="1766"/>
          <ac:graphicFrameMkLst>
            <pc:docMk/>
            <pc:sldMk cId="0" sldId="263"/>
            <ac:graphicFrameMk id="8" creationId="{5F49BDE1-E628-4DEB-9461-CC5B7595F261}"/>
          </ac:graphicFrameMkLst>
        </pc:graphicFrameChg>
        <pc:graphicFrameChg chg="add del mod">
          <ac:chgData name="Tim McIntosh" userId="80c4542c76bccb85" providerId="LiveId" clId="{DB6B0DCF-422C-4353-A4F8-7E457B1A928B}" dt="2022-02-12T05:15:30.757" v="1766"/>
          <ac:graphicFrameMkLst>
            <pc:docMk/>
            <pc:sldMk cId="0" sldId="263"/>
            <ac:graphicFrameMk id="9" creationId="{8E2DE260-BF3A-4E5C-888E-E3AD104FA430}"/>
          </ac:graphicFrameMkLst>
        </pc:graphicFrameChg>
        <pc:graphicFrameChg chg="add del mod">
          <ac:chgData name="Tim McIntosh" userId="80c4542c76bccb85" providerId="LiveId" clId="{DB6B0DCF-422C-4353-A4F8-7E457B1A928B}" dt="2022-02-12T05:15:30.757" v="1766"/>
          <ac:graphicFrameMkLst>
            <pc:docMk/>
            <pc:sldMk cId="0" sldId="263"/>
            <ac:graphicFrameMk id="10" creationId="{B508BF46-BC35-4AF8-BA2F-26ACE2FA3377}"/>
          </ac:graphicFrameMkLst>
        </pc:graphicFrameChg>
        <pc:graphicFrameChg chg="add del mod">
          <ac:chgData name="Tim McIntosh" userId="80c4542c76bccb85" providerId="LiveId" clId="{DB6B0DCF-422C-4353-A4F8-7E457B1A928B}" dt="2022-02-12T05:15:30.757" v="1766"/>
          <ac:graphicFrameMkLst>
            <pc:docMk/>
            <pc:sldMk cId="0" sldId="263"/>
            <ac:graphicFrameMk id="11" creationId="{CD1522F5-1A97-4216-982E-88577D9C3854}"/>
          </ac:graphicFrameMkLst>
        </pc:graphicFrameChg>
        <pc:graphicFrameChg chg="add del mod">
          <ac:chgData name="Tim McIntosh" userId="80c4542c76bccb85" providerId="LiveId" clId="{DB6B0DCF-422C-4353-A4F8-7E457B1A928B}" dt="2022-02-12T05:15:30.757" v="1766"/>
          <ac:graphicFrameMkLst>
            <pc:docMk/>
            <pc:sldMk cId="0" sldId="263"/>
            <ac:graphicFrameMk id="12" creationId="{D40152F1-2F95-401A-8547-50B0B3CB315E}"/>
          </ac:graphicFrameMkLst>
        </pc:graphicFrameChg>
        <pc:graphicFrameChg chg="add del mod">
          <ac:chgData name="Tim McIntosh" userId="80c4542c76bccb85" providerId="LiveId" clId="{DB6B0DCF-422C-4353-A4F8-7E457B1A928B}" dt="2022-02-12T05:15:30.757" v="1766"/>
          <ac:graphicFrameMkLst>
            <pc:docMk/>
            <pc:sldMk cId="0" sldId="263"/>
            <ac:graphicFrameMk id="13" creationId="{52198001-8D95-4209-A9AA-448C0B05D4C8}"/>
          </ac:graphicFrameMkLst>
        </pc:graphicFrameChg>
        <pc:graphicFrameChg chg="add del mod">
          <ac:chgData name="Tim McIntosh" userId="80c4542c76bccb85" providerId="LiveId" clId="{DB6B0DCF-422C-4353-A4F8-7E457B1A928B}" dt="2022-02-12T05:15:30.757" v="1766"/>
          <ac:graphicFrameMkLst>
            <pc:docMk/>
            <pc:sldMk cId="0" sldId="263"/>
            <ac:graphicFrameMk id="14" creationId="{483F1F5D-9724-46F1-9382-85C9ACF23B6F}"/>
          </ac:graphicFrameMkLst>
        </pc:graphicFrameChg>
        <pc:graphicFrameChg chg="add del mod">
          <ac:chgData name="Tim McIntosh" userId="80c4542c76bccb85" providerId="LiveId" clId="{DB6B0DCF-422C-4353-A4F8-7E457B1A928B}" dt="2022-02-12T05:15:30.757" v="1766"/>
          <ac:graphicFrameMkLst>
            <pc:docMk/>
            <pc:sldMk cId="0" sldId="263"/>
            <ac:graphicFrameMk id="15" creationId="{34433375-F247-4CE3-9FA6-ABC58FF4B7BB}"/>
          </ac:graphicFrameMkLst>
        </pc:graphicFrameChg>
      </pc:sldChg>
      <pc:sldChg chg="modSp mod">
        <pc:chgData name="Tim McIntosh" userId="80c4542c76bccb85" providerId="LiveId" clId="{DB6B0DCF-422C-4353-A4F8-7E457B1A928B}" dt="2022-02-14T08:26:23.505" v="3562"/>
        <pc:sldMkLst>
          <pc:docMk/>
          <pc:sldMk cId="0" sldId="264"/>
        </pc:sldMkLst>
        <pc:spChg chg="mod">
          <ac:chgData name="Tim McIntosh" userId="80c4542c76bccb85" providerId="LiveId" clId="{DB6B0DCF-422C-4353-A4F8-7E457B1A928B}" dt="2022-02-14T08:26:23.505" v="3562"/>
          <ac:spMkLst>
            <pc:docMk/>
            <pc:sldMk cId="0" sldId="264"/>
            <ac:spMk id="2" creationId="{46717AA1-E9E7-4C43-9D90-AC614EC90791}"/>
          </ac:spMkLst>
        </pc:spChg>
        <pc:spChg chg="mod">
          <ac:chgData name="Tim McIntosh" userId="80c4542c76bccb85" providerId="LiveId" clId="{DB6B0DCF-422C-4353-A4F8-7E457B1A928B}" dt="2022-02-12T02:24:12.739" v="741" actId="255"/>
          <ac:spMkLst>
            <pc:docMk/>
            <pc:sldMk cId="0" sldId="264"/>
            <ac:spMk id="6146" creationId="{23420AC8-E61C-458D-9532-7C3A2E114EAB}"/>
          </ac:spMkLst>
        </pc:spChg>
      </pc:sldChg>
      <pc:sldChg chg="modSp mod">
        <pc:chgData name="Tim McIntosh" userId="80c4542c76bccb85" providerId="LiveId" clId="{DB6B0DCF-422C-4353-A4F8-7E457B1A928B}" dt="2022-02-14T08:26:29.961" v="3564"/>
        <pc:sldMkLst>
          <pc:docMk/>
          <pc:sldMk cId="2078771512" sldId="265"/>
        </pc:sldMkLst>
        <pc:spChg chg="mod">
          <ac:chgData name="Tim McIntosh" userId="80c4542c76bccb85" providerId="LiveId" clId="{DB6B0DCF-422C-4353-A4F8-7E457B1A928B}" dt="2022-02-14T08:26:29.961" v="3564"/>
          <ac:spMkLst>
            <pc:docMk/>
            <pc:sldMk cId="2078771512" sldId="265"/>
            <ac:spMk id="2" creationId="{8E146CB4-A571-4314-8366-1907D5010492}"/>
          </ac:spMkLst>
        </pc:spChg>
      </pc:sldChg>
      <pc:sldChg chg="modSp mod">
        <pc:chgData name="Tim McIntosh" userId="80c4542c76bccb85" providerId="LiveId" clId="{DB6B0DCF-422C-4353-A4F8-7E457B1A928B}" dt="2022-02-14T08:26:32.362" v="3565"/>
        <pc:sldMkLst>
          <pc:docMk/>
          <pc:sldMk cId="3474458692" sldId="266"/>
        </pc:sldMkLst>
        <pc:spChg chg="mod">
          <ac:chgData name="Tim McIntosh" userId="80c4542c76bccb85" providerId="LiveId" clId="{DB6B0DCF-422C-4353-A4F8-7E457B1A928B}" dt="2022-02-14T08:26:32.362" v="3565"/>
          <ac:spMkLst>
            <pc:docMk/>
            <pc:sldMk cId="3474458692" sldId="266"/>
            <ac:spMk id="2" creationId="{96614E2B-3819-4631-BA16-DAAAE805593B}"/>
          </ac:spMkLst>
        </pc:spChg>
      </pc:sldChg>
      <pc:sldChg chg="modSp mod">
        <pc:chgData name="Tim McIntosh" userId="80c4542c76bccb85" providerId="LiveId" clId="{DB6B0DCF-422C-4353-A4F8-7E457B1A928B}" dt="2022-02-14T08:26:35.490" v="3566"/>
        <pc:sldMkLst>
          <pc:docMk/>
          <pc:sldMk cId="2436612075" sldId="267"/>
        </pc:sldMkLst>
        <pc:spChg chg="mod">
          <ac:chgData name="Tim McIntosh" userId="80c4542c76bccb85" providerId="LiveId" clId="{DB6B0DCF-422C-4353-A4F8-7E457B1A928B}" dt="2022-02-14T08:26:35.490" v="3566"/>
          <ac:spMkLst>
            <pc:docMk/>
            <pc:sldMk cId="2436612075" sldId="267"/>
            <ac:spMk id="2" creationId="{19388A29-881D-41F3-87C8-44FF9ED36BFF}"/>
          </ac:spMkLst>
        </pc:spChg>
      </pc:sldChg>
      <pc:sldChg chg="modSp mod">
        <pc:chgData name="Tim McIntosh" userId="80c4542c76bccb85" providerId="LiveId" clId="{DB6B0DCF-422C-4353-A4F8-7E457B1A928B}" dt="2022-02-14T08:26:38.618" v="3567"/>
        <pc:sldMkLst>
          <pc:docMk/>
          <pc:sldMk cId="3124040730" sldId="268"/>
        </pc:sldMkLst>
        <pc:spChg chg="mod">
          <ac:chgData name="Tim McIntosh" userId="80c4542c76bccb85" providerId="LiveId" clId="{DB6B0DCF-422C-4353-A4F8-7E457B1A928B}" dt="2022-02-14T08:26:38.618" v="3567"/>
          <ac:spMkLst>
            <pc:docMk/>
            <pc:sldMk cId="3124040730" sldId="268"/>
            <ac:spMk id="2" creationId="{049D23F1-A8BA-456D-B994-C1B860EFB956}"/>
          </ac:spMkLst>
        </pc:spChg>
      </pc:sldChg>
      <pc:sldChg chg="modSp mod">
        <pc:chgData name="Tim McIntosh" userId="80c4542c76bccb85" providerId="LiveId" clId="{DB6B0DCF-422C-4353-A4F8-7E457B1A928B}" dt="2022-02-14T08:26:41.707" v="3568"/>
        <pc:sldMkLst>
          <pc:docMk/>
          <pc:sldMk cId="827405938" sldId="270"/>
        </pc:sldMkLst>
        <pc:spChg chg="mod">
          <ac:chgData name="Tim McIntosh" userId="80c4542c76bccb85" providerId="LiveId" clId="{DB6B0DCF-422C-4353-A4F8-7E457B1A928B}" dt="2022-02-14T08:26:41.707" v="3568"/>
          <ac:spMkLst>
            <pc:docMk/>
            <pc:sldMk cId="827405938" sldId="270"/>
            <ac:spMk id="2" creationId="{43987819-6D44-4A2E-8E3F-B21177806249}"/>
          </ac:spMkLst>
        </pc:spChg>
      </pc:sldChg>
      <pc:sldChg chg="modSp mod">
        <pc:chgData name="Tim McIntosh" userId="80c4542c76bccb85" providerId="LiveId" clId="{DB6B0DCF-422C-4353-A4F8-7E457B1A928B}" dt="2022-02-14T08:26:44.331" v="3569"/>
        <pc:sldMkLst>
          <pc:docMk/>
          <pc:sldMk cId="2637239155" sldId="271"/>
        </pc:sldMkLst>
        <pc:spChg chg="mod">
          <ac:chgData name="Tim McIntosh" userId="80c4542c76bccb85" providerId="LiveId" clId="{DB6B0DCF-422C-4353-A4F8-7E457B1A928B}" dt="2022-02-14T08:26:44.331" v="3569"/>
          <ac:spMkLst>
            <pc:docMk/>
            <pc:sldMk cId="2637239155" sldId="271"/>
            <ac:spMk id="2" creationId="{96614E2B-3819-4631-BA16-DAAAE805593B}"/>
          </ac:spMkLst>
        </pc:spChg>
      </pc:sldChg>
      <pc:sldChg chg="add del">
        <pc:chgData name="Tim McIntosh" userId="80c4542c76bccb85" providerId="LiveId" clId="{DB6B0DCF-422C-4353-A4F8-7E457B1A928B}" dt="2022-02-12T05:16:46.018" v="1925" actId="2696"/>
        <pc:sldMkLst>
          <pc:docMk/>
          <pc:sldMk cId="503074749" sldId="272"/>
        </pc:sldMkLst>
      </pc:sldChg>
      <pc:sldChg chg="del">
        <pc:chgData name="Tim McIntosh" userId="80c4542c76bccb85" providerId="LiveId" clId="{DB6B0DCF-422C-4353-A4F8-7E457B1A928B}" dt="2022-02-12T05:16:32.626" v="1923" actId="2696"/>
        <pc:sldMkLst>
          <pc:docMk/>
          <pc:sldMk cId="2602595201" sldId="272"/>
        </pc:sldMkLst>
      </pc:sldChg>
      <pc:sldChg chg="modSp add mod">
        <pc:chgData name="Tim McIntosh" userId="80c4542c76bccb85" providerId="LiveId" clId="{DB6B0DCF-422C-4353-A4F8-7E457B1A928B}" dt="2022-02-14T08:25:54.352" v="3552"/>
        <pc:sldMkLst>
          <pc:docMk/>
          <pc:sldMk cId="3171362680" sldId="272"/>
        </pc:sldMkLst>
        <pc:spChg chg="mod">
          <ac:chgData name="Tim McIntosh" userId="80c4542c76bccb85" providerId="LiveId" clId="{DB6B0DCF-422C-4353-A4F8-7E457B1A928B}" dt="2022-02-14T08:25:54.352" v="3552"/>
          <ac:spMkLst>
            <pc:docMk/>
            <pc:sldMk cId="3171362680" sldId="272"/>
            <ac:spMk id="2" creationId="{8E146CB4-A571-4314-8366-1907D5010492}"/>
          </ac:spMkLst>
        </pc:spChg>
      </pc:sldChg>
      <pc:sldChg chg="modSp add mod">
        <pc:chgData name="Tim McIntosh" userId="80c4542c76bccb85" providerId="LiveId" clId="{DB6B0DCF-422C-4353-A4F8-7E457B1A928B}" dt="2022-02-14T08:25:56.911" v="3553"/>
        <pc:sldMkLst>
          <pc:docMk/>
          <pc:sldMk cId="270522772" sldId="273"/>
        </pc:sldMkLst>
        <pc:spChg chg="mod">
          <ac:chgData name="Tim McIntosh" userId="80c4542c76bccb85" providerId="LiveId" clId="{DB6B0DCF-422C-4353-A4F8-7E457B1A928B}" dt="2022-02-14T08:25:56.911" v="3553"/>
          <ac:spMkLst>
            <pc:docMk/>
            <pc:sldMk cId="270522772" sldId="273"/>
            <ac:spMk id="2" creationId="{8E146CB4-A571-4314-8366-1907D5010492}"/>
          </ac:spMkLst>
        </pc:spChg>
      </pc:sldChg>
      <pc:sldChg chg="del">
        <pc:chgData name="Tim McIntosh" userId="80c4542c76bccb85" providerId="LiveId" clId="{DB6B0DCF-422C-4353-A4F8-7E457B1A928B}" dt="2022-02-12T05:16:32.626" v="1923" actId="2696"/>
        <pc:sldMkLst>
          <pc:docMk/>
          <pc:sldMk cId="1093417344" sldId="273"/>
        </pc:sldMkLst>
      </pc:sldChg>
      <pc:sldChg chg="add del">
        <pc:chgData name="Tim McIntosh" userId="80c4542c76bccb85" providerId="LiveId" clId="{DB6B0DCF-422C-4353-A4F8-7E457B1A928B}" dt="2022-02-12T05:16:46.018" v="1925" actId="2696"/>
        <pc:sldMkLst>
          <pc:docMk/>
          <pc:sldMk cId="3315111992" sldId="273"/>
        </pc:sldMkLst>
      </pc:sldChg>
      <pc:sldChg chg="add del">
        <pc:chgData name="Tim McIntosh" userId="80c4542c76bccb85" providerId="LiveId" clId="{DB6B0DCF-422C-4353-A4F8-7E457B1A928B}" dt="2022-02-12T05:16:46.018" v="1925" actId="2696"/>
        <pc:sldMkLst>
          <pc:docMk/>
          <pc:sldMk cId="412851474" sldId="274"/>
        </pc:sldMkLst>
      </pc:sldChg>
      <pc:sldChg chg="del">
        <pc:chgData name="Tim McIntosh" userId="80c4542c76bccb85" providerId="LiveId" clId="{DB6B0DCF-422C-4353-A4F8-7E457B1A928B}" dt="2022-02-12T05:16:32.626" v="1923" actId="2696"/>
        <pc:sldMkLst>
          <pc:docMk/>
          <pc:sldMk cId="1577203092" sldId="274"/>
        </pc:sldMkLst>
      </pc:sldChg>
      <pc:sldChg chg="modSp add mod">
        <pc:chgData name="Tim McIntosh" userId="80c4542c76bccb85" providerId="LiveId" clId="{DB6B0DCF-422C-4353-A4F8-7E457B1A928B}" dt="2022-02-14T08:25:48.495" v="3551"/>
        <pc:sldMkLst>
          <pc:docMk/>
          <pc:sldMk cId="3305548535" sldId="274"/>
        </pc:sldMkLst>
        <pc:spChg chg="mod">
          <ac:chgData name="Tim McIntosh" userId="80c4542c76bccb85" providerId="LiveId" clId="{DB6B0DCF-422C-4353-A4F8-7E457B1A928B}" dt="2022-02-14T08:25:48.495" v="3551"/>
          <ac:spMkLst>
            <pc:docMk/>
            <pc:sldMk cId="3305548535" sldId="274"/>
            <ac:spMk id="2" creationId="{8E146CB4-A571-4314-8366-1907D5010492}"/>
          </ac:spMkLst>
        </pc:spChg>
      </pc:sldChg>
      <pc:sldChg chg="modSp add mod">
        <pc:chgData name="Tim McIntosh" userId="80c4542c76bccb85" providerId="LiveId" clId="{DB6B0DCF-422C-4353-A4F8-7E457B1A928B}" dt="2022-02-14T08:25:59.473" v="3554"/>
        <pc:sldMkLst>
          <pc:docMk/>
          <pc:sldMk cId="1710677828" sldId="275"/>
        </pc:sldMkLst>
        <pc:spChg chg="mod">
          <ac:chgData name="Tim McIntosh" userId="80c4542c76bccb85" providerId="LiveId" clId="{DB6B0DCF-422C-4353-A4F8-7E457B1A928B}" dt="2022-02-14T08:25:59.473" v="3554"/>
          <ac:spMkLst>
            <pc:docMk/>
            <pc:sldMk cId="1710677828" sldId="275"/>
            <ac:spMk id="2" creationId="{8E146CB4-A571-4314-8366-1907D5010492}"/>
          </ac:spMkLst>
        </pc:spChg>
      </pc:sldChg>
      <pc:sldChg chg="add del">
        <pc:chgData name="Tim McIntosh" userId="80c4542c76bccb85" providerId="LiveId" clId="{DB6B0DCF-422C-4353-A4F8-7E457B1A928B}" dt="2022-02-12T05:16:46.018" v="1925" actId="2696"/>
        <pc:sldMkLst>
          <pc:docMk/>
          <pc:sldMk cId="2344319240" sldId="275"/>
        </pc:sldMkLst>
      </pc:sldChg>
      <pc:sldChg chg="del">
        <pc:chgData name="Tim McIntosh" userId="80c4542c76bccb85" providerId="LiveId" clId="{DB6B0DCF-422C-4353-A4F8-7E457B1A928B}" dt="2022-02-12T05:16:32.626" v="1923" actId="2696"/>
        <pc:sldMkLst>
          <pc:docMk/>
          <pc:sldMk cId="2446935371" sldId="275"/>
        </pc:sldMkLst>
      </pc:sldChg>
      <pc:sldChg chg="del">
        <pc:chgData name="Tim McIntosh" userId="80c4542c76bccb85" providerId="LiveId" clId="{DB6B0DCF-422C-4353-A4F8-7E457B1A928B}" dt="2022-02-12T05:16:32.626" v="1923" actId="2696"/>
        <pc:sldMkLst>
          <pc:docMk/>
          <pc:sldMk cId="642007176" sldId="276"/>
        </pc:sldMkLst>
      </pc:sldChg>
      <pc:sldChg chg="modSp add mod">
        <pc:chgData name="Tim McIntosh" userId="80c4542c76bccb85" providerId="LiveId" clId="{DB6B0DCF-422C-4353-A4F8-7E457B1A928B}" dt="2022-02-14T08:26:02.720" v="3555"/>
        <pc:sldMkLst>
          <pc:docMk/>
          <pc:sldMk cId="1968581442" sldId="276"/>
        </pc:sldMkLst>
        <pc:spChg chg="mod">
          <ac:chgData name="Tim McIntosh" userId="80c4542c76bccb85" providerId="LiveId" clId="{DB6B0DCF-422C-4353-A4F8-7E457B1A928B}" dt="2022-02-14T08:26:02.720" v="3555"/>
          <ac:spMkLst>
            <pc:docMk/>
            <pc:sldMk cId="1968581442" sldId="276"/>
            <ac:spMk id="2" creationId="{8E146CB4-A571-4314-8366-1907D5010492}"/>
          </ac:spMkLst>
        </pc:spChg>
      </pc:sldChg>
      <pc:sldChg chg="add del">
        <pc:chgData name="Tim McIntosh" userId="80c4542c76bccb85" providerId="LiveId" clId="{DB6B0DCF-422C-4353-A4F8-7E457B1A928B}" dt="2022-02-12T05:16:46.018" v="1925" actId="2696"/>
        <pc:sldMkLst>
          <pc:docMk/>
          <pc:sldMk cId="4125751430" sldId="276"/>
        </pc:sldMkLst>
      </pc:sldChg>
      <pc:sldChg chg="modSp mod">
        <pc:chgData name="Tim McIntosh" userId="80c4542c76bccb85" providerId="LiveId" clId="{DB6B0DCF-422C-4353-A4F8-7E457B1A928B}" dt="2022-02-14T08:26:50.653" v="3571"/>
        <pc:sldMkLst>
          <pc:docMk/>
          <pc:sldMk cId="2634690509" sldId="277"/>
        </pc:sldMkLst>
        <pc:spChg chg="mod">
          <ac:chgData name="Tim McIntosh" userId="80c4542c76bccb85" providerId="LiveId" clId="{DB6B0DCF-422C-4353-A4F8-7E457B1A928B}" dt="2022-02-14T08:26:50.653" v="3571"/>
          <ac:spMkLst>
            <pc:docMk/>
            <pc:sldMk cId="2634690509" sldId="277"/>
            <ac:spMk id="2" creationId="{46717AA1-E9E7-4C43-9D90-AC614EC90791}"/>
          </ac:spMkLst>
        </pc:spChg>
      </pc:sldChg>
      <pc:sldChg chg="modSp mod">
        <pc:chgData name="Tim McIntosh" userId="80c4542c76bccb85" providerId="LiveId" clId="{DB6B0DCF-422C-4353-A4F8-7E457B1A928B}" dt="2022-02-14T08:26:06.273" v="3556"/>
        <pc:sldMkLst>
          <pc:docMk/>
          <pc:sldMk cId="1987218006" sldId="278"/>
        </pc:sldMkLst>
        <pc:spChg chg="mod">
          <ac:chgData name="Tim McIntosh" userId="80c4542c76bccb85" providerId="LiveId" clId="{DB6B0DCF-422C-4353-A4F8-7E457B1A928B}" dt="2022-02-14T08:26:06.273" v="3556"/>
          <ac:spMkLst>
            <pc:docMk/>
            <pc:sldMk cId="1987218006" sldId="278"/>
            <ac:spMk id="2" creationId="{72275A1D-7D1B-4E23-BF1C-0D30325F6EE6}"/>
          </ac:spMkLst>
        </pc:spChg>
      </pc:sldChg>
      <pc:sldChg chg="modSp mod">
        <pc:chgData name="Tim McIntosh" userId="80c4542c76bccb85" providerId="LiveId" clId="{DB6B0DCF-422C-4353-A4F8-7E457B1A928B}" dt="2022-02-14T08:26:12.792" v="3558"/>
        <pc:sldMkLst>
          <pc:docMk/>
          <pc:sldMk cId="2480749934" sldId="279"/>
        </pc:sldMkLst>
        <pc:spChg chg="mod">
          <ac:chgData name="Tim McIntosh" userId="80c4542c76bccb85" providerId="LiveId" clId="{DB6B0DCF-422C-4353-A4F8-7E457B1A928B}" dt="2022-02-14T08:26:12.792" v="3558"/>
          <ac:spMkLst>
            <pc:docMk/>
            <pc:sldMk cId="2480749934" sldId="279"/>
            <ac:spMk id="2" creationId="{72275A1D-7D1B-4E23-BF1C-0D30325F6EE6}"/>
          </ac:spMkLst>
        </pc:spChg>
      </pc:sldChg>
      <pc:sldChg chg="modSp mod">
        <pc:chgData name="Tim McIntosh" userId="80c4542c76bccb85" providerId="LiveId" clId="{DB6B0DCF-422C-4353-A4F8-7E457B1A928B}" dt="2022-02-14T08:27:05.043" v="3576"/>
        <pc:sldMkLst>
          <pc:docMk/>
          <pc:sldMk cId="1363475473" sldId="280"/>
        </pc:sldMkLst>
        <pc:spChg chg="mod">
          <ac:chgData name="Tim McIntosh" userId="80c4542c76bccb85" providerId="LiveId" clId="{DB6B0DCF-422C-4353-A4F8-7E457B1A928B}" dt="2022-02-14T08:27:05.043" v="3576"/>
          <ac:spMkLst>
            <pc:docMk/>
            <pc:sldMk cId="1363475473" sldId="280"/>
            <ac:spMk id="2" creationId="{46717AA1-E9E7-4C43-9D90-AC614EC90791}"/>
          </ac:spMkLst>
        </pc:spChg>
        <pc:spChg chg="mod">
          <ac:chgData name="Tim McIntosh" userId="80c4542c76bccb85" providerId="LiveId" clId="{DB6B0DCF-422C-4353-A4F8-7E457B1A928B}" dt="2022-02-12T05:48:50.720" v="2637" actId="20577"/>
          <ac:spMkLst>
            <pc:docMk/>
            <pc:sldMk cId="1363475473" sldId="280"/>
            <ac:spMk id="23555" creationId="{2D765F26-F4C3-4C79-A70A-3579B29A9517}"/>
          </ac:spMkLst>
        </pc:spChg>
      </pc:sldChg>
      <pc:sldChg chg="modSp mod">
        <pc:chgData name="Tim McIntosh" userId="80c4542c76bccb85" providerId="LiveId" clId="{DB6B0DCF-422C-4353-A4F8-7E457B1A928B}" dt="2022-02-14T08:26:47.996" v="3570"/>
        <pc:sldMkLst>
          <pc:docMk/>
          <pc:sldMk cId="2873145535" sldId="281"/>
        </pc:sldMkLst>
        <pc:spChg chg="mod">
          <ac:chgData name="Tim McIntosh" userId="80c4542c76bccb85" providerId="LiveId" clId="{DB6B0DCF-422C-4353-A4F8-7E457B1A928B}" dt="2022-02-14T08:26:47.996" v="3570"/>
          <ac:spMkLst>
            <pc:docMk/>
            <pc:sldMk cId="2873145535" sldId="281"/>
            <ac:spMk id="2" creationId="{96614E2B-3819-4631-BA16-DAAAE805593B}"/>
          </ac:spMkLst>
        </pc:spChg>
      </pc:sldChg>
      <pc:sldChg chg="modSp add mod">
        <pc:chgData name="Tim McIntosh" userId="80c4542c76bccb85" providerId="LiveId" clId="{DB6B0DCF-422C-4353-A4F8-7E457B1A928B}" dt="2022-02-14T08:26:09.480" v="3557"/>
        <pc:sldMkLst>
          <pc:docMk/>
          <pc:sldMk cId="1747997659" sldId="282"/>
        </pc:sldMkLst>
        <pc:spChg chg="mod">
          <ac:chgData name="Tim McIntosh" userId="80c4542c76bccb85" providerId="LiveId" clId="{DB6B0DCF-422C-4353-A4F8-7E457B1A928B}" dt="2022-02-14T08:26:09.480" v="3557"/>
          <ac:spMkLst>
            <pc:docMk/>
            <pc:sldMk cId="1747997659" sldId="282"/>
            <ac:spMk id="2" creationId="{72275A1D-7D1B-4E23-BF1C-0D30325F6EE6}"/>
          </ac:spMkLst>
        </pc:spChg>
        <pc:spChg chg="mod">
          <ac:chgData name="Tim McIntosh" userId="80c4542c76bccb85" providerId="LiveId" clId="{DB6B0DCF-422C-4353-A4F8-7E457B1A928B}" dt="2022-02-12T01:56:01.081" v="258" actId="20577"/>
          <ac:spMkLst>
            <pc:docMk/>
            <pc:sldMk cId="1747997659" sldId="282"/>
            <ac:spMk id="6146" creationId="{190BDBBE-2518-4DC2-A8A5-7B1347851768}"/>
          </ac:spMkLst>
        </pc:spChg>
        <pc:spChg chg="mod">
          <ac:chgData name="Tim McIntosh" userId="80c4542c76bccb85" providerId="LiveId" clId="{DB6B0DCF-422C-4353-A4F8-7E457B1A928B}" dt="2022-02-12T02:03:21.303" v="540" actId="255"/>
          <ac:spMkLst>
            <pc:docMk/>
            <pc:sldMk cId="1747997659" sldId="282"/>
            <ac:spMk id="22531" creationId="{11F364B8-9E55-4D33-84A1-D572CD6C3E86}"/>
          </ac:spMkLst>
        </pc:spChg>
      </pc:sldChg>
      <pc:sldChg chg="modSp add del mod">
        <pc:chgData name="Tim McIntosh" userId="80c4542c76bccb85" providerId="LiveId" clId="{DB6B0DCF-422C-4353-A4F8-7E457B1A928B}" dt="2022-02-12T02:23:41.686" v="704" actId="2696"/>
        <pc:sldMkLst>
          <pc:docMk/>
          <pc:sldMk cId="1632801012" sldId="283"/>
        </pc:sldMkLst>
        <pc:spChg chg="mod">
          <ac:chgData name="Tim McIntosh" userId="80c4542c76bccb85" providerId="LiveId" clId="{DB6B0DCF-422C-4353-A4F8-7E457B1A928B}" dt="2022-02-12T02:04:18.181" v="616" actId="20577"/>
          <ac:spMkLst>
            <pc:docMk/>
            <pc:sldMk cId="1632801012" sldId="283"/>
            <ac:spMk id="6146" creationId="{190BDBBE-2518-4DC2-A8A5-7B1347851768}"/>
          </ac:spMkLst>
        </pc:spChg>
        <pc:spChg chg="mod">
          <ac:chgData name="Tim McIntosh" userId="80c4542c76bccb85" providerId="LiveId" clId="{DB6B0DCF-422C-4353-A4F8-7E457B1A928B}" dt="2022-02-12T02:23:37.672" v="703" actId="20577"/>
          <ac:spMkLst>
            <pc:docMk/>
            <pc:sldMk cId="1632801012" sldId="283"/>
            <ac:spMk id="22531" creationId="{11F364B8-9E55-4D33-84A1-D572CD6C3E86}"/>
          </ac:spMkLst>
        </pc:spChg>
      </pc:sldChg>
      <pc:sldChg chg="modSp add mod">
        <pc:chgData name="Tim McIntosh" userId="80c4542c76bccb85" providerId="LiveId" clId="{DB6B0DCF-422C-4353-A4F8-7E457B1A928B}" dt="2022-02-14T08:26:26.193" v="3563"/>
        <pc:sldMkLst>
          <pc:docMk/>
          <pc:sldMk cId="3265590034" sldId="283"/>
        </pc:sldMkLst>
        <pc:spChg chg="mod">
          <ac:chgData name="Tim McIntosh" userId="80c4542c76bccb85" providerId="LiveId" clId="{DB6B0DCF-422C-4353-A4F8-7E457B1A928B}" dt="2022-02-14T08:26:26.193" v="3563"/>
          <ac:spMkLst>
            <pc:docMk/>
            <pc:sldMk cId="3265590034" sldId="283"/>
            <ac:spMk id="2" creationId="{46717AA1-E9E7-4C43-9D90-AC614EC90791}"/>
          </ac:spMkLst>
        </pc:spChg>
        <pc:spChg chg="mod">
          <ac:chgData name="Tim McIntosh" userId="80c4542c76bccb85" providerId="LiveId" clId="{DB6B0DCF-422C-4353-A4F8-7E457B1A928B}" dt="2022-02-12T02:24:47.497" v="765" actId="20577"/>
          <ac:spMkLst>
            <pc:docMk/>
            <pc:sldMk cId="3265590034" sldId="283"/>
            <ac:spMk id="6146" creationId="{23420AC8-E61C-458D-9532-7C3A2E114EAB}"/>
          </ac:spMkLst>
        </pc:spChg>
        <pc:spChg chg="mod">
          <ac:chgData name="Tim McIntosh" userId="80c4542c76bccb85" providerId="LiveId" clId="{DB6B0DCF-422C-4353-A4F8-7E457B1A928B}" dt="2022-02-12T05:17:13.470" v="1927" actId="11"/>
          <ac:spMkLst>
            <pc:docMk/>
            <pc:sldMk cId="3265590034" sldId="283"/>
            <ac:spMk id="23555" creationId="{2D765F26-F4C3-4C79-A70A-3579B29A9517}"/>
          </ac:spMkLst>
        </pc:spChg>
      </pc:sldChg>
      <pc:sldChg chg="modSp add mod">
        <pc:chgData name="Tim McIntosh" userId="80c4542c76bccb85" providerId="LiveId" clId="{DB6B0DCF-422C-4353-A4F8-7E457B1A928B}" dt="2022-02-14T08:26:53.172" v="3572"/>
        <pc:sldMkLst>
          <pc:docMk/>
          <pc:sldMk cId="953012337" sldId="284"/>
        </pc:sldMkLst>
        <pc:spChg chg="mod">
          <ac:chgData name="Tim McIntosh" userId="80c4542c76bccb85" providerId="LiveId" clId="{DB6B0DCF-422C-4353-A4F8-7E457B1A928B}" dt="2022-02-14T08:26:53.172" v="3572"/>
          <ac:spMkLst>
            <pc:docMk/>
            <pc:sldMk cId="953012337" sldId="284"/>
            <ac:spMk id="2" creationId="{46717AA1-E9E7-4C43-9D90-AC614EC90791}"/>
          </ac:spMkLst>
        </pc:spChg>
        <pc:spChg chg="mod">
          <ac:chgData name="Tim McIntosh" userId="80c4542c76bccb85" providerId="LiveId" clId="{DB6B0DCF-422C-4353-A4F8-7E457B1A928B}" dt="2022-02-12T02:53:17.472" v="1121" actId="20577"/>
          <ac:spMkLst>
            <pc:docMk/>
            <pc:sldMk cId="953012337" sldId="284"/>
            <ac:spMk id="6146" creationId="{23420AC8-E61C-458D-9532-7C3A2E114EAB}"/>
          </ac:spMkLst>
        </pc:spChg>
        <pc:spChg chg="mod">
          <ac:chgData name="Tim McIntosh" userId="80c4542c76bccb85" providerId="LiveId" clId="{DB6B0DCF-422C-4353-A4F8-7E457B1A928B}" dt="2022-02-12T02:59:48.717" v="1757" actId="20577"/>
          <ac:spMkLst>
            <pc:docMk/>
            <pc:sldMk cId="953012337" sldId="284"/>
            <ac:spMk id="23555" creationId="{2D765F26-F4C3-4C79-A70A-3579B29A9517}"/>
          </ac:spMkLst>
        </pc:spChg>
      </pc:sldChg>
      <pc:sldChg chg="modSp add del mod">
        <pc:chgData name="Tim McIntosh" userId="80c4542c76bccb85" providerId="LiveId" clId="{DB6B0DCF-422C-4353-A4F8-7E457B1A928B}" dt="2022-02-14T08:26:56.563" v="3573"/>
        <pc:sldMkLst>
          <pc:docMk/>
          <pc:sldMk cId="3230552907" sldId="285"/>
        </pc:sldMkLst>
        <pc:spChg chg="mod">
          <ac:chgData name="Tim McIntosh" userId="80c4542c76bccb85" providerId="LiveId" clId="{DB6B0DCF-422C-4353-A4F8-7E457B1A928B}" dt="2022-02-14T08:26:56.563" v="3573"/>
          <ac:spMkLst>
            <pc:docMk/>
            <pc:sldMk cId="3230552907" sldId="285"/>
            <ac:spMk id="2" creationId="{46717AA1-E9E7-4C43-9D90-AC614EC90791}"/>
          </ac:spMkLst>
        </pc:spChg>
        <pc:spChg chg="mod">
          <ac:chgData name="Tim McIntosh" userId="80c4542c76bccb85" providerId="LiveId" clId="{DB6B0DCF-422C-4353-A4F8-7E457B1A928B}" dt="2022-02-12T05:17:37.143" v="1963" actId="20577"/>
          <ac:spMkLst>
            <pc:docMk/>
            <pc:sldMk cId="3230552907" sldId="285"/>
            <ac:spMk id="6146" creationId="{23420AC8-E61C-458D-9532-7C3A2E114EAB}"/>
          </ac:spMkLst>
        </pc:spChg>
        <pc:spChg chg="mod">
          <ac:chgData name="Tim McIntosh" userId="80c4542c76bccb85" providerId="LiveId" clId="{DB6B0DCF-422C-4353-A4F8-7E457B1A928B}" dt="2022-02-12T06:28:08.793" v="3494" actId="20577"/>
          <ac:spMkLst>
            <pc:docMk/>
            <pc:sldMk cId="3230552907" sldId="285"/>
            <ac:spMk id="23555" creationId="{2D765F26-F4C3-4C79-A70A-3579B29A9517}"/>
          </ac:spMkLst>
        </pc:spChg>
      </pc:sldChg>
      <pc:sldChg chg="modSp add mod">
        <pc:chgData name="Tim McIntosh" userId="80c4542c76bccb85" providerId="LiveId" clId="{DB6B0DCF-422C-4353-A4F8-7E457B1A928B}" dt="2022-02-12T05:16:14.889" v="1922" actId="11"/>
        <pc:sldMkLst>
          <pc:docMk/>
          <pc:sldMk cId="2228163726" sldId="286"/>
        </pc:sldMkLst>
        <pc:spChg chg="mod">
          <ac:chgData name="Tim McIntosh" userId="80c4542c76bccb85" providerId="LiveId" clId="{DB6B0DCF-422C-4353-A4F8-7E457B1A928B}" dt="2022-02-12T05:15:40.816" v="1787" actId="20577"/>
          <ac:spMkLst>
            <pc:docMk/>
            <pc:sldMk cId="2228163726" sldId="286"/>
            <ac:spMk id="6146" creationId="{190BDBBE-2518-4DC2-A8A5-7B1347851768}"/>
          </ac:spMkLst>
        </pc:spChg>
        <pc:spChg chg="mod">
          <ac:chgData name="Tim McIntosh" userId="80c4542c76bccb85" providerId="LiveId" clId="{DB6B0DCF-422C-4353-A4F8-7E457B1A928B}" dt="2022-02-12T05:16:14.889" v="1922" actId="11"/>
          <ac:spMkLst>
            <pc:docMk/>
            <pc:sldMk cId="2228163726" sldId="286"/>
            <ac:spMk id="22531" creationId="{11F364B8-9E55-4D33-84A1-D572CD6C3E86}"/>
          </ac:spMkLst>
        </pc:spChg>
      </pc:sldChg>
      <pc:sldChg chg="add del">
        <pc:chgData name="Tim McIntosh" userId="80c4542c76bccb85" providerId="LiveId" clId="{DB6B0DCF-422C-4353-A4F8-7E457B1A928B}" dt="2022-02-12T05:43:12.119" v="2257" actId="2696"/>
        <pc:sldMkLst>
          <pc:docMk/>
          <pc:sldMk cId="771953093" sldId="287"/>
        </pc:sldMkLst>
      </pc:sldChg>
      <pc:sldChg chg="modSp add mod">
        <pc:chgData name="Tim McIntosh" userId="80c4542c76bccb85" providerId="LiveId" clId="{DB6B0DCF-422C-4353-A4F8-7E457B1A928B}" dt="2022-02-14T08:26:59.020" v="3574"/>
        <pc:sldMkLst>
          <pc:docMk/>
          <pc:sldMk cId="1196611232" sldId="287"/>
        </pc:sldMkLst>
        <pc:spChg chg="mod">
          <ac:chgData name="Tim McIntosh" userId="80c4542c76bccb85" providerId="LiveId" clId="{DB6B0DCF-422C-4353-A4F8-7E457B1A928B}" dt="2022-02-14T08:26:59.020" v="3574"/>
          <ac:spMkLst>
            <pc:docMk/>
            <pc:sldMk cId="1196611232" sldId="287"/>
            <ac:spMk id="2" creationId="{46717AA1-E9E7-4C43-9D90-AC614EC90791}"/>
          </ac:spMkLst>
        </pc:spChg>
        <pc:spChg chg="mod">
          <ac:chgData name="Tim McIntosh" userId="80c4542c76bccb85" providerId="LiveId" clId="{DB6B0DCF-422C-4353-A4F8-7E457B1A928B}" dt="2022-02-12T05:52:37.143" v="2776" actId="20577"/>
          <ac:spMkLst>
            <pc:docMk/>
            <pc:sldMk cId="1196611232" sldId="287"/>
            <ac:spMk id="6146" creationId="{23420AC8-E61C-458D-9532-7C3A2E114EAB}"/>
          </ac:spMkLst>
        </pc:spChg>
        <pc:spChg chg="mod">
          <ac:chgData name="Tim McIntosh" userId="80c4542c76bccb85" providerId="LiveId" clId="{DB6B0DCF-422C-4353-A4F8-7E457B1A928B}" dt="2022-02-12T05:53:35.170" v="2958" actId="11"/>
          <ac:spMkLst>
            <pc:docMk/>
            <pc:sldMk cId="1196611232" sldId="287"/>
            <ac:spMk id="23555" creationId="{2D765F26-F4C3-4C79-A70A-3579B29A9517}"/>
          </ac:spMkLst>
        </pc:spChg>
      </pc:sldChg>
      <pc:sldChg chg="modSp add del mod">
        <pc:chgData name="Tim McIntosh" userId="80c4542c76bccb85" providerId="LiveId" clId="{DB6B0DCF-422C-4353-A4F8-7E457B1A928B}" dt="2022-02-12T06:08:44.434" v="3092" actId="2696"/>
        <pc:sldMkLst>
          <pc:docMk/>
          <pc:sldMk cId="4052069835" sldId="288"/>
        </pc:sldMkLst>
        <pc:spChg chg="mod">
          <ac:chgData name="Tim McIntosh" userId="80c4542c76bccb85" providerId="LiveId" clId="{DB6B0DCF-422C-4353-A4F8-7E457B1A928B}" dt="2022-02-12T05:54:06.957" v="3076" actId="20577"/>
          <ac:spMkLst>
            <pc:docMk/>
            <pc:sldMk cId="4052069835" sldId="288"/>
            <ac:spMk id="23555" creationId="{2D765F26-F4C3-4C79-A70A-3579B29A9517}"/>
          </ac:spMkLst>
        </pc:spChg>
      </pc:sldChg>
      <pc:sldChg chg="addSp delSp modSp add mod">
        <pc:chgData name="Tim McIntosh" userId="80c4542c76bccb85" providerId="LiveId" clId="{DB6B0DCF-422C-4353-A4F8-7E457B1A928B}" dt="2022-02-14T08:27:01.583" v="3575"/>
        <pc:sldMkLst>
          <pc:docMk/>
          <pc:sldMk cId="869496650" sldId="289"/>
        </pc:sldMkLst>
        <pc:spChg chg="mod">
          <ac:chgData name="Tim McIntosh" userId="80c4542c76bccb85" providerId="LiveId" clId="{DB6B0DCF-422C-4353-A4F8-7E457B1A928B}" dt="2022-02-14T08:27:01.583" v="3575"/>
          <ac:spMkLst>
            <pc:docMk/>
            <pc:sldMk cId="869496650" sldId="289"/>
            <ac:spMk id="2" creationId="{46717AA1-E9E7-4C43-9D90-AC614EC90791}"/>
          </ac:spMkLst>
        </pc:spChg>
        <pc:spChg chg="add del mod">
          <ac:chgData name="Tim McIntosh" userId="80c4542c76bccb85" providerId="LiveId" clId="{DB6B0DCF-422C-4353-A4F8-7E457B1A928B}" dt="2022-02-12T05:54:20.589" v="3079" actId="478"/>
          <ac:spMkLst>
            <pc:docMk/>
            <pc:sldMk cId="869496650" sldId="289"/>
            <ac:spMk id="3" creationId="{16DE7AA4-2367-4C8D-ABF8-AFF2045507B5}"/>
          </ac:spMkLst>
        </pc:spChg>
        <pc:spChg chg="add del mod">
          <ac:chgData name="Tim McIntosh" userId="80c4542c76bccb85" providerId="LiveId" clId="{DB6B0DCF-422C-4353-A4F8-7E457B1A928B}" dt="2022-02-12T05:54:27.790" v="3081" actId="478"/>
          <ac:spMkLst>
            <pc:docMk/>
            <pc:sldMk cId="869496650" sldId="289"/>
            <ac:spMk id="5" creationId="{ED16F417-4F4F-42E2-89F6-C1E692E12C29}"/>
          </ac:spMkLst>
        </pc:spChg>
        <pc:spChg chg="del">
          <ac:chgData name="Tim McIntosh" userId="80c4542c76bccb85" providerId="LiveId" clId="{DB6B0DCF-422C-4353-A4F8-7E457B1A928B}" dt="2022-02-12T05:54:23.412" v="3080" actId="478"/>
          <ac:spMkLst>
            <pc:docMk/>
            <pc:sldMk cId="869496650" sldId="289"/>
            <ac:spMk id="6146" creationId="{23420AC8-E61C-458D-9532-7C3A2E114EAB}"/>
          </ac:spMkLst>
        </pc:spChg>
        <pc:spChg chg="del">
          <ac:chgData name="Tim McIntosh" userId="80c4542c76bccb85" providerId="LiveId" clId="{DB6B0DCF-422C-4353-A4F8-7E457B1A928B}" dt="2022-02-12T05:54:18.021" v="3078" actId="478"/>
          <ac:spMkLst>
            <pc:docMk/>
            <pc:sldMk cId="869496650" sldId="289"/>
            <ac:spMk id="23555" creationId="{2D765F26-F4C3-4C79-A70A-3579B29A9517}"/>
          </ac:spMkLst>
        </pc:spChg>
        <pc:picChg chg="add mod">
          <ac:chgData name="Tim McIntosh" userId="80c4542c76bccb85" providerId="LiveId" clId="{DB6B0DCF-422C-4353-A4F8-7E457B1A928B}" dt="2022-02-12T05:56:47.444" v="3091" actId="1076"/>
          <ac:picMkLst>
            <pc:docMk/>
            <pc:sldMk cId="869496650" sldId="289"/>
            <ac:picMk id="7" creationId="{E2CB0594-1FBA-4ACE-B352-DE8902D424B5}"/>
          </ac:picMkLst>
        </pc:picChg>
        <pc:picChg chg="add del mod">
          <ac:chgData name="Tim McIntosh" userId="80c4542c76bccb85" providerId="LiveId" clId="{DB6B0DCF-422C-4353-A4F8-7E457B1A928B}" dt="2022-02-12T05:56:20.143" v="3087" actId="478"/>
          <ac:picMkLst>
            <pc:docMk/>
            <pc:sldMk cId="869496650" sldId="289"/>
            <ac:picMk id="9" creationId="{C0403EC1-5DF7-4CD5-951A-DADCA03E5636}"/>
          </ac:picMkLst>
        </pc:picChg>
        <pc:picChg chg="add mod">
          <ac:chgData name="Tim McIntosh" userId="80c4542c76bccb85" providerId="LiveId" clId="{DB6B0DCF-422C-4353-A4F8-7E457B1A928B}" dt="2022-02-12T05:56:43.242" v="3089" actId="1076"/>
          <ac:picMkLst>
            <pc:docMk/>
            <pc:sldMk cId="869496650" sldId="289"/>
            <ac:picMk id="11" creationId="{2176D69D-69A5-4844-982D-E51CEF8DD19F}"/>
          </ac:picMkLst>
        </pc:picChg>
      </pc:sldChg>
      <pc:sldChg chg="modSp add mod">
        <pc:chgData name="Tim McIntosh" userId="80c4542c76bccb85" providerId="LiveId" clId="{DB6B0DCF-422C-4353-A4F8-7E457B1A928B}" dt="2022-02-14T08:25:23.519" v="3548"/>
        <pc:sldMkLst>
          <pc:docMk/>
          <pc:sldMk cId="704369733" sldId="290"/>
        </pc:sldMkLst>
        <pc:spChg chg="mod">
          <ac:chgData name="Tim McIntosh" userId="80c4542c76bccb85" providerId="LiveId" clId="{DB6B0DCF-422C-4353-A4F8-7E457B1A928B}" dt="2022-02-14T08:25:23.519" v="3548"/>
          <ac:spMkLst>
            <pc:docMk/>
            <pc:sldMk cId="704369733" sldId="290"/>
            <ac:spMk id="2" creationId="{72275A1D-7D1B-4E23-BF1C-0D30325F6EE6}"/>
          </ac:spMkLst>
        </pc:spChg>
      </pc:sldChg>
      <pc:sldChg chg="modSp add mod">
        <pc:chgData name="Tim McIntosh" userId="80c4542c76bccb85" providerId="LiveId" clId="{DB6B0DCF-422C-4353-A4F8-7E457B1A928B}" dt="2022-02-14T08:25:34.213" v="3550"/>
        <pc:sldMkLst>
          <pc:docMk/>
          <pc:sldMk cId="2322794807" sldId="291"/>
        </pc:sldMkLst>
        <pc:spChg chg="mod">
          <ac:chgData name="Tim McIntosh" userId="80c4542c76bccb85" providerId="LiveId" clId="{DB6B0DCF-422C-4353-A4F8-7E457B1A928B}" dt="2022-02-14T08:25:34.213" v="3550"/>
          <ac:spMkLst>
            <pc:docMk/>
            <pc:sldMk cId="2322794807" sldId="291"/>
            <ac:spMk id="2" creationId="{72275A1D-7D1B-4E23-BF1C-0D30325F6EE6}"/>
          </ac:spMkLst>
        </pc:spChg>
        <pc:spChg chg="mod">
          <ac:chgData name="Tim McIntosh" userId="80c4542c76bccb85" providerId="LiveId" clId="{DB6B0DCF-422C-4353-A4F8-7E457B1A928B}" dt="2022-02-14T08:25:32.078" v="3549" actId="1076"/>
          <ac:spMkLst>
            <pc:docMk/>
            <pc:sldMk cId="2322794807" sldId="291"/>
            <ac:spMk id="5" creationId="{1C5CC246-7355-4614-AB6C-AD183AAD8A78}"/>
          </ac:spMkLst>
        </pc:spChg>
      </pc:sldChg>
      <pc:sldChg chg="modSp add mod">
        <pc:chgData name="Tim McIntosh" userId="80c4542c76bccb85" providerId="LiveId" clId="{DB6B0DCF-422C-4353-A4F8-7E457B1A928B}" dt="2022-02-14T08:26:15.426" v="3559"/>
        <pc:sldMkLst>
          <pc:docMk/>
          <pc:sldMk cId="2705798789" sldId="292"/>
        </pc:sldMkLst>
        <pc:spChg chg="mod">
          <ac:chgData name="Tim McIntosh" userId="80c4542c76bccb85" providerId="LiveId" clId="{DB6B0DCF-422C-4353-A4F8-7E457B1A928B}" dt="2022-02-14T08:26:15.426" v="3559"/>
          <ac:spMkLst>
            <pc:docMk/>
            <pc:sldMk cId="2705798789" sldId="292"/>
            <ac:spMk id="2" creationId="{72275A1D-7D1B-4E23-BF1C-0D30325F6EE6}"/>
          </ac:spMkLst>
        </pc:spChg>
      </pc:sldChg>
      <pc:sldChg chg="modSp add mod">
        <pc:chgData name="Tim McIntosh" userId="80c4542c76bccb85" providerId="LiveId" clId="{DB6B0DCF-422C-4353-A4F8-7E457B1A928B}" dt="2022-02-14T08:26:17.825" v="3560"/>
        <pc:sldMkLst>
          <pc:docMk/>
          <pc:sldMk cId="511951508" sldId="293"/>
        </pc:sldMkLst>
        <pc:spChg chg="mod">
          <ac:chgData name="Tim McIntosh" userId="80c4542c76bccb85" providerId="LiveId" clId="{DB6B0DCF-422C-4353-A4F8-7E457B1A928B}" dt="2022-02-14T08:26:17.825" v="3560"/>
          <ac:spMkLst>
            <pc:docMk/>
            <pc:sldMk cId="511951508" sldId="293"/>
            <ac:spMk id="2" creationId="{72275A1D-7D1B-4E23-BF1C-0D30325F6EE6}"/>
          </ac:spMkLst>
        </pc:spChg>
      </pc:sldChg>
      <pc:sldChg chg="modSp add mod">
        <pc:chgData name="Tim McIntosh" userId="80c4542c76bccb85" providerId="LiveId" clId="{DB6B0DCF-422C-4353-A4F8-7E457B1A928B}" dt="2022-02-14T08:26:21.273" v="3561"/>
        <pc:sldMkLst>
          <pc:docMk/>
          <pc:sldMk cId="1472689301" sldId="314"/>
        </pc:sldMkLst>
        <pc:spChg chg="mod">
          <ac:chgData name="Tim McIntosh" userId="80c4542c76bccb85" providerId="LiveId" clId="{DB6B0DCF-422C-4353-A4F8-7E457B1A928B}" dt="2022-02-14T08:26:21.273" v="3561"/>
          <ac:spMkLst>
            <pc:docMk/>
            <pc:sldMk cId="1472689301" sldId="314"/>
            <ac:spMk id="2" creationId="{72275A1D-7D1B-4E23-BF1C-0D30325F6EE6}"/>
          </ac:spMkLst>
        </pc:spChg>
      </pc:sldChg>
      <pc:sldMasterChg chg="del delSldLayout">
        <pc:chgData name="Tim McIntosh" userId="80c4542c76bccb85" providerId="LiveId" clId="{DB6B0DCF-422C-4353-A4F8-7E457B1A928B}" dt="2022-02-14T08:23:28.408" v="3500" actId="2696"/>
        <pc:sldMasterMkLst>
          <pc:docMk/>
          <pc:sldMasterMk cId="0" sldId="2147483651"/>
        </pc:sldMasterMkLst>
        <pc:sldLayoutChg chg="del">
          <pc:chgData name="Tim McIntosh" userId="80c4542c76bccb85" providerId="LiveId" clId="{DB6B0DCF-422C-4353-A4F8-7E457B1A928B}" dt="2022-02-14T08:23:28.402" v="3498" actId="2696"/>
          <pc:sldLayoutMkLst>
            <pc:docMk/>
            <pc:sldMasterMk cId="0" sldId="2147483651"/>
            <pc:sldLayoutMk cId="1686131074" sldId="2147483968"/>
          </pc:sldLayoutMkLst>
        </pc:sldLayoutChg>
        <pc:sldLayoutChg chg="del">
          <pc:chgData name="Tim McIntosh" userId="80c4542c76bccb85" providerId="LiveId" clId="{DB6B0DCF-422C-4353-A4F8-7E457B1A928B}" dt="2022-02-14T08:23:28.404" v="3499" actId="2696"/>
          <pc:sldLayoutMkLst>
            <pc:docMk/>
            <pc:sldMasterMk cId="0" sldId="2147483651"/>
            <pc:sldLayoutMk cId="66218245" sldId="2147483969"/>
          </pc:sldLayoutMkLst>
        </pc:sldLayoutChg>
      </pc:sldMasterChg>
      <pc:sldMasterChg chg="del delSldLayout">
        <pc:chgData name="Tim McIntosh" userId="80c4542c76bccb85" providerId="LiveId" clId="{DB6B0DCF-422C-4353-A4F8-7E457B1A928B}" dt="2022-02-14T08:23:28.391" v="3497" actId="2696"/>
        <pc:sldMasterMkLst>
          <pc:docMk/>
          <pc:sldMasterMk cId="0" sldId="2147483654"/>
        </pc:sldMasterMkLst>
        <pc:sldLayoutChg chg="del">
          <pc:chgData name="Tim McIntosh" userId="80c4542c76bccb85" providerId="LiveId" clId="{DB6B0DCF-422C-4353-A4F8-7E457B1A928B}" dt="2022-02-14T08:23:28.387" v="3496" actId="2696"/>
          <pc:sldLayoutMkLst>
            <pc:docMk/>
            <pc:sldMasterMk cId="0" sldId="2147483654"/>
            <pc:sldLayoutMk cId="3406083966" sldId="2147483967"/>
          </pc:sldLayoutMkLst>
        </pc:sldLayoutChg>
      </pc:sldMasterChg>
      <pc:sldMasterChg chg="modSp mod delSldLayout modSldLayout">
        <pc:chgData name="Tim McIntosh" userId="80c4542c76bccb85" providerId="LiveId" clId="{DB6B0DCF-422C-4353-A4F8-7E457B1A928B}" dt="2022-02-14T08:24:44.013" v="3537" actId="2696"/>
        <pc:sldMasterMkLst>
          <pc:docMk/>
          <pc:sldMasterMk cId="0" sldId="2147483658"/>
        </pc:sldMasterMkLst>
        <pc:spChg chg="mod">
          <ac:chgData name="Tim McIntosh" userId="80c4542c76bccb85" providerId="LiveId" clId="{DB6B0DCF-422C-4353-A4F8-7E457B1A928B}" dt="2022-02-14T08:23:42.107" v="3508"/>
          <ac:spMkLst>
            <pc:docMk/>
            <pc:sldMasterMk cId="0" sldId="2147483658"/>
            <ac:spMk id="5" creationId="{EFEE9959-195D-4693-AA37-953BDC04C6FE}"/>
          </ac:spMkLst>
        </pc:spChg>
        <pc:sldLayoutChg chg="modSp del mod">
          <pc:chgData name="Tim McIntosh" userId="80c4542c76bccb85" providerId="LiveId" clId="{DB6B0DCF-422C-4353-A4F8-7E457B1A928B}" dt="2022-02-14T08:24:44.013" v="3537" actId="2696"/>
          <pc:sldLayoutMkLst>
            <pc:docMk/>
            <pc:sldMasterMk cId="0" sldId="2147483658"/>
            <pc:sldLayoutMk cId="3241405307" sldId="2147483970"/>
          </pc:sldLayoutMkLst>
          <pc:spChg chg="mod">
            <ac:chgData name="Tim McIntosh" userId="80c4542c76bccb85" providerId="LiveId" clId="{DB6B0DCF-422C-4353-A4F8-7E457B1A928B}" dt="2022-02-14T08:23:54.906" v="3519"/>
            <ac:spMkLst>
              <pc:docMk/>
              <pc:sldMasterMk cId="0" sldId="2147483658"/>
              <pc:sldLayoutMk cId="3241405307" sldId="2147483970"/>
              <ac:spMk id="8" creationId="{F997CA58-90FD-4D2F-B023-D0AC0627E8AE}"/>
            </ac:spMkLst>
          </pc:spChg>
        </pc:sldLayoutChg>
        <pc:sldLayoutChg chg="modSp mod">
          <pc:chgData name="Tim McIntosh" userId="80c4542c76bccb85" providerId="LiveId" clId="{DB6B0DCF-422C-4353-A4F8-7E457B1A928B}" dt="2022-02-14T08:24:06.218" v="3527"/>
          <pc:sldLayoutMkLst>
            <pc:docMk/>
            <pc:sldMasterMk cId="0" sldId="2147483658"/>
            <pc:sldLayoutMk cId="3092058568" sldId="2147483971"/>
          </pc:sldLayoutMkLst>
          <pc:spChg chg="mod">
            <ac:chgData name="Tim McIntosh" userId="80c4542c76bccb85" providerId="LiveId" clId="{DB6B0DCF-422C-4353-A4F8-7E457B1A928B}" dt="2022-02-14T08:24:06.218" v="3527"/>
            <ac:spMkLst>
              <pc:docMk/>
              <pc:sldMasterMk cId="0" sldId="2147483658"/>
              <pc:sldLayoutMk cId="3092058568" sldId="2147483971"/>
              <ac:spMk id="5" creationId="{81279088-81E5-42AE-A449-F335DB56FCF5}"/>
            </ac:spMkLst>
          </pc:spChg>
        </pc:sldLayoutChg>
        <pc:sldLayoutChg chg="del">
          <pc:chgData name="Tim McIntosh" userId="80c4542c76bccb85" providerId="LiveId" clId="{DB6B0DCF-422C-4353-A4F8-7E457B1A928B}" dt="2022-02-14T08:24:39.600" v="3536" actId="2696"/>
          <pc:sldLayoutMkLst>
            <pc:docMk/>
            <pc:sldMasterMk cId="0" sldId="2147483658"/>
            <pc:sldLayoutMk cId="3767248618" sldId="2147483972"/>
          </pc:sldLayoutMkLst>
        </pc:sldLayoutChg>
        <pc:sldLayoutChg chg="del">
          <pc:chgData name="Tim McIntosh" userId="80c4542c76bccb85" providerId="LiveId" clId="{DB6B0DCF-422C-4353-A4F8-7E457B1A928B}" dt="2022-02-14T08:24:37.699" v="3535" actId="2696"/>
          <pc:sldLayoutMkLst>
            <pc:docMk/>
            <pc:sldMasterMk cId="0" sldId="2147483658"/>
            <pc:sldLayoutMk cId="1551832678" sldId="2147483973"/>
          </pc:sldLayoutMkLst>
        </pc:sldLayoutChg>
        <pc:sldLayoutChg chg="del">
          <pc:chgData name="Tim McIntosh" userId="80c4542c76bccb85" providerId="LiveId" clId="{DB6B0DCF-422C-4353-A4F8-7E457B1A928B}" dt="2022-02-14T08:24:35.900" v="3534" actId="2696"/>
          <pc:sldLayoutMkLst>
            <pc:docMk/>
            <pc:sldMasterMk cId="0" sldId="2147483658"/>
            <pc:sldLayoutMk cId="3262363800" sldId="2147483974"/>
          </pc:sldLayoutMkLst>
        </pc:sldLayoutChg>
        <pc:sldLayoutChg chg="del">
          <pc:chgData name="Tim McIntosh" userId="80c4542c76bccb85" providerId="LiveId" clId="{DB6B0DCF-422C-4353-A4F8-7E457B1A928B}" dt="2022-02-14T08:24:33.904" v="3533" actId="2696"/>
          <pc:sldLayoutMkLst>
            <pc:docMk/>
            <pc:sldMasterMk cId="0" sldId="2147483658"/>
            <pc:sldLayoutMk cId="2265036269" sldId="2147483975"/>
          </pc:sldLayoutMkLst>
        </pc:sldLayoutChg>
        <pc:sldLayoutChg chg="del">
          <pc:chgData name="Tim McIntosh" userId="80c4542c76bccb85" providerId="LiveId" clId="{DB6B0DCF-422C-4353-A4F8-7E457B1A928B}" dt="2022-02-14T08:24:31.633" v="3532" actId="2696"/>
          <pc:sldLayoutMkLst>
            <pc:docMk/>
            <pc:sldMasterMk cId="0" sldId="2147483658"/>
            <pc:sldLayoutMk cId="2848908576" sldId="2147483976"/>
          </pc:sldLayoutMkLst>
        </pc:sldLayoutChg>
        <pc:sldLayoutChg chg="del">
          <pc:chgData name="Tim McIntosh" userId="80c4542c76bccb85" providerId="LiveId" clId="{DB6B0DCF-422C-4353-A4F8-7E457B1A928B}" dt="2022-02-14T08:24:29.700" v="3531" actId="2696"/>
          <pc:sldLayoutMkLst>
            <pc:docMk/>
            <pc:sldMasterMk cId="0" sldId="2147483658"/>
            <pc:sldLayoutMk cId="259065860" sldId="2147483977"/>
          </pc:sldLayoutMkLst>
        </pc:sldLayoutChg>
        <pc:sldLayoutChg chg="del">
          <pc:chgData name="Tim McIntosh" userId="80c4542c76bccb85" providerId="LiveId" clId="{DB6B0DCF-422C-4353-A4F8-7E457B1A928B}" dt="2022-02-14T08:24:18.437" v="3528" actId="2696"/>
          <pc:sldLayoutMkLst>
            <pc:docMk/>
            <pc:sldMasterMk cId="0" sldId="2147483658"/>
            <pc:sldLayoutMk cId="4224716668" sldId="2147483978"/>
          </pc:sldLayoutMkLst>
        </pc:sldLayoutChg>
        <pc:sldLayoutChg chg="del">
          <pc:chgData name="Tim McIntosh" userId="80c4542c76bccb85" providerId="LiveId" clId="{DB6B0DCF-422C-4353-A4F8-7E457B1A928B}" dt="2022-02-14T08:24:18.453" v="3529" actId="2696"/>
          <pc:sldLayoutMkLst>
            <pc:docMk/>
            <pc:sldMasterMk cId="0" sldId="2147483658"/>
            <pc:sldLayoutMk cId="2694374494" sldId="2147483979"/>
          </pc:sldLayoutMkLst>
        </pc:sldLayoutChg>
        <pc:sldLayoutChg chg="del">
          <pc:chgData name="Tim McIntosh" userId="80c4542c76bccb85" providerId="LiveId" clId="{DB6B0DCF-422C-4353-A4F8-7E457B1A928B}" dt="2022-02-14T08:24:18.467" v="3530" actId="2696"/>
          <pc:sldLayoutMkLst>
            <pc:docMk/>
            <pc:sldMasterMk cId="0" sldId="2147483658"/>
            <pc:sldLayoutMk cId="1158625596" sldId="2147483980"/>
          </pc:sldLayoutMkLst>
        </pc:sldLayoutChg>
      </pc:sldMasterChg>
    </pc:docChg>
  </pc:docChgLst>
  <pc:docChgLst>
    <pc:chgData name="Tim McIntosh" userId="80c4542c76bccb85" providerId="LiveId" clId="{40026388-F5B8-43E0-A5A0-22659BCCBDB5}"/>
    <pc:docChg chg="undo redo custSel addSld delSld modSld sldOrd">
      <pc:chgData name="Tim McIntosh" userId="80c4542c76bccb85" providerId="LiveId" clId="{40026388-F5B8-43E0-A5A0-22659BCCBDB5}" dt="2022-02-09T01:04:12.421" v="4144" actId="14100"/>
      <pc:docMkLst>
        <pc:docMk/>
      </pc:docMkLst>
      <pc:sldChg chg="modSp">
        <pc:chgData name="Tim McIntosh" userId="80c4542c76bccb85" providerId="LiveId" clId="{40026388-F5B8-43E0-A5A0-22659BCCBDB5}" dt="2022-02-09T01:04:12.421" v="4144" actId="14100"/>
        <pc:sldMkLst>
          <pc:docMk/>
          <pc:sldMk cId="0" sldId="260"/>
        </pc:sldMkLst>
        <pc:spChg chg="mod">
          <ac:chgData name="Tim McIntosh" userId="80c4542c76bccb85" providerId="LiveId" clId="{40026388-F5B8-43E0-A5A0-22659BCCBDB5}" dt="2022-02-09T01:04:12.421" v="4144" actId="14100"/>
          <ac:spMkLst>
            <pc:docMk/>
            <pc:sldMk cId="0" sldId="260"/>
            <ac:spMk id="18434" creationId="{7011D958-7B17-483C-B07B-1B379F607C55}"/>
          </ac:spMkLst>
        </pc:spChg>
      </pc:sldChg>
      <pc:sldChg chg="del">
        <pc:chgData name="Tim McIntosh" userId="80c4542c76bccb85" providerId="LiveId" clId="{40026388-F5B8-43E0-A5A0-22659BCCBDB5}" dt="2022-01-12T04:04:44.460" v="3610" actId="47"/>
        <pc:sldMkLst>
          <pc:docMk/>
          <pc:sldMk cId="0" sldId="262"/>
        </pc:sldMkLst>
      </pc:sldChg>
      <pc:sldChg chg="modSp mod">
        <pc:chgData name="Tim McIntosh" userId="80c4542c76bccb85" providerId="LiveId" clId="{40026388-F5B8-43E0-A5A0-22659BCCBDB5}" dt="2022-02-09T00:52:32.989" v="3615" actId="1076"/>
        <pc:sldMkLst>
          <pc:docMk/>
          <pc:sldMk cId="0" sldId="263"/>
        </pc:sldMkLst>
        <pc:spChg chg="mod">
          <ac:chgData name="Tim McIntosh" userId="80c4542c76bccb85" providerId="LiveId" clId="{40026388-F5B8-43E0-A5A0-22659BCCBDB5}" dt="2022-02-09T00:52:32.989" v="3615" actId="1076"/>
          <ac:spMkLst>
            <pc:docMk/>
            <pc:sldMk cId="0" sldId="263"/>
            <ac:spMk id="22531" creationId="{11F364B8-9E55-4D33-84A1-D572CD6C3E86}"/>
          </ac:spMkLst>
        </pc:spChg>
      </pc:sldChg>
      <pc:sldChg chg="modSp mod">
        <pc:chgData name="Tim McIntosh" userId="80c4542c76bccb85" providerId="LiveId" clId="{40026388-F5B8-43E0-A5A0-22659BCCBDB5}" dt="2022-02-09T00:53:55.232" v="3633" actId="313"/>
        <pc:sldMkLst>
          <pc:docMk/>
          <pc:sldMk cId="0" sldId="264"/>
        </pc:sldMkLst>
        <pc:spChg chg="mod">
          <ac:chgData name="Tim McIntosh" userId="80c4542c76bccb85" providerId="LiveId" clId="{40026388-F5B8-43E0-A5A0-22659BCCBDB5}" dt="2022-02-09T00:53:24.654" v="3620"/>
          <ac:spMkLst>
            <pc:docMk/>
            <pc:sldMk cId="0" sldId="264"/>
            <ac:spMk id="6146" creationId="{23420AC8-E61C-458D-9532-7C3A2E114EAB}"/>
          </ac:spMkLst>
        </pc:spChg>
        <pc:spChg chg="mod">
          <ac:chgData name="Tim McIntosh" userId="80c4542c76bccb85" providerId="LiveId" clId="{40026388-F5B8-43E0-A5A0-22659BCCBDB5}" dt="2022-02-09T00:53:55.232" v="3633" actId="313"/>
          <ac:spMkLst>
            <pc:docMk/>
            <pc:sldMk cId="0" sldId="264"/>
            <ac:spMk id="23555" creationId="{2D765F26-F4C3-4C79-A70A-3579B29A9517}"/>
          </ac:spMkLst>
        </pc:spChg>
      </pc:sldChg>
      <pc:sldChg chg="modSp del mod">
        <pc:chgData name="Tim McIntosh" userId="80c4542c76bccb85" providerId="LiveId" clId="{40026388-F5B8-43E0-A5A0-22659BCCBDB5}" dt="2022-01-11T00:15:28.254" v="1042" actId="2696"/>
        <pc:sldMkLst>
          <pc:docMk/>
          <pc:sldMk cId="2078771512" sldId="265"/>
        </pc:sldMkLst>
        <pc:spChg chg="mod">
          <ac:chgData name="Tim McIntosh" userId="80c4542c76bccb85" providerId="LiveId" clId="{40026388-F5B8-43E0-A5A0-22659BCCBDB5}" dt="2022-01-10T10:30:02.170" v="516" actId="1076"/>
          <ac:spMkLst>
            <pc:docMk/>
            <pc:sldMk cId="2078771512" sldId="265"/>
            <ac:spMk id="24579" creationId="{F3DF4269-9F66-4FF8-828C-9294965EF791}"/>
          </ac:spMkLst>
        </pc:spChg>
      </pc:sldChg>
      <pc:sldChg chg="modSp add mod">
        <pc:chgData name="Tim McIntosh" userId="80c4542c76bccb85" providerId="LiveId" clId="{40026388-F5B8-43E0-A5A0-22659BCCBDB5}" dt="2022-02-09T00:56:18.092" v="3697" actId="20577"/>
        <pc:sldMkLst>
          <pc:docMk/>
          <pc:sldMk cId="3474458692" sldId="266"/>
        </pc:sldMkLst>
        <pc:spChg chg="mod">
          <ac:chgData name="Tim McIntosh" userId="80c4542c76bccb85" providerId="LiveId" clId="{40026388-F5B8-43E0-A5A0-22659BCCBDB5}" dt="2022-02-09T00:56:18.092" v="3697" actId="20577"/>
          <ac:spMkLst>
            <pc:docMk/>
            <pc:sldMk cId="3474458692" sldId="266"/>
            <ac:spMk id="3" creationId="{2A54259D-0124-4F7C-8EC1-4968F0788F20}"/>
          </ac:spMkLst>
        </pc:spChg>
        <pc:spChg chg="mod">
          <ac:chgData name="Tim McIntosh" userId="80c4542c76bccb85" providerId="LiveId" clId="{40026388-F5B8-43E0-A5A0-22659BCCBDB5}" dt="2022-02-09T00:55:45.641" v="3652" actId="20577"/>
          <ac:spMkLst>
            <pc:docMk/>
            <pc:sldMk cId="3474458692" sldId="266"/>
            <ac:spMk id="6146" creationId="{4B96BD86-4D61-4E04-837A-26BBE7A7E152}"/>
          </ac:spMkLst>
        </pc:spChg>
      </pc:sldChg>
      <pc:sldChg chg="modSp del mod">
        <pc:chgData name="Tim McIntosh" userId="80c4542c76bccb85" providerId="LiveId" clId="{40026388-F5B8-43E0-A5A0-22659BCCBDB5}" dt="2022-02-09T00:59:27.674" v="3960" actId="20577"/>
        <pc:sldMkLst>
          <pc:docMk/>
          <pc:sldMk cId="2436612075" sldId="267"/>
        </pc:sldMkLst>
        <pc:spChg chg="mod">
          <ac:chgData name="Tim McIntosh" userId="80c4542c76bccb85" providerId="LiveId" clId="{40026388-F5B8-43E0-A5A0-22659BCCBDB5}" dt="2022-02-09T00:59:05.824" v="3840" actId="20577"/>
          <ac:spMkLst>
            <pc:docMk/>
            <pc:sldMk cId="2436612075" sldId="267"/>
            <ac:spMk id="6146" creationId="{BCA2ADD3-2E34-4DC0-8AC9-1F2AA6AB2E88}"/>
          </ac:spMkLst>
        </pc:spChg>
        <pc:spChg chg="mod">
          <ac:chgData name="Tim McIntosh" userId="80c4542c76bccb85" providerId="LiveId" clId="{40026388-F5B8-43E0-A5A0-22659BCCBDB5}" dt="2022-02-09T00:59:27.674" v="3960" actId="20577"/>
          <ac:spMkLst>
            <pc:docMk/>
            <pc:sldMk cId="2436612075" sldId="267"/>
            <ac:spMk id="26627" creationId="{C4946B8A-C445-4267-8FE9-0BEEA53361FB}"/>
          </ac:spMkLst>
        </pc:spChg>
      </pc:sldChg>
      <pc:sldChg chg="del">
        <pc:chgData name="Tim McIntosh" userId="80c4542c76bccb85" providerId="LiveId" clId="{40026388-F5B8-43E0-A5A0-22659BCCBDB5}" dt="2022-01-11T00:15:28.254" v="1042" actId="2696"/>
        <pc:sldMkLst>
          <pc:docMk/>
          <pc:sldMk cId="3124040730" sldId="268"/>
        </pc:sldMkLst>
      </pc:sldChg>
      <pc:sldChg chg="modSp add mod">
        <pc:chgData name="Tim McIntosh" userId="80c4542c76bccb85" providerId="LiveId" clId="{40026388-F5B8-43E0-A5A0-22659BCCBDB5}" dt="2022-02-09T01:01:22.025" v="4029" actId="948"/>
        <pc:sldMkLst>
          <pc:docMk/>
          <pc:sldMk cId="827405938" sldId="270"/>
        </pc:sldMkLst>
        <pc:spChg chg="mod">
          <ac:chgData name="Tim McIntosh" userId="80c4542c76bccb85" providerId="LiveId" clId="{40026388-F5B8-43E0-A5A0-22659BCCBDB5}" dt="2022-02-09T00:59:40.874" v="3961" actId="20577"/>
          <ac:spMkLst>
            <pc:docMk/>
            <pc:sldMk cId="827405938" sldId="270"/>
            <ac:spMk id="6146" creationId="{24205FA9-038C-4104-80FA-C7DA3010DF7C}"/>
          </ac:spMkLst>
        </pc:spChg>
        <pc:spChg chg="mod">
          <ac:chgData name="Tim McIntosh" userId="80c4542c76bccb85" providerId="LiveId" clId="{40026388-F5B8-43E0-A5A0-22659BCCBDB5}" dt="2022-02-09T01:01:22.025" v="4029" actId="948"/>
          <ac:spMkLst>
            <pc:docMk/>
            <pc:sldMk cId="827405938" sldId="270"/>
            <ac:spMk id="29699" creationId="{6234B5D1-3058-450E-9804-6D29F7E2F534}"/>
          </ac:spMkLst>
        </pc:spChg>
      </pc:sldChg>
      <pc:sldChg chg="modSp add mod">
        <pc:chgData name="Tim McIntosh" userId="80c4542c76bccb85" providerId="LiveId" clId="{40026388-F5B8-43E0-A5A0-22659BCCBDB5}" dt="2022-02-09T01:03:13.491" v="4140" actId="207"/>
        <pc:sldMkLst>
          <pc:docMk/>
          <pc:sldMk cId="2637239155" sldId="271"/>
        </pc:sldMkLst>
        <pc:spChg chg="mod">
          <ac:chgData name="Tim McIntosh" userId="80c4542c76bccb85" providerId="LiveId" clId="{40026388-F5B8-43E0-A5A0-22659BCCBDB5}" dt="2022-02-09T01:03:13.491" v="4140" actId="207"/>
          <ac:spMkLst>
            <pc:docMk/>
            <pc:sldMk cId="2637239155" sldId="271"/>
            <ac:spMk id="3" creationId="{2A54259D-0124-4F7C-8EC1-4968F0788F20}"/>
          </ac:spMkLst>
        </pc:spChg>
      </pc:sldChg>
      <pc:sldChg chg="del">
        <pc:chgData name="Tim McIntosh" userId="80c4542c76bccb85" providerId="LiveId" clId="{40026388-F5B8-43E0-A5A0-22659BCCBDB5}" dt="2022-01-11T00:15:28.254" v="1042" actId="2696"/>
        <pc:sldMkLst>
          <pc:docMk/>
          <pc:sldMk cId="2999577684" sldId="271"/>
        </pc:sldMkLst>
      </pc:sldChg>
      <pc:sldChg chg="modSp add del mod">
        <pc:chgData name="Tim McIntosh" userId="80c4542c76bccb85" providerId="LiveId" clId="{40026388-F5B8-43E0-A5A0-22659BCCBDB5}" dt="2022-01-10T22:51:39.179" v="517" actId="2696"/>
        <pc:sldMkLst>
          <pc:docMk/>
          <pc:sldMk cId="1373153215" sldId="272"/>
        </pc:sldMkLst>
        <pc:spChg chg="mod">
          <ac:chgData name="Tim McIntosh" userId="80c4542c76bccb85" providerId="LiveId" clId="{40026388-F5B8-43E0-A5A0-22659BCCBDB5}" dt="2022-01-10T10:20:36.225" v="182" actId="27636"/>
          <ac:spMkLst>
            <pc:docMk/>
            <pc:sldMk cId="1373153215" sldId="272"/>
            <ac:spMk id="6146" creationId="{C12AEA32-63AB-4568-82D8-6CF1315EBB57}"/>
          </ac:spMkLst>
        </pc:spChg>
        <pc:spChg chg="mod">
          <ac:chgData name="Tim McIntosh" userId="80c4542c76bccb85" providerId="LiveId" clId="{40026388-F5B8-43E0-A5A0-22659BCCBDB5}" dt="2022-01-10T10:22:27.065" v="294" actId="20577"/>
          <ac:spMkLst>
            <pc:docMk/>
            <pc:sldMk cId="1373153215" sldId="272"/>
            <ac:spMk id="24579" creationId="{F3DF4269-9F66-4FF8-828C-9294965EF791}"/>
          </ac:spMkLst>
        </pc:spChg>
      </pc:sldChg>
      <pc:sldChg chg="modSp add mod">
        <pc:chgData name="Tim McIntosh" userId="80c4542c76bccb85" providerId="LiveId" clId="{40026388-F5B8-43E0-A5A0-22659BCCBDB5}" dt="2022-01-11T00:37:18.293" v="1522" actId="20577"/>
        <pc:sldMkLst>
          <pc:docMk/>
          <pc:sldMk cId="2602595201" sldId="272"/>
        </pc:sldMkLst>
        <pc:spChg chg="mod">
          <ac:chgData name="Tim McIntosh" userId="80c4542c76bccb85" providerId="LiveId" clId="{40026388-F5B8-43E0-A5A0-22659BCCBDB5}" dt="2022-01-11T00:37:18.293" v="1522" actId="20577"/>
          <ac:spMkLst>
            <pc:docMk/>
            <pc:sldMk cId="2602595201" sldId="272"/>
            <ac:spMk id="6146" creationId="{C12AEA32-63AB-4568-82D8-6CF1315EBB57}"/>
          </ac:spMkLst>
        </pc:spChg>
      </pc:sldChg>
      <pc:sldChg chg="modSp add mod">
        <pc:chgData name="Tim McIntosh" userId="80c4542c76bccb85" providerId="LiveId" clId="{40026388-F5B8-43E0-A5A0-22659BCCBDB5}" dt="2022-02-09T00:54:59.023" v="3640" actId="20577"/>
        <pc:sldMkLst>
          <pc:docMk/>
          <pc:sldMk cId="1093417344" sldId="273"/>
        </pc:sldMkLst>
        <pc:spChg chg="mod">
          <ac:chgData name="Tim McIntosh" userId="80c4542c76bccb85" providerId="LiveId" clId="{40026388-F5B8-43E0-A5A0-22659BCCBDB5}" dt="2022-01-11T00:37:25.431" v="1540" actId="20577"/>
          <ac:spMkLst>
            <pc:docMk/>
            <pc:sldMk cId="1093417344" sldId="273"/>
            <ac:spMk id="6146" creationId="{C12AEA32-63AB-4568-82D8-6CF1315EBB57}"/>
          </ac:spMkLst>
        </pc:spChg>
        <pc:spChg chg="mod">
          <ac:chgData name="Tim McIntosh" userId="80c4542c76bccb85" providerId="LiveId" clId="{40026388-F5B8-43E0-A5A0-22659BCCBDB5}" dt="2022-02-09T00:54:59.023" v="3640" actId="20577"/>
          <ac:spMkLst>
            <pc:docMk/>
            <pc:sldMk cId="1093417344" sldId="273"/>
            <ac:spMk id="24579" creationId="{F3DF4269-9F66-4FF8-828C-9294965EF791}"/>
          </ac:spMkLst>
        </pc:spChg>
      </pc:sldChg>
      <pc:sldChg chg="modSp add del mod">
        <pc:chgData name="Tim McIntosh" userId="80c4542c76bccb85" providerId="LiveId" clId="{40026388-F5B8-43E0-A5A0-22659BCCBDB5}" dt="2022-01-10T22:51:39.179" v="517" actId="2696"/>
        <pc:sldMkLst>
          <pc:docMk/>
          <pc:sldMk cId="2067347682" sldId="273"/>
        </pc:sldMkLst>
        <pc:spChg chg="mod">
          <ac:chgData name="Tim McIntosh" userId="80c4542c76bccb85" providerId="LiveId" clId="{40026388-F5B8-43E0-A5A0-22659BCCBDB5}" dt="2022-01-10T10:27:56.552" v="416" actId="20577"/>
          <ac:spMkLst>
            <pc:docMk/>
            <pc:sldMk cId="2067347682" sldId="273"/>
            <ac:spMk id="24579" creationId="{F3DF4269-9F66-4FF8-828C-9294965EF791}"/>
          </ac:spMkLst>
        </pc:spChg>
      </pc:sldChg>
      <pc:sldChg chg="addSp delSp modSp add mod ord">
        <pc:chgData name="Tim McIntosh" userId="80c4542c76bccb85" providerId="LiveId" clId="{40026388-F5B8-43E0-A5A0-22659BCCBDB5}" dt="2022-02-09T00:54:28.799" v="3639" actId="14100"/>
        <pc:sldMkLst>
          <pc:docMk/>
          <pc:sldMk cId="1577203092" sldId="274"/>
        </pc:sldMkLst>
        <pc:spChg chg="add del mod">
          <ac:chgData name="Tim McIntosh" userId="80c4542c76bccb85" providerId="LiveId" clId="{40026388-F5B8-43E0-A5A0-22659BCCBDB5}" dt="2022-01-10T22:53:21.112" v="580" actId="3680"/>
          <ac:spMkLst>
            <pc:docMk/>
            <pc:sldMk cId="1577203092" sldId="274"/>
            <ac:spMk id="3" creationId="{29E8137E-FAA0-4853-8B89-A5E1678D5C8A}"/>
          </ac:spMkLst>
        </pc:spChg>
        <pc:spChg chg="add mod">
          <ac:chgData name="Tim McIntosh" userId="80c4542c76bccb85" providerId="LiveId" clId="{40026388-F5B8-43E0-A5A0-22659BCCBDB5}" dt="2022-01-11T00:14:09.127" v="1041" actId="255"/>
          <ac:spMkLst>
            <pc:docMk/>
            <pc:sldMk cId="1577203092" sldId="274"/>
            <ac:spMk id="3" creationId="{657C257C-4756-4CFA-802E-09CB101C92CE}"/>
          </ac:spMkLst>
        </pc:spChg>
        <pc:spChg chg="mod">
          <ac:chgData name="Tim McIntosh" userId="80c4542c76bccb85" providerId="LiveId" clId="{40026388-F5B8-43E0-A5A0-22659BCCBDB5}" dt="2022-02-09T00:54:28.799" v="3639" actId="14100"/>
          <ac:spMkLst>
            <pc:docMk/>
            <pc:sldMk cId="1577203092" sldId="274"/>
            <ac:spMk id="6146" creationId="{C12AEA32-63AB-4568-82D8-6CF1315EBB57}"/>
          </ac:spMkLst>
        </pc:spChg>
        <pc:spChg chg="del">
          <ac:chgData name="Tim McIntosh" userId="80c4542c76bccb85" providerId="LiveId" clId="{40026388-F5B8-43E0-A5A0-22659BCCBDB5}" dt="2022-01-10T22:52:50.521" v="577" actId="478"/>
          <ac:spMkLst>
            <pc:docMk/>
            <pc:sldMk cId="1577203092" sldId="274"/>
            <ac:spMk id="24579" creationId="{F3DF4269-9F66-4FF8-828C-9294965EF791}"/>
          </ac:spMkLst>
        </pc:spChg>
        <pc:graphicFrameChg chg="add del mod ord modGraphic">
          <ac:chgData name="Tim McIntosh" userId="80c4542c76bccb85" providerId="LiveId" clId="{40026388-F5B8-43E0-A5A0-22659BCCBDB5}" dt="2022-01-10T22:53:16.220" v="579" actId="3680"/>
          <ac:graphicFrameMkLst>
            <pc:docMk/>
            <pc:sldMk cId="1577203092" sldId="274"/>
            <ac:graphicFrameMk id="4" creationId="{D451FFE8-11FC-4CBB-89ED-13DFC2F62243}"/>
          </ac:graphicFrameMkLst>
        </pc:graphicFrameChg>
        <pc:graphicFrameChg chg="add mod ord modGraphic">
          <ac:chgData name="Tim McIntosh" userId="80c4542c76bccb85" providerId="LiveId" clId="{40026388-F5B8-43E0-A5A0-22659BCCBDB5}" dt="2022-01-11T00:14:02.226" v="1038" actId="1076"/>
          <ac:graphicFrameMkLst>
            <pc:docMk/>
            <pc:sldMk cId="1577203092" sldId="274"/>
            <ac:graphicFrameMk id="5" creationId="{6A9E95DA-6B5A-4499-B24C-DA75458A81A3}"/>
          </ac:graphicFrameMkLst>
        </pc:graphicFrameChg>
      </pc:sldChg>
      <pc:sldChg chg="modSp add del mod">
        <pc:chgData name="Tim McIntosh" userId="80c4542c76bccb85" providerId="LiveId" clId="{40026388-F5B8-43E0-A5A0-22659BCCBDB5}" dt="2022-01-11T00:31:23.070" v="1081" actId="2696"/>
        <pc:sldMkLst>
          <pc:docMk/>
          <pc:sldMk cId="1139084609" sldId="275"/>
        </pc:sldMkLst>
        <pc:spChg chg="mod">
          <ac:chgData name="Tim McIntosh" userId="80c4542c76bccb85" providerId="LiveId" clId="{40026388-F5B8-43E0-A5A0-22659BCCBDB5}" dt="2022-01-11T00:31:07.820" v="1080" actId="20577"/>
          <ac:spMkLst>
            <pc:docMk/>
            <pc:sldMk cId="1139084609" sldId="275"/>
            <ac:spMk id="6146" creationId="{C12AEA32-63AB-4568-82D8-6CF1315EBB57}"/>
          </ac:spMkLst>
        </pc:spChg>
      </pc:sldChg>
      <pc:sldChg chg="addSp delSp modSp add mod">
        <pc:chgData name="Tim McIntosh" userId="80c4542c76bccb85" providerId="LiveId" clId="{40026388-F5B8-43E0-A5A0-22659BCCBDB5}" dt="2022-01-11T09:19:18.430" v="3596" actId="14100"/>
        <pc:sldMkLst>
          <pc:docMk/>
          <pc:sldMk cId="2446935371" sldId="275"/>
        </pc:sldMkLst>
        <pc:spChg chg="add del">
          <ac:chgData name="Tim McIntosh" userId="80c4542c76bccb85" providerId="LiveId" clId="{40026388-F5B8-43E0-A5A0-22659BCCBDB5}" dt="2022-01-11T00:32:32.079" v="1157"/>
          <ac:spMkLst>
            <pc:docMk/>
            <pc:sldMk cId="2446935371" sldId="275"/>
            <ac:spMk id="3" creationId="{B6BA37EE-4DBE-4F5E-BABA-3AB2E8ECDAAC}"/>
          </ac:spMkLst>
        </pc:spChg>
        <pc:spChg chg="mod">
          <ac:chgData name="Tim McIntosh" userId="80c4542c76bccb85" providerId="LiveId" clId="{40026388-F5B8-43E0-A5A0-22659BCCBDB5}" dt="2022-01-11T09:19:18.430" v="3596" actId="14100"/>
          <ac:spMkLst>
            <pc:docMk/>
            <pc:sldMk cId="2446935371" sldId="275"/>
            <ac:spMk id="6146" creationId="{C12AEA32-63AB-4568-82D8-6CF1315EBB57}"/>
          </ac:spMkLst>
        </pc:spChg>
        <pc:spChg chg="mod">
          <ac:chgData name="Tim McIntosh" userId="80c4542c76bccb85" providerId="LiveId" clId="{40026388-F5B8-43E0-A5A0-22659BCCBDB5}" dt="2022-01-11T00:33:33.917" v="1250" actId="14100"/>
          <ac:spMkLst>
            <pc:docMk/>
            <pc:sldMk cId="2446935371" sldId="275"/>
            <ac:spMk id="24579" creationId="{F3DF4269-9F66-4FF8-828C-9294965EF791}"/>
          </ac:spMkLst>
        </pc:spChg>
      </pc:sldChg>
      <pc:sldChg chg="modSp add mod">
        <pc:chgData name="Tim McIntosh" userId="80c4542c76bccb85" providerId="LiveId" clId="{40026388-F5B8-43E0-A5A0-22659BCCBDB5}" dt="2022-02-09T00:55:20.017" v="3641" actId="20577"/>
        <pc:sldMkLst>
          <pc:docMk/>
          <pc:sldMk cId="642007176" sldId="276"/>
        </pc:sldMkLst>
        <pc:spChg chg="mod">
          <ac:chgData name="Tim McIntosh" userId="80c4542c76bccb85" providerId="LiveId" clId="{40026388-F5B8-43E0-A5A0-22659BCCBDB5}" dt="2022-01-11T09:19:45.172" v="3609" actId="255"/>
          <ac:spMkLst>
            <pc:docMk/>
            <pc:sldMk cId="642007176" sldId="276"/>
            <ac:spMk id="6146" creationId="{C12AEA32-63AB-4568-82D8-6CF1315EBB57}"/>
          </ac:spMkLst>
        </pc:spChg>
        <pc:spChg chg="mod">
          <ac:chgData name="Tim McIntosh" userId="80c4542c76bccb85" providerId="LiveId" clId="{40026388-F5B8-43E0-A5A0-22659BCCBDB5}" dt="2022-02-09T00:55:20.017" v="3641" actId="20577"/>
          <ac:spMkLst>
            <pc:docMk/>
            <pc:sldMk cId="642007176" sldId="276"/>
            <ac:spMk id="24579" creationId="{F3DF4269-9F66-4FF8-828C-9294965EF791}"/>
          </ac:spMkLst>
        </pc:spChg>
      </pc:sldChg>
      <pc:sldChg chg="add del">
        <pc:chgData name="Tim McIntosh" userId="80c4542c76bccb85" providerId="LiveId" clId="{40026388-F5B8-43E0-A5A0-22659BCCBDB5}" dt="2022-01-11T00:33:42.748" v="1252" actId="47"/>
        <pc:sldMkLst>
          <pc:docMk/>
          <pc:sldMk cId="2551129213" sldId="277"/>
        </pc:sldMkLst>
      </pc:sldChg>
      <pc:sldChg chg="modSp add mod">
        <pc:chgData name="Tim McIntosh" userId="80c4542c76bccb85" providerId="LiveId" clId="{40026388-F5B8-43E0-A5A0-22659BCCBDB5}" dt="2022-02-09T01:03:51.757" v="4143" actId="1076"/>
        <pc:sldMkLst>
          <pc:docMk/>
          <pc:sldMk cId="2634690509" sldId="277"/>
        </pc:sldMkLst>
        <pc:spChg chg="mod">
          <ac:chgData name="Tim McIntosh" userId="80c4542c76bccb85" providerId="LiveId" clId="{40026388-F5B8-43E0-A5A0-22659BCCBDB5}" dt="2022-02-09T01:03:51.757" v="4143" actId="1076"/>
          <ac:spMkLst>
            <pc:docMk/>
            <pc:sldMk cId="2634690509" sldId="277"/>
            <ac:spMk id="6146" creationId="{23420AC8-E61C-458D-9532-7C3A2E114EAB}"/>
          </ac:spMkLst>
        </pc:spChg>
        <pc:spChg chg="mod">
          <ac:chgData name="Tim McIntosh" userId="80c4542c76bccb85" providerId="LiveId" clId="{40026388-F5B8-43E0-A5A0-22659BCCBDB5}" dt="2022-02-09T01:03:38.528" v="4141" actId="14100"/>
          <ac:spMkLst>
            <pc:docMk/>
            <pc:sldMk cId="2634690509" sldId="277"/>
            <ac:spMk id="23555" creationId="{2D765F26-F4C3-4C79-A70A-3579B29A9517}"/>
          </ac:spMkLst>
        </pc:spChg>
      </pc:sldChg>
      <pc:sldChg chg="add del">
        <pc:chgData name="Tim McIntosh" userId="80c4542c76bccb85" providerId="LiveId" clId="{40026388-F5B8-43E0-A5A0-22659BCCBDB5}" dt="2022-01-11T00:45:09.362" v="2109"/>
        <pc:sldMkLst>
          <pc:docMk/>
          <pc:sldMk cId="488027510" sldId="278"/>
        </pc:sldMkLst>
      </pc:sldChg>
      <pc:sldChg chg="modSp add mod">
        <pc:chgData name="Tim McIntosh" userId="80c4542c76bccb85" providerId="LiveId" clId="{40026388-F5B8-43E0-A5A0-22659BCCBDB5}" dt="2022-02-09T00:52:50.410" v="3617" actId="114"/>
        <pc:sldMkLst>
          <pc:docMk/>
          <pc:sldMk cId="1987218006" sldId="278"/>
        </pc:sldMkLst>
        <pc:spChg chg="mod">
          <ac:chgData name="Tim McIntosh" userId="80c4542c76bccb85" providerId="LiveId" clId="{40026388-F5B8-43E0-A5A0-22659BCCBDB5}" dt="2022-01-11T00:48:13.367" v="2521" actId="20577"/>
          <ac:spMkLst>
            <pc:docMk/>
            <pc:sldMk cId="1987218006" sldId="278"/>
            <ac:spMk id="6146" creationId="{190BDBBE-2518-4DC2-A8A5-7B1347851768}"/>
          </ac:spMkLst>
        </pc:spChg>
        <pc:spChg chg="mod">
          <ac:chgData name="Tim McIntosh" userId="80c4542c76bccb85" providerId="LiveId" clId="{40026388-F5B8-43E0-A5A0-22659BCCBDB5}" dt="2022-02-09T00:52:50.410" v="3617" actId="114"/>
          <ac:spMkLst>
            <pc:docMk/>
            <pc:sldMk cId="1987218006" sldId="278"/>
            <ac:spMk id="22531" creationId="{11F364B8-9E55-4D33-84A1-D572CD6C3E86}"/>
          </ac:spMkLst>
        </pc:spChg>
      </pc:sldChg>
      <pc:sldChg chg="modSp add mod">
        <pc:chgData name="Tim McIntosh" userId="80c4542c76bccb85" providerId="LiveId" clId="{40026388-F5B8-43E0-A5A0-22659BCCBDB5}" dt="2022-02-09T00:53:13.812" v="3619" actId="1076"/>
        <pc:sldMkLst>
          <pc:docMk/>
          <pc:sldMk cId="2480749934" sldId="279"/>
        </pc:sldMkLst>
        <pc:spChg chg="mod">
          <ac:chgData name="Tim McIntosh" userId="80c4542c76bccb85" providerId="LiveId" clId="{40026388-F5B8-43E0-A5A0-22659BCCBDB5}" dt="2022-01-11T00:48:39.118" v="2528" actId="20577"/>
          <ac:spMkLst>
            <pc:docMk/>
            <pc:sldMk cId="2480749934" sldId="279"/>
            <ac:spMk id="6146" creationId="{190BDBBE-2518-4DC2-A8A5-7B1347851768}"/>
          </ac:spMkLst>
        </pc:spChg>
        <pc:spChg chg="mod">
          <ac:chgData name="Tim McIntosh" userId="80c4542c76bccb85" providerId="LiveId" clId="{40026388-F5B8-43E0-A5A0-22659BCCBDB5}" dt="2022-02-09T00:53:13.812" v="3619" actId="1076"/>
          <ac:spMkLst>
            <pc:docMk/>
            <pc:sldMk cId="2480749934" sldId="279"/>
            <ac:spMk id="22531" creationId="{11F364B8-9E55-4D33-84A1-D572CD6C3E86}"/>
          </ac:spMkLst>
        </pc:spChg>
      </pc:sldChg>
      <pc:sldChg chg="modSp add mod">
        <pc:chgData name="Tim McIntosh" userId="80c4542c76bccb85" providerId="LiveId" clId="{40026388-F5B8-43E0-A5A0-22659BCCBDB5}" dt="2022-01-11T00:53:43.698" v="3068" actId="1076"/>
        <pc:sldMkLst>
          <pc:docMk/>
          <pc:sldMk cId="1363475473" sldId="280"/>
        </pc:sldMkLst>
        <pc:spChg chg="mod">
          <ac:chgData name="Tim McIntosh" userId="80c4542c76bccb85" providerId="LiveId" clId="{40026388-F5B8-43E0-A5A0-22659BCCBDB5}" dt="2022-01-11T00:51:10.665" v="2772" actId="20577"/>
          <ac:spMkLst>
            <pc:docMk/>
            <pc:sldMk cId="1363475473" sldId="280"/>
            <ac:spMk id="6146" creationId="{23420AC8-E61C-458D-9532-7C3A2E114EAB}"/>
          </ac:spMkLst>
        </pc:spChg>
        <pc:spChg chg="mod">
          <ac:chgData name="Tim McIntosh" userId="80c4542c76bccb85" providerId="LiveId" clId="{40026388-F5B8-43E0-A5A0-22659BCCBDB5}" dt="2022-01-11T00:53:43.698" v="3068" actId="1076"/>
          <ac:spMkLst>
            <pc:docMk/>
            <pc:sldMk cId="1363475473" sldId="280"/>
            <ac:spMk id="23555" creationId="{2D765F26-F4C3-4C79-A70A-3579B29A9517}"/>
          </ac:spMkLst>
        </pc:spChg>
      </pc:sldChg>
      <pc:sldChg chg="modSp add del mod">
        <pc:chgData name="Tim McIntosh" userId="80c4542c76bccb85" providerId="LiveId" clId="{40026388-F5B8-43E0-A5A0-22659BCCBDB5}" dt="2022-01-11T09:15:02.830" v="3214" actId="2696"/>
        <pc:sldMkLst>
          <pc:docMk/>
          <pc:sldMk cId="124540111" sldId="281"/>
        </pc:sldMkLst>
        <pc:spChg chg="mod">
          <ac:chgData name="Tim McIntosh" userId="80c4542c76bccb85" providerId="LiveId" clId="{40026388-F5B8-43E0-A5A0-22659BCCBDB5}" dt="2022-01-11T09:14:54.911" v="3213" actId="20577"/>
          <ac:spMkLst>
            <pc:docMk/>
            <pc:sldMk cId="124540111" sldId="281"/>
            <ac:spMk id="3" creationId="{2A54259D-0124-4F7C-8EC1-4968F0788F20}"/>
          </ac:spMkLst>
        </pc:spChg>
        <pc:spChg chg="mod">
          <ac:chgData name="Tim McIntosh" userId="80c4542c76bccb85" providerId="LiveId" clId="{40026388-F5B8-43E0-A5A0-22659BCCBDB5}" dt="2022-01-11T09:14:25.510" v="3096" actId="20577"/>
          <ac:spMkLst>
            <pc:docMk/>
            <pc:sldMk cId="124540111" sldId="281"/>
            <ac:spMk id="6146" creationId="{4B96BD86-4D61-4E04-837A-26BBE7A7E152}"/>
          </ac:spMkLst>
        </pc:spChg>
      </pc:sldChg>
      <pc:sldChg chg="modSp add mod">
        <pc:chgData name="Tim McIntosh" userId="80c4542c76bccb85" providerId="LiveId" clId="{40026388-F5B8-43E0-A5A0-22659BCCBDB5}" dt="2022-01-11T09:18:48.239" v="3562" actId="207"/>
        <pc:sldMkLst>
          <pc:docMk/>
          <pc:sldMk cId="2873145535" sldId="281"/>
        </pc:sldMkLst>
        <pc:spChg chg="mod">
          <ac:chgData name="Tim McIntosh" userId="80c4542c76bccb85" providerId="LiveId" clId="{40026388-F5B8-43E0-A5A0-22659BCCBDB5}" dt="2022-01-11T09:18:48.239" v="3562" actId="207"/>
          <ac:spMkLst>
            <pc:docMk/>
            <pc:sldMk cId="2873145535" sldId="281"/>
            <ac:spMk id="3" creationId="{2A54259D-0124-4F7C-8EC1-4968F0788F20}"/>
          </ac:spMkLst>
        </pc:spChg>
        <pc:spChg chg="mod">
          <ac:chgData name="Tim McIntosh" userId="80c4542c76bccb85" providerId="LiveId" clId="{40026388-F5B8-43E0-A5A0-22659BCCBDB5}" dt="2022-01-11T09:15:25.362" v="3269" actId="20577"/>
          <ac:spMkLst>
            <pc:docMk/>
            <pc:sldMk cId="2873145535" sldId="281"/>
            <ac:spMk id="6146" creationId="{4B96BD86-4D61-4E04-837A-26BBE7A7E15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11/05/2026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5/11/2026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78</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CJr1e2Lp5dI"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knUEdy-kOIQ"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538956" y="920381"/>
            <a:ext cx="8605044" cy="3788019"/>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7</a:t>
            </a:r>
            <a:r>
              <a:rPr lang="en-AU" altLang="en-US" sz="5400" dirty="0">
                <a:solidFill>
                  <a:srgbClr val="00B0F0"/>
                </a:solidFill>
              </a:rPr>
              <a:t>: </a:t>
            </a:r>
            <a:r>
              <a:rPr lang="en-AU" sz="5400" dirty="0">
                <a:solidFill>
                  <a:srgbClr val="00B0F0"/>
                </a:solidFill>
              </a:rPr>
              <a:t>Effective Communication Skills in IT Projects</a:t>
            </a:r>
            <a:endParaRPr lang="en-AU" altLang="en-US" sz="5400" dirty="0">
              <a:solidFill>
                <a:srgbClr val="00B0F0"/>
              </a:solidFill>
            </a:endParaRP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sz="4800" b="1" dirty="0">
                <a:solidFill>
                  <a:srgbClr val="00B0F0"/>
                </a:solidFill>
              </a:rPr>
              <a:t>What we</a:t>
            </a:r>
            <a:r>
              <a:rPr lang="zh-CN" altLang="en-US" sz="4800" b="1" dirty="0">
                <a:solidFill>
                  <a:srgbClr val="00B0F0"/>
                </a:solidFill>
              </a:rPr>
              <a:t> </a:t>
            </a:r>
            <a:r>
              <a:rPr lang="en-US" altLang="zh-CN" sz="4800" b="1" dirty="0">
                <a:solidFill>
                  <a:srgbClr val="00B0F0"/>
                </a:solidFill>
              </a:rPr>
              <a:t>learned</a:t>
            </a:r>
            <a:r>
              <a:rPr lang="zh-CN" altLang="en-US" sz="4800" b="1" dirty="0">
                <a:solidFill>
                  <a:srgbClr val="00B0F0"/>
                </a:solidFill>
              </a:rPr>
              <a:t> </a:t>
            </a:r>
            <a:r>
              <a:rPr lang="en-US" altLang="zh-CN" sz="4800" b="1" dirty="0">
                <a:solidFill>
                  <a:srgbClr val="00B0F0"/>
                </a:solidFill>
              </a:rPr>
              <a:t>last</a:t>
            </a:r>
            <a:r>
              <a:rPr lang="zh-CN" altLang="en-US" sz="4800" b="1" dirty="0">
                <a:solidFill>
                  <a:srgbClr val="00B0F0"/>
                </a:solidFill>
              </a:rPr>
              <a:t> </a:t>
            </a:r>
            <a:r>
              <a:rPr lang="en-US" altLang="zh-CN" sz="4800" b="1" dirty="0">
                <a:solidFill>
                  <a:srgbClr val="00B0F0"/>
                </a:solidFill>
              </a:rPr>
              <a:t>wee</a:t>
            </a:r>
            <a:r>
              <a:rPr lang="en-US" altLang="zh-CN" b="1" dirty="0">
                <a:solidFill>
                  <a:srgbClr val="00B0F0"/>
                </a:solidFill>
              </a:rPr>
              <a:t>k</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Introduction to Project Implementation</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Developing an Implementation Plan</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Project Execution</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Project Monitoring and Controlling</a:t>
            </a:r>
          </a:p>
          <a:p>
            <a:pPr marL="342900" indent="-342900">
              <a:buSzPts val="1000"/>
              <a:buFont typeface="Symbol" panose="05050102010706020507" pitchFamily="18" charset="2"/>
              <a:buChar char=""/>
              <a:tabLst>
                <a:tab pos="457200" algn="l"/>
              </a:tabLst>
            </a:pPr>
            <a:r>
              <a:rPr lang="en-AU" sz="2400" dirty="0">
                <a:latin typeface="Times New Roman" panose="02020603050405020304" pitchFamily="18" charset="0"/>
              </a:rPr>
              <a:t>Closing the Project</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16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582B0-D139-4A59-9142-409F5B4E3A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A62A894-0AE8-9764-1299-318F19A1D71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b="1" dirty="0">
                <a:solidFill>
                  <a:srgbClr val="00B0F0"/>
                </a:solidFill>
              </a:rPr>
              <a:t>Why Communication Fails</a:t>
            </a:r>
          </a:p>
        </p:txBody>
      </p:sp>
      <p:sp>
        <p:nvSpPr>
          <p:cNvPr id="22531" name="Content Placeholder 2">
            <a:extLst>
              <a:ext uri="{FF2B5EF4-FFF2-40B4-BE49-F238E27FC236}">
                <a16:creationId xmlns:a16="http://schemas.microsoft.com/office/drawing/2014/main" id="{C7E8479E-970F-FF62-F6EE-55DC54D10DD3}"/>
              </a:ext>
            </a:extLst>
          </p:cNvPr>
          <p:cNvSpPr>
            <a:spLocks noGrp="1" noChangeArrowheads="1"/>
          </p:cNvSpPr>
          <p:nvPr>
            <p:ph idx="1"/>
          </p:nvPr>
        </p:nvSpPr>
        <p:spPr>
          <a:xfrm>
            <a:off x="558006" y="1835151"/>
            <a:ext cx="8027988" cy="3776662"/>
          </a:xfrm>
        </p:spPr>
        <p:txBody>
          <a:bodyPr/>
          <a:lstStyle/>
          <a:p>
            <a:r>
              <a:rPr lang="en-US" sz="2400" b="1" dirty="0"/>
              <a:t>Common Reasons:</a:t>
            </a:r>
          </a:p>
          <a:p>
            <a:pPr>
              <a:buFont typeface="Wingdings" panose="05000000000000000000" pitchFamily="2" charset="2"/>
              <a:buChar char="q"/>
            </a:pPr>
            <a:r>
              <a:rPr lang="en-US" sz="2400" dirty="0"/>
              <a:t>Team members do not respond </a:t>
            </a:r>
          </a:p>
          <a:p>
            <a:pPr>
              <a:buFont typeface="Wingdings" panose="05000000000000000000" pitchFamily="2" charset="2"/>
              <a:buChar char="q"/>
            </a:pPr>
            <a:r>
              <a:rPr lang="en-US" sz="2400" dirty="0"/>
              <a:t>Unclear responsibilities </a:t>
            </a:r>
          </a:p>
          <a:p>
            <a:pPr>
              <a:buFont typeface="Wingdings" panose="05000000000000000000" pitchFamily="2" charset="2"/>
              <a:buChar char="q"/>
            </a:pPr>
            <a:r>
              <a:rPr lang="en-US" sz="2400" dirty="0"/>
              <a:t>Different expectations </a:t>
            </a:r>
          </a:p>
          <a:p>
            <a:pPr>
              <a:buFont typeface="Wingdings" panose="05000000000000000000" pitchFamily="2" charset="2"/>
              <a:buChar char="q"/>
            </a:pPr>
            <a:r>
              <a:rPr lang="en-US" sz="2400" dirty="0"/>
              <a:t>Poor documentation </a:t>
            </a:r>
          </a:p>
          <a:p>
            <a:pPr>
              <a:buFont typeface="Wingdings" panose="05000000000000000000" pitchFamily="2" charset="2"/>
              <a:buChar char="q"/>
            </a:pPr>
            <a:r>
              <a:rPr lang="en-US" sz="2400" dirty="0"/>
              <a:t>Technical ideas explained poorly</a:t>
            </a:r>
          </a:p>
        </p:txBody>
      </p:sp>
      <p:sp>
        <p:nvSpPr>
          <p:cNvPr id="2" name="Footer Placeholder 1">
            <a:extLst>
              <a:ext uri="{FF2B5EF4-FFF2-40B4-BE49-F238E27FC236}">
                <a16:creationId xmlns:a16="http://schemas.microsoft.com/office/drawing/2014/main" id="{05D9D919-4DF0-C434-602D-C020742C725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5493021-38AA-D4D2-83C4-6EBD6C8B16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a:t>
            </a:fld>
            <a:endParaRPr lang="en-US" altLang="en-US" sz="900">
              <a:solidFill>
                <a:srgbClr val="FFFFFF"/>
              </a:solidFill>
            </a:endParaRPr>
          </a:p>
        </p:txBody>
      </p:sp>
      <p:pic>
        <p:nvPicPr>
          <p:cNvPr id="22534" name="Picture 5">
            <a:extLst>
              <a:ext uri="{FF2B5EF4-FFF2-40B4-BE49-F238E27FC236}">
                <a16:creationId xmlns:a16="http://schemas.microsoft.com/office/drawing/2014/main" id="{49ECB574-4F1C-821F-1E01-7CC1E5AB47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9158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D4A7-1DAA-6CED-1DF1-9FFCCD3C856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28C0899-DF47-AE41-6E1F-9F43099882FB}"/>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US" altLang="en-US" b="1" dirty="0">
                <a:solidFill>
                  <a:srgbClr val="00B0F0"/>
                </a:solidFill>
              </a:rPr>
              <a:t>Communication in Real IT Projects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F1E4013-2B5F-AA18-2C70-2960C67519A0}"/>
              </a:ext>
            </a:extLst>
          </p:cNvPr>
          <p:cNvSpPr>
            <a:spLocks noGrp="1" noChangeArrowheads="1"/>
          </p:cNvSpPr>
          <p:nvPr>
            <p:ph idx="1"/>
          </p:nvPr>
        </p:nvSpPr>
        <p:spPr>
          <a:xfrm>
            <a:off x="558006" y="1835151"/>
            <a:ext cx="8027988" cy="3776662"/>
          </a:xfrm>
        </p:spPr>
        <p:txBody>
          <a:bodyPr/>
          <a:lstStyle/>
          <a:p>
            <a:r>
              <a:rPr lang="en-US" sz="2400" b="1" dirty="0"/>
              <a:t>In Companies Like NSW IT Support:</a:t>
            </a:r>
          </a:p>
          <a:p>
            <a:r>
              <a:rPr lang="en-US" sz="2400" dirty="0"/>
              <a:t>Teams communicate with:</a:t>
            </a:r>
          </a:p>
          <a:p>
            <a:pPr>
              <a:buFont typeface="Wingdings" panose="05000000000000000000" pitchFamily="2" charset="2"/>
              <a:buChar char="Ø"/>
            </a:pPr>
            <a:r>
              <a:rPr lang="en-US" sz="2400" dirty="0"/>
              <a:t>clients, </a:t>
            </a:r>
          </a:p>
          <a:p>
            <a:pPr>
              <a:buFont typeface="Wingdings" panose="05000000000000000000" pitchFamily="2" charset="2"/>
              <a:buChar char="Ø"/>
            </a:pPr>
            <a:r>
              <a:rPr lang="en-US" sz="2400" dirty="0"/>
              <a:t>managers, </a:t>
            </a:r>
          </a:p>
          <a:p>
            <a:pPr>
              <a:buFont typeface="Wingdings" panose="05000000000000000000" pitchFamily="2" charset="2"/>
              <a:buChar char="Ø"/>
            </a:pPr>
            <a:r>
              <a:rPr lang="en-US" sz="2400" dirty="0"/>
              <a:t>engineers, </a:t>
            </a:r>
          </a:p>
          <a:p>
            <a:pPr>
              <a:buFont typeface="Wingdings" panose="05000000000000000000" pitchFamily="2" charset="2"/>
              <a:buChar char="Ø"/>
            </a:pPr>
            <a:r>
              <a:rPr lang="en-US" sz="2400" dirty="0"/>
              <a:t>vendors, </a:t>
            </a:r>
          </a:p>
          <a:p>
            <a:pPr>
              <a:buFont typeface="Wingdings" panose="05000000000000000000" pitchFamily="2" charset="2"/>
              <a:buChar char="Ø"/>
            </a:pPr>
            <a:r>
              <a:rPr lang="en-US" sz="2400" dirty="0"/>
              <a:t>support staff.</a:t>
            </a:r>
          </a:p>
        </p:txBody>
      </p:sp>
      <p:sp>
        <p:nvSpPr>
          <p:cNvPr id="2" name="Footer Placeholder 1">
            <a:extLst>
              <a:ext uri="{FF2B5EF4-FFF2-40B4-BE49-F238E27FC236}">
                <a16:creationId xmlns:a16="http://schemas.microsoft.com/office/drawing/2014/main" id="{58C4014C-B0C6-A8EF-1F32-2E8729B74D9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DF6A616A-3E29-5A53-EB43-E34DCFA7441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4</a:t>
            </a:fld>
            <a:endParaRPr lang="en-US" altLang="en-US" sz="900">
              <a:solidFill>
                <a:srgbClr val="FFFFFF"/>
              </a:solidFill>
            </a:endParaRPr>
          </a:p>
        </p:txBody>
      </p:sp>
      <p:pic>
        <p:nvPicPr>
          <p:cNvPr id="22534" name="Picture 5">
            <a:extLst>
              <a:ext uri="{FF2B5EF4-FFF2-40B4-BE49-F238E27FC236}">
                <a16:creationId xmlns:a16="http://schemas.microsoft.com/office/drawing/2014/main" id="{4F1EC619-1084-0197-53FA-3C700C2B2C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413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FD004-04E1-CDFC-7122-4D8CA5A660A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B055BF9-5780-67CC-81D3-B576A01BF9DB}"/>
              </a:ext>
            </a:extLst>
          </p:cNvPr>
          <p:cNvSpPr>
            <a:spLocks noGrp="1"/>
          </p:cNvSpPr>
          <p:nvPr>
            <p:ph type="title"/>
          </p:nvPr>
        </p:nvSpPr>
        <p:spPr>
          <a:xfrm>
            <a:off x="539750" y="612775"/>
            <a:ext cx="8027988" cy="863600"/>
          </a:xfrm>
        </p:spPr>
        <p:txBody>
          <a:bodyPr>
            <a:normAutofit fontScale="90000"/>
          </a:bodyPr>
          <a:lstStyle/>
          <a:p>
            <a:pPr algn="ctr" eaLnBrk="1" fontAlgn="auto" hangingPunct="1">
              <a:spcAft>
                <a:spcPts val="0"/>
              </a:spcAft>
              <a:defRPr/>
            </a:pPr>
            <a:r>
              <a:rPr lang="en-US" altLang="en-US" b="1" dirty="0">
                <a:solidFill>
                  <a:srgbClr val="00B0F0"/>
                </a:solidFill>
              </a:rPr>
              <a:t>Communication in Real IT Projects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536B6099-5B4A-07A7-9037-E1BB71864347}"/>
              </a:ext>
            </a:extLst>
          </p:cNvPr>
          <p:cNvSpPr>
            <a:spLocks noGrp="1" noChangeArrowheads="1"/>
          </p:cNvSpPr>
          <p:nvPr>
            <p:ph idx="1"/>
          </p:nvPr>
        </p:nvSpPr>
        <p:spPr>
          <a:xfrm>
            <a:off x="558006" y="1835151"/>
            <a:ext cx="8027988" cy="3776662"/>
          </a:xfrm>
        </p:spPr>
        <p:txBody>
          <a:bodyPr/>
          <a:lstStyle/>
          <a:p>
            <a:r>
              <a:rPr lang="en-US" sz="2400" dirty="0"/>
              <a:t>Poor communication can cause:</a:t>
            </a:r>
          </a:p>
          <a:p>
            <a:pPr>
              <a:buFont typeface="Wingdings" panose="05000000000000000000" pitchFamily="2" charset="2"/>
              <a:buChar char="Ø"/>
            </a:pPr>
            <a:r>
              <a:rPr lang="en-US" sz="2400" dirty="0"/>
              <a:t>project delays, </a:t>
            </a:r>
          </a:p>
          <a:p>
            <a:pPr>
              <a:buFont typeface="Wingdings" panose="05000000000000000000" pitchFamily="2" charset="2"/>
              <a:buChar char="Ø"/>
            </a:pPr>
            <a:r>
              <a:rPr lang="en-US" sz="2400" dirty="0"/>
              <a:t>security risks, </a:t>
            </a:r>
          </a:p>
          <a:p>
            <a:pPr>
              <a:buFont typeface="Wingdings" panose="05000000000000000000" pitchFamily="2" charset="2"/>
              <a:buChar char="Ø"/>
            </a:pPr>
            <a:r>
              <a:rPr lang="en-US" sz="2400" dirty="0"/>
              <a:t>client dissatisfaction.</a:t>
            </a:r>
          </a:p>
        </p:txBody>
      </p:sp>
      <p:sp>
        <p:nvSpPr>
          <p:cNvPr id="2" name="Footer Placeholder 1">
            <a:extLst>
              <a:ext uri="{FF2B5EF4-FFF2-40B4-BE49-F238E27FC236}">
                <a16:creationId xmlns:a16="http://schemas.microsoft.com/office/drawing/2014/main" id="{AF2FFCB6-176F-5D54-6A4B-83A3B47CBC1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7DC26C9-3CA8-17FB-90C4-98D15D0353E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5</a:t>
            </a:fld>
            <a:endParaRPr lang="en-US" altLang="en-US" sz="900">
              <a:solidFill>
                <a:srgbClr val="FFFFFF"/>
              </a:solidFill>
            </a:endParaRPr>
          </a:p>
        </p:txBody>
      </p:sp>
      <p:pic>
        <p:nvPicPr>
          <p:cNvPr id="22534" name="Picture 5">
            <a:extLst>
              <a:ext uri="{FF2B5EF4-FFF2-40B4-BE49-F238E27FC236}">
                <a16:creationId xmlns:a16="http://schemas.microsoft.com/office/drawing/2014/main" id="{EC2A2500-C40A-7D30-50C0-ACC598D4D2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199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C2F1A-79AF-F677-3B15-422F09F2B11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8236615-3DD8-4997-9CC2-CBF781ACCACD}"/>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Questions Students Can Ask NSW IT Support</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8A52CE59-2217-50B5-E4D9-E488E9D4F6A0}"/>
              </a:ext>
            </a:extLst>
          </p:cNvPr>
          <p:cNvSpPr>
            <a:spLocks noGrp="1" noChangeArrowheads="1"/>
          </p:cNvSpPr>
          <p:nvPr>
            <p:ph idx="1"/>
          </p:nvPr>
        </p:nvSpPr>
        <p:spPr>
          <a:xfrm>
            <a:off x="558006" y="1835151"/>
            <a:ext cx="8027988" cy="3776662"/>
          </a:xfrm>
        </p:spPr>
        <p:txBody>
          <a:bodyPr/>
          <a:lstStyle/>
          <a:p>
            <a:r>
              <a:rPr lang="en-US" sz="2400" b="1" dirty="0"/>
              <a:t>Communication Questions:</a:t>
            </a:r>
          </a:p>
          <a:p>
            <a:pPr>
              <a:buFont typeface="Wingdings" panose="05000000000000000000" pitchFamily="2" charset="2"/>
              <a:buChar char="Ø"/>
            </a:pPr>
            <a:r>
              <a:rPr lang="en-US" sz="2400" dirty="0"/>
              <a:t>How do your teams communicate during projects? </a:t>
            </a:r>
          </a:p>
          <a:p>
            <a:pPr>
              <a:buFont typeface="Wingdings" panose="05000000000000000000" pitchFamily="2" charset="2"/>
              <a:buChar char="Ø"/>
            </a:pPr>
            <a:r>
              <a:rPr lang="en-US" sz="2400" dirty="0"/>
              <a:t>What communication problems happen most often? </a:t>
            </a:r>
          </a:p>
          <a:p>
            <a:pPr>
              <a:buFont typeface="Wingdings" panose="05000000000000000000" pitchFamily="2" charset="2"/>
              <a:buChar char="Ø"/>
            </a:pPr>
            <a:r>
              <a:rPr lang="en-US" sz="2400" dirty="0"/>
              <a:t>How do you manage client expectations? </a:t>
            </a:r>
          </a:p>
          <a:p>
            <a:pPr>
              <a:buFont typeface="Wingdings" panose="05000000000000000000" pitchFamily="2" charset="2"/>
              <a:buChar char="Ø"/>
            </a:pPr>
            <a:r>
              <a:rPr lang="en-US" sz="2400" dirty="0"/>
              <a:t>What tools do you use (Teams, Slack, Jira)? </a:t>
            </a:r>
          </a:p>
          <a:p>
            <a:pPr>
              <a:buFont typeface="Wingdings" panose="05000000000000000000" pitchFamily="2" charset="2"/>
              <a:buChar char="Ø"/>
            </a:pPr>
            <a:r>
              <a:rPr lang="en-US" sz="2400" dirty="0"/>
              <a:t>How do you explain technical issues to non-technical clients?</a:t>
            </a:r>
          </a:p>
        </p:txBody>
      </p:sp>
      <p:sp>
        <p:nvSpPr>
          <p:cNvPr id="2" name="Footer Placeholder 1">
            <a:extLst>
              <a:ext uri="{FF2B5EF4-FFF2-40B4-BE49-F238E27FC236}">
                <a16:creationId xmlns:a16="http://schemas.microsoft.com/office/drawing/2014/main" id="{C24DB23C-729A-74E7-E336-88B92494A1B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799249F0-4237-F266-C7F1-24C6532192F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6</a:t>
            </a:fld>
            <a:endParaRPr lang="en-US" altLang="en-US" sz="900">
              <a:solidFill>
                <a:srgbClr val="FFFFFF"/>
              </a:solidFill>
            </a:endParaRPr>
          </a:p>
        </p:txBody>
      </p:sp>
      <p:pic>
        <p:nvPicPr>
          <p:cNvPr id="22534" name="Picture 5">
            <a:extLst>
              <a:ext uri="{FF2B5EF4-FFF2-40B4-BE49-F238E27FC236}">
                <a16:creationId xmlns:a16="http://schemas.microsoft.com/office/drawing/2014/main" id="{5A8A7A92-C313-DFA6-89B3-7E3FC659D9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1821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E6F3C-F365-B1D8-FE5D-9A32D5ED4E1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87535C0-9C49-7BC6-9C6C-9A709DB134E3}"/>
              </a:ext>
            </a:extLst>
          </p:cNvPr>
          <p:cNvSpPr>
            <a:spLocks noGrp="1"/>
          </p:cNvSpPr>
          <p:nvPr>
            <p:ph type="title"/>
          </p:nvPr>
        </p:nvSpPr>
        <p:spPr>
          <a:xfrm>
            <a:off x="539750" y="612775"/>
            <a:ext cx="8027988" cy="1222376"/>
          </a:xfrm>
        </p:spPr>
        <p:txBody>
          <a:bodyPr>
            <a:normAutofit/>
          </a:bodyPr>
          <a:lstStyle/>
          <a:p>
            <a:pPr algn="ctr" eaLnBrk="1" fontAlgn="auto" hangingPunct="1">
              <a:spcAft>
                <a:spcPts val="0"/>
              </a:spcAft>
              <a:defRPr/>
            </a:pPr>
            <a:r>
              <a:rPr lang="en-US" altLang="en-US" b="1" dirty="0">
                <a:solidFill>
                  <a:srgbClr val="00B0F0"/>
                </a:solidFill>
              </a:rPr>
              <a:t>Communication Plan Example</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7C86F4F5-BA07-1737-AD8F-8E3730C0520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E175B84-6011-F035-3BDB-ACB9DE8121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7</a:t>
            </a:fld>
            <a:endParaRPr lang="en-US" altLang="en-US" sz="900">
              <a:solidFill>
                <a:srgbClr val="FFFFFF"/>
              </a:solidFill>
            </a:endParaRPr>
          </a:p>
        </p:txBody>
      </p:sp>
      <p:pic>
        <p:nvPicPr>
          <p:cNvPr id="22534" name="Picture 5">
            <a:extLst>
              <a:ext uri="{FF2B5EF4-FFF2-40B4-BE49-F238E27FC236}">
                <a16:creationId xmlns:a16="http://schemas.microsoft.com/office/drawing/2014/main" id="{4F289C12-9E33-22E2-4939-59BA0CA9C7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A97B4EA9-252E-8DE9-34D0-671CDA540FA6}"/>
              </a:ext>
            </a:extLst>
          </p:cNvPr>
          <p:cNvGraphicFramePr>
            <a:graphicFrameLocks noGrp="1"/>
          </p:cNvGraphicFramePr>
          <p:nvPr>
            <p:extLst>
              <p:ext uri="{D42A27DB-BD31-4B8C-83A1-F6EECF244321}">
                <p14:modId xmlns:p14="http://schemas.microsoft.com/office/powerpoint/2010/main" val="550089162"/>
              </p:ext>
            </p:extLst>
          </p:nvPr>
        </p:nvGraphicFramePr>
        <p:xfrm>
          <a:off x="781844" y="2201195"/>
          <a:ext cx="7543800" cy="3301492"/>
        </p:xfrm>
        <a:graphic>
          <a:graphicData uri="http://schemas.openxmlformats.org/drawingml/2006/table">
            <a:tbl>
              <a:tblPr>
                <a:tableStyleId>{ED083AE6-46FA-4A59-8FB0-9F97EB10719F}</a:tableStyleId>
              </a:tblPr>
              <a:tblGrid>
                <a:gridCol w="2514600">
                  <a:extLst>
                    <a:ext uri="{9D8B030D-6E8A-4147-A177-3AD203B41FA5}">
                      <a16:colId xmlns:a16="http://schemas.microsoft.com/office/drawing/2014/main" val="2003404521"/>
                    </a:ext>
                  </a:extLst>
                </a:gridCol>
                <a:gridCol w="2514600">
                  <a:extLst>
                    <a:ext uri="{9D8B030D-6E8A-4147-A177-3AD203B41FA5}">
                      <a16:colId xmlns:a16="http://schemas.microsoft.com/office/drawing/2014/main" val="1232495874"/>
                    </a:ext>
                  </a:extLst>
                </a:gridCol>
                <a:gridCol w="2514600">
                  <a:extLst>
                    <a:ext uri="{9D8B030D-6E8A-4147-A177-3AD203B41FA5}">
                      <a16:colId xmlns:a16="http://schemas.microsoft.com/office/drawing/2014/main" val="579024494"/>
                    </a:ext>
                  </a:extLst>
                </a:gridCol>
              </a:tblGrid>
              <a:tr h="0">
                <a:tc>
                  <a:txBody>
                    <a:bodyPr/>
                    <a:lstStyle/>
                    <a:p>
                      <a:pPr>
                        <a:lnSpc>
                          <a:spcPct val="150000"/>
                        </a:lnSpc>
                        <a:buNone/>
                      </a:pPr>
                      <a:r>
                        <a:rPr lang="en-US" sz="2800"/>
                        <a:t>Stakeholder</a:t>
                      </a:r>
                    </a:p>
                  </a:txBody>
                  <a:tcPr anchor="ctr"/>
                </a:tc>
                <a:tc>
                  <a:txBody>
                    <a:bodyPr/>
                    <a:lstStyle/>
                    <a:p>
                      <a:pPr>
                        <a:lnSpc>
                          <a:spcPct val="150000"/>
                        </a:lnSpc>
                        <a:buNone/>
                      </a:pPr>
                      <a:r>
                        <a:rPr lang="en-US" sz="2800"/>
                        <a:t>Communication Method</a:t>
                      </a:r>
                    </a:p>
                  </a:txBody>
                  <a:tcPr anchor="ctr"/>
                </a:tc>
                <a:tc>
                  <a:txBody>
                    <a:bodyPr/>
                    <a:lstStyle/>
                    <a:p>
                      <a:pPr>
                        <a:lnSpc>
                          <a:spcPct val="150000"/>
                        </a:lnSpc>
                        <a:buNone/>
                      </a:pPr>
                      <a:r>
                        <a:rPr lang="en-US" sz="2800"/>
                        <a:t>Frequency</a:t>
                      </a:r>
                    </a:p>
                  </a:txBody>
                  <a:tcPr anchor="ctr"/>
                </a:tc>
                <a:extLst>
                  <a:ext uri="{0D108BD9-81ED-4DB2-BD59-A6C34878D82A}">
                    <a16:rowId xmlns:a16="http://schemas.microsoft.com/office/drawing/2014/main" val="1714783513"/>
                  </a:ext>
                </a:extLst>
              </a:tr>
              <a:tr h="0">
                <a:tc>
                  <a:txBody>
                    <a:bodyPr/>
                    <a:lstStyle/>
                    <a:p>
                      <a:pPr>
                        <a:lnSpc>
                          <a:spcPct val="150000"/>
                        </a:lnSpc>
                        <a:buNone/>
                      </a:pPr>
                      <a:r>
                        <a:rPr lang="en-US" sz="2800"/>
                        <a:t>Client</a:t>
                      </a:r>
                    </a:p>
                  </a:txBody>
                  <a:tcPr anchor="ctr"/>
                </a:tc>
                <a:tc>
                  <a:txBody>
                    <a:bodyPr/>
                    <a:lstStyle/>
                    <a:p>
                      <a:pPr>
                        <a:lnSpc>
                          <a:spcPct val="150000"/>
                        </a:lnSpc>
                        <a:buNone/>
                      </a:pPr>
                      <a:r>
                        <a:rPr lang="en-US" sz="2800"/>
                        <a:t>Email/Meetings</a:t>
                      </a:r>
                    </a:p>
                  </a:txBody>
                  <a:tcPr anchor="ctr"/>
                </a:tc>
                <a:tc>
                  <a:txBody>
                    <a:bodyPr/>
                    <a:lstStyle/>
                    <a:p>
                      <a:pPr>
                        <a:lnSpc>
                          <a:spcPct val="150000"/>
                        </a:lnSpc>
                        <a:buNone/>
                      </a:pPr>
                      <a:r>
                        <a:rPr lang="en-US" sz="2800"/>
                        <a:t>Weekly</a:t>
                      </a:r>
                    </a:p>
                  </a:txBody>
                  <a:tcPr anchor="ctr"/>
                </a:tc>
                <a:extLst>
                  <a:ext uri="{0D108BD9-81ED-4DB2-BD59-A6C34878D82A}">
                    <a16:rowId xmlns:a16="http://schemas.microsoft.com/office/drawing/2014/main" val="4044088389"/>
                  </a:ext>
                </a:extLst>
              </a:tr>
              <a:tr h="0">
                <a:tc>
                  <a:txBody>
                    <a:bodyPr/>
                    <a:lstStyle/>
                    <a:p>
                      <a:pPr>
                        <a:lnSpc>
                          <a:spcPct val="150000"/>
                        </a:lnSpc>
                        <a:buNone/>
                      </a:pPr>
                      <a:r>
                        <a:rPr lang="en-US" sz="2800"/>
                        <a:t>Team members</a:t>
                      </a:r>
                    </a:p>
                  </a:txBody>
                  <a:tcPr anchor="ctr"/>
                </a:tc>
                <a:tc>
                  <a:txBody>
                    <a:bodyPr/>
                    <a:lstStyle/>
                    <a:p>
                      <a:pPr>
                        <a:lnSpc>
                          <a:spcPct val="150000"/>
                        </a:lnSpc>
                        <a:buNone/>
                      </a:pPr>
                      <a:r>
                        <a:rPr lang="en-US" sz="2800"/>
                        <a:t>Teams/Slack</a:t>
                      </a:r>
                    </a:p>
                  </a:txBody>
                  <a:tcPr anchor="ctr"/>
                </a:tc>
                <a:tc>
                  <a:txBody>
                    <a:bodyPr/>
                    <a:lstStyle/>
                    <a:p>
                      <a:pPr>
                        <a:lnSpc>
                          <a:spcPct val="150000"/>
                        </a:lnSpc>
                        <a:buNone/>
                      </a:pPr>
                      <a:r>
                        <a:rPr lang="en-US" sz="2800"/>
                        <a:t>Daily</a:t>
                      </a:r>
                    </a:p>
                  </a:txBody>
                  <a:tcPr anchor="ctr"/>
                </a:tc>
                <a:extLst>
                  <a:ext uri="{0D108BD9-81ED-4DB2-BD59-A6C34878D82A}">
                    <a16:rowId xmlns:a16="http://schemas.microsoft.com/office/drawing/2014/main" val="3435132660"/>
                  </a:ext>
                </a:extLst>
              </a:tr>
              <a:tr h="0">
                <a:tc>
                  <a:txBody>
                    <a:bodyPr/>
                    <a:lstStyle/>
                    <a:p>
                      <a:pPr>
                        <a:lnSpc>
                          <a:spcPct val="150000"/>
                        </a:lnSpc>
                        <a:buNone/>
                      </a:pPr>
                      <a:r>
                        <a:rPr lang="en-US" sz="2800"/>
                        <a:t>Supervisor</a:t>
                      </a:r>
                    </a:p>
                  </a:txBody>
                  <a:tcPr anchor="ctr"/>
                </a:tc>
                <a:tc>
                  <a:txBody>
                    <a:bodyPr/>
                    <a:lstStyle/>
                    <a:p>
                      <a:pPr>
                        <a:lnSpc>
                          <a:spcPct val="150000"/>
                        </a:lnSpc>
                        <a:buNone/>
                      </a:pPr>
                      <a:r>
                        <a:rPr lang="en-US" sz="2800" dirty="0"/>
                        <a:t>Progress report</a:t>
                      </a:r>
                    </a:p>
                  </a:txBody>
                  <a:tcPr anchor="ctr"/>
                </a:tc>
                <a:tc>
                  <a:txBody>
                    <a:bodyPr/>
                    <a:lstStyle/>
                    <a:p>
                      <a:pPr>
                        <a:lnSpc>
                          <a:spcPct val="150000"/>
                        </a:lnSpc>
                        <a:buNone/>
                      </a:pPr>
                      <a:r>
                        <a:rPr lang="en-US" sz="2800" dirty="0"/>
                        <a:t>Fortnightly</a:t>
                      </a:r>
                    </a:p>
                  </a:txBody>
                  <a:tcPr anchor="ctr"/>
                </a:tc>
                <a:extLst>
                  <a:ext uri="{0D108BD9-81ED-4DB2-BD59-A6C34878D82A}">
                    <a16:rowId xmlns:a16="http://schemas.microsoft.com/office/drawing/2014/main" val="112730933"/>
                  </a:ext>
                </a:extLst>
              </a:tr>
            </a:tbl>
          </a:graphicData>
        </a:graphic>
      </p:graphicFrame>
    </p:spTree>
    <p:extLst>
      <p:ext uri="{BB962C8B-B14F-4D97-AF65-F5344CB8AC3E}">
        <p14:creationId xmlns:p14="http://schemas.microsoft.com/office/powerpoint/2010/main" val="2174208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EEB51-C083-89E9-C559-1786BBBF4C5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7A87381-2501-05A5-9B7B-AD84BD6D7888}"/>
              </a:ext>
            </a:extLst>
          </p:cNvPr>
          <p:cNvSpPr>
            <a:spLocks noGrp="1"/>
          </p:cNvSpPr>
          <p:nvPr>
            <p:ph type="title"/>
          </p:nvPr>
        </p:nvSpPr>
        <p:spPr>
          <a:xfrm>
            <a:off x="539750" y="612775"/>
            <a:ext cx="8027988" cy="1222376"/>
          </a:xfrm>
        </p:spPr>
        <p:txBody>
          <a:bodyPr>
            <a:normAutofit/>
          </a:bodyPr>
          <a:lstStyle/>
          <a:p>
            <a:pPr algn="ctr" eaLnBrk="1" fontAlgn="auto" hangingPunct="1">
              <a:spcAft>
                <a:spcPts val="0"/>
              </a:spcAft>
              <a:defRPr/>
            </a:pPr>
            <a:r>
              <a:rPr lang="en-US" altLang="en-US" b="1" dirty="0">
                <a:solidFill>
                  <a:srgbClr val="00B0F0"/>
                </a:solidFill>
              </a:rPr>
              <a:t>Professional Communication Tips</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D6FE4FF-98EF-32BA-9145-A1950E8DDA6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675E49B7-ACFC-06FC-CB32-E6E239AE44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8</a:t>
            </a:fld>
            <a:endParaRPr lang="en-US" altLang="en-US" sz="900">
              <a:solidFill>
                <a:srgbClr val="FFFFFF"/>
              </a:solidFill>
            </a:endParaRPr>
          </a:p>
        </p:txBody>
      </p:sp>
      <p:pic>
        <p:nvPicPr>
          <p:cNvPr id="22534" name="Picture 5">
            <a:extLst>
              <a:ext uri="{FF2B5EF4-FFF2-40B4-BE49-F238E27FC236}">
                <a16:creationId xmlns:a16="http://schemas.microsoft.com/office/drawing/2014/main" id="{DAC6AD53-2DAE-1A93-0B44-10202519C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AFE0238-1368-2F9E-9B7D-D908F3057ED5}"/>
              </a:ext>
            </a:extLst>
          </p:cNvPr>
          <p:cNvSpPr txBox="1"/>
          <p:nvPr/>
        </p:nvSpPr>
        <p:spPr>
          <a:xfrm>
            <a:off x="819807" y="2049968"/>
            <a:ext cx="6019937" cy="3900620"/>
          </a:xfrm>
          <a:prstGeom prst="rect">
            <a:avLst/>
          </a:prstGeom>
          <a:noFill/>
        </p:spPr>
        <p:txBody>
          <a:bodyPr wrap="square">
            <a:spAutoFit/>
          </a:bodyPr>
          <a:lstStyle/>
          <a:p>
            <a:pPr>
              <a:lnSpc>
                <a:spcPct val="150000"/>
              </a:lnSpc>
            </a:pPr>
            <a:r>
              <a:rPr lang="en-US" sz="2800" dirty="0">
                <a:latin typeface="+mn-lt"/>
              </a:rPr>
              <a:t>✔ Be clear</a:t>
            </a:r>
            <a:br>
              <a:rPr lang="en-US" sz="2800" dirty="0">
                <a:latin typeface="+mn-lt"/>
              </a:rPr>
            </a:br>
            <a:r>
              <a:rPr lang="en-US" sz="2800" dirty="0">
                <a:latin typeface="+mn-lt"/>
              </a:rPr>
              <a:t>✔ Be concise</a:t>
            </a:r>
            <a:br>
              <a:rPr lang="en-US" sz="2800" dirty="0">
                <a:latin typeface="+mn-lt"/>
              </a:rPr>
            </a:br>
            <a:r>
              <a:rPr lang="en-US" sz="2800" dirty="0">
                <a:latin typeface="+mn-lt"/>
              </a:rPr>
              <a:t>✔ Ask professional questions</a:t>
            </a:r>
            <a:br>
              <a:rPr lang="en-US" sz="2800" dirty="0">
                <a:latin typeface="+mn-lt"/>
              </a:rPr>
            </a:br>
            <a:r>
              <a:rPr lang="en-US" sz="2800" dirty="0">
                <a:latin typeface="+mn-lt"/>
              </a:rPr>
              <a:t>✔ Listen carefully</a:t>
            </a:r>
            <a:br>
              <a:rPr lang="en-US" sz="2800" dirty="0">
                <a:latin typeface="+mn-lt"/>
              </a:rPr>
            </a:br>
            <a:r>
              <a:rPr lang="en-US" sz="2800" dirty="0">
                <a:latin typeface="+mn-lt"/>
              </a:rPr>
              <a:t>✔ Take notes</a:t>
            </a:r>
            <a:br>
              <a:rPr lang="en-US" sz="2800" dirty="0">
                <a:latin typeface="+mn-lt"/>
              </a:rPr>
            </a:br>
            <a:r>
              <a:rPr lang="en-US" sz="2800" dirty="0">
                <a:latin typeface="+mn-lt"/>
              </a:rPr>
              <a:t>✔ Confirm understanding</a:t>
            </a:r>
          </a:p>
        </p:txBody>
      </p:sp>
    </p:spTree>
    <p:extLst>
      <p:ext uri="{BB962C8B-B14F-4D97-AF65-F5344CB8AC3E}">
        <p14:creationId xmlns:p14="http://schemas.microsoft.com/office/powerpoint/2010/main" val="2685795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0FA3-75F2-B995-DA34-09B492A51CA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7C1D2C3-0C5A-279B-24DC-08D6C88395BB}"/>
              </a:ext>
            </a:extLst>
          </p:cNvPr>
          <p:cNvSpPr>
            <a:spLocks noGrp="1"/>
          </p:cNvSpPr>
          <p:nvPr>
            <p:ph type="title"/>
          </p:nvPr>
        </p:nvSpPr>
        <p:spPr>
          <a:xfrm>
            <a:off x="539750" y="612775"/>
            <a:ext cx="8027988" cy="1222376"/>
          </a:xfrm>
        </p:spPr>
        <p:txBody>
          <a:bodyPr>
            <a:normAutofit fontScale="90000"/>
          </a:bodyPr>
          <a:lstStyle/>
          <a:p>
            <a:pPr algn="ctr" eaLnBrk="1" fontAlgn="auto" hangingPunct="1">
              <a:spcAft>
                <a:spcPts val="0"/>
              </a:spcAft>
              <a:defRPr/>
            </a:pPr>
            <a:r>
              <a:rPr lang="en-US" altLang="en-US" b="1" dirty="0">
                <a:solidFill>
                  <a:srgbClr val="00B0F0"/>
                </a:solidFill>
              </a:rPr>
              <a:t>Connecting Week 7 to Assessment 4</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CC5C670C-148E-9220-9643-D9C6620B125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EF14BCB3-99BE-EB46-5A28-55CE8CCE4E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9</a:t>
            </a:fld>
            <a:endParaRPr lang="en-US" altLang="en-US" sz="900">
              <a:solidFill>
                <a:srgbClr val="FFFFFF"/>
              </a:solidFill>
            </a:endParaRPr>
          </a:p>
        </p:txBody>
      </p:sp>
      <p:pic>
        <p:nvPicPr>
          <p:cNvPr id="22534" name="Picture 5">
            <a:extLst>
              <a:ext uri="{FF2B5EF4-FFF2-40B4-BE49-F238E27FC236}">
                <a16:creationId xmlns:a16="http://schemas.microsoft.com/office/drawing/2014/main" id="{2F463709-2991-C437-B098-D7C7798CB5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45AB06E-3BE7-E72C-28F5-A03E6F6AEFE7}"/>
              </a:ext>
            </a:extLst>
          </p:cNvPr>
          <p:cNvSpPr txBox="1"/>
          <p:nvPr/>
        </p:nvSpPr>
        <p:spPr>
          <a:xfrm>
            <a:off x="819807" y="1789618"/>
            <a:ext cx="6019937" cy="4649350"/>
          </a:xfrm>
          <a:prstGeom prst="rect">
            <a:avLst/>
          </a:prstGeom>
          <a:solidFill>
            <a:schemeClr val="bg1"/>
          </a:solidFill>
        </p:spPr>
        <p:txBody>
          <a:bodyPr wrap="square">
            <a:spAutoFit/>
          </a:bodyPr>
          <a:lstStyle/>
          <a:p>
            <a:pPr>
              <a:lnSpc>
                <a:spcPct val="150000"/>
              </a:lnSpc>
            </a:pPr>
            <a:r>
              <a:rPr lang="en-US" sz="2500" dirty="0">
                <a:latin typeface="+mn-lt"/>
              </a:rPr>
              <a:t>Students should include:</a:t>
            </a:r>
          </a:p>
          <a:p>
            <a:pPr marL="342900" indent="-342900">
              <a:lnSpc>
                <a:spcPct val="150000"/>
              </a:lnSpc>
              <a:buFont typeface="Wingdings" panose="05000000000000000000" pitchFamily="2" charset="2"/>
              <a:buChar char="Ø"/>
            </a:pPr>
            <a:r>
              <a:rPr lang="en-US" sz="2500" dirty="0">
                <a:latin typeface="+mn-lt"/>
              </a:rPr>
              <a:t>communication strategy, </a:t>
            </a:r>
          </a:p>
          <a:p>
            <a:pPr marL="342900" indent="-342900">
              <a:lnSpc>
                <a:spcPct val="150000"/>
              </a:lnSpc>
              <a:buFont typeface="Wingdings" panose="05000000000000000000" pitchFamily="2" charset="2"/>
              <a:buChar char="Ø"/>
            </a:pPr>
            <a:r>
              <a:rPr lang="en-US" sz="2500" dirty="0">
                <a:latin typeface="+mn-lt"/>
              </a:rPr>
              <a:t>stakeholder management, </a:t>
            </a:r>
          </a:p>
          <a:p>
            <a:pPr marL="342900" indent="-342900">
              <a:lnSpc>
                <a:spcPct val="150000"/>
              </a:lnSpc>
              <a:buFont typeface="Wingdings" panose="05000000000000000000" pitchFamily="2" charset="2"/>
              <a:buChar char="Ø"/>
            </a:pPr>
            <a:r>
              <a:rPr lang="en-US" sz="2500" dirty="0">
                <a:latin typeface="+mn-lt"/>
              </a:rPr>
              <a:t>reporting methods, </a:t>
            </a:r>
          </a:p>
          <a:p>
            <a:pPr marL="342900" indent="-342900">
              <a:lnSpc>
                <a:spcPct val="150000"/>
              </a:lnSpc>
              <a:buFont typeface="Wingdings" panose="05000000000000000000" pitchFamily="2" charset="2"/>
              <a:buChar char="Ø"/>
            </a:pPr>
            <a:r>
              <a:rPr lang="en-US" sz="2500" dirty="0">
                <a:latin typeface="+mn-lt"/>
              </a:rPr>
              <a:t>feedback collection methods. </a:t>
            </a:r>
          </a:p>
          <a:p>
            <a:pPr>
              <a:lnSpc>
                <a:spcPct val="150000"/>
              </a:lnSpc>
            </a:pPr>
            <a:r>
              <a:rPr lang="en-US" sz="2500" dirty="0">
                <a:latin typeface="+mn-lt"/>
              </a:rPr>
              <a:t>These directly support:</a:t>
            </a:r>
          </a:p>
          <a:p>
            <a:pPr marL="342900" indent="-342900">
              <a:lnSpc>
                <a:spcPct val="150000"/>
              </a:lnSpc>
              <a:buFont typeface="Wingdings" panose="05000000000000000000" pitchFamily="2" charset="2"/>
              <a:buChar char="Ø"/>
            </a:pPr>
            <a:r>
              <a:rPr lang="en-US" sz="2500" dirty="0">
                <a:latin typeface="+mn-lt"/>
              </a:rPr>
              <a:t>Section 5 (Management) </a:t>
            </a:r>
          </a:p>
          <a:p>
            <a:pPr marL="342900" indent="-342900">
              <a:lnSpc>
                <a:spcPct val="150000"/>
              </a:lnSpc>
              <a:buFont typeface="Wingdings" panose="05000000000000000000" pitchFamily="2" charset="2"/>
              <a:buChar char="Ø"/>
            </a:pPr>
            <a:r>
              <a:rPr lang="en-US" sz="2500" dirty="0">
                <a:latin typeface="+mn-lt"/>
              </a:rPr>
              <a:t>Section 6 (Communication Plan)</a:t>
            </a:r>
          </a:p>
        </p:txBody>
      </p:sp>
    </p:spTree>
    <p:extLst>
      <p:ext uri="{BB962C8B-B14F-4D97-AF65-F5344CB8AC3E}">
        <p14:creationId xmlns:p14="http://schemas.microsoft.com/office/powerpoint/2010/main" val="145784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B2382-7A61-2AE9-EB04-2CCD2A8343D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43A0D8E-30B8-9F74-3F0D-B429050AC871}"/>
              </a:ext>
            </a:extLst>
          </p:cNvPr>
          <p:cNvSpPr>
            <a:spLocks noGrp="1"/>
          </p:cNvSpPr>
          <p:nvPr>
            <p:ph type="title"/>
          </p:nvPr>
        </p:nvSpPr>
        <p:spPr>
          <a:xfrm>
            <a:off x="539750" y="612775"/>
            <a:ext cx="8027988" cy="1222376"/>
          </a:xfrm>
        </p:spPr>
        <p:txBody>
          <a:bodyPr>
            <a:normAutofit/>
          </a:bodyPr>
          <a:lstStyle/>
          <a:p>
            <a:pPr algn="ctr" eaLnBrk="1" fontAlgn="auto" hangingPunct="1">
              <a:spcAft>
                <a:spcPts val="0"/>
              </a:spcAft>
              <a:defRPr/>
            </a:pPr>
            <a:r>
              <a:rPr lang="en-US" altLang="en-US" b="1" dirty="0">
                <a:solidFill>
                  <a:srgbClr val="00B0F0"/>
                </a:solidFill>
              </a:rPr>
              <a:t>FINAL RECOMMENDATION</a:t>
            </a:r>
            <a:endParaRPr lang="en-AU" altLang="en-US" b="1" dirty="0">
              <a:solidFill>
                <a:srgbClr val="00B0F0"/>
              </a:solidFill>
            </a:endParaRPr>
          </a:p>
        </p:txBody>
      </p:sp>
      <p:sp>
        <p:nvSpPr>
          <p:cNvPr id="2" name="Footer Placeholder 1">
            <a:extLst>
              <a:ext uri="{FF2B5EF4-FFF2-40B4-BE49-F238E27FC236}">
                <a16:creationId xmlns:a16="http://schemas.microsoft.com/office/drawing/2014/main" id="{565173CF-E56D-1558-0F41-80B449ABC23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BF68D3EA-26E8-F1F9-A0E6-9A767F38A7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10</a:t>
            </a:fld>
            <a:endParaRPr lang="en-US" altLang="en-US" sz="900">
              <a:solidFill>
                <a:srgbClr val="FFFFFF"/>
              </a:solidFill>
            </a:endParaRPr>
          </a:p>
        </p:txBody>
      </p:sp>
      <p:pic>
        <p:nvPicPr>
          <p:cNvPr id="22534" name="Picture 5">
            <a:extLst>
              <a:ext uri="{FF2B5EF4-FFF2-40B4-BE49-F238E27FC236}">
                <a16:creationId xmlns:a16="http://schemas.microsoft.com/office/drawing/2014/main" id="{DE73D8BA-F400-6050-46CC-D8BDF08B0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159AC2F-8D53-6381-2867-30FD79B58C29}"/>
              </a:ext>
            </a:extLst>
          </p:cNvPr>
          <p:cNvSpPr txBox="1"/>
          <p:nvPr/>
        </p:nvSpPr>
        <p:spPr>
          <a:xfrm>
            <a:off x="1" y="1789618"/>
            <a:ext cx="7659550" cy="5115952"/>
          </a:xfrm>
          <a:prstGeom prst="rect">
            <a:avLst/>
          </a:prstGeom>
          <a:solidFill>
            <a:schemeClr val="bg1"/>
          </a:solidFill>
        </p:spPr>
        <p:txBody>
          <a:bodyPr wrap="square">
            <a:spAutoFit/>
          </a:bodyPr>
          <a:lstStyle/>
          <a:p>
            <a:pPr>
              <a:lnSpc>
                <a:spcPct val="150000"/>
              </a:lnSpc>
            </a:pPr>
            <a:r>
              <a:rPr lang="en-US" sz="2200" dirty="0">
                <a:latin typeface="+mn-lt"/>
              </a:rPr>
              <a:t>Your strongest teaching approach is:</a:t>
            </a:r>
          </a:p>
          <a:p>
            <a:pPr>
              <a:lnSpc>
                <a:spcPct val="150000"/>
              </a:lnSpc>
            </a:pPr>
            <a:r>
              <a:rPr lang="en-US" sz="2200" b="1" dirty="0">
                <a:latin typeface="+mn-lt"/>
              </a:rPr>
              <a:t>“How would a real IT consultant think?”</a:t>
            </a:r>
          </a:p>
          <a:p>
            <a:pPr>
              <a:lnSpc>
                <a:spcPct val="150000"/>
              </a:lnSpc>
            </a:pPr>
            <a:r>
              <a:rPr lang="en-US" sz="2200" dirty="0">
                <a:latin typeface="+mn-lt"/>
              </a:rPr>
              <a:t>Because students usually:</a:t>
            </a:r>
            <a:br>
              <a:rPr lang="en-US" sz="2200" dirty="0">
                <a:latin typeface="+mn-lt"/>
              </a:rPr>
            </a:br>
            <a:r>
              <a:rPr lang="en-US" sz="2200" dirty="0">
                <a:highlight>
                  <a:srgbClr val="FF0000"/>
                </a:highlight>
                <a:latin typeface="+mn-lt"/>
              </a:rPr>
              <a:t>X</a:t>
            </a:r>
            <a:r>
              <a:rPr lang="en-US" sz="2200" dirty="0">
                <a:latin typeface="+mn-lt"/>
              </a:rPr>
              <a:t> describe technology only</a:t>
            </a:r>
          </a:p>
          <a:p>
            <a:pPr>
              <a:lnSpc>
                <a:spcPct val="150000"/>
              </a:lnSpc>
            </a:pPr>
            <a:r>
              <a:rPr lang="en-US" sz="2200" dirty="0">
                <a:latin typeface="+mn-lt"/>
              </a:rPr>
              <a:t>But high-performing students:</a:t>
            </a:r>
            <a:br>
              <a:rPr lang="en-US" sz="2200" dirty="0">
                <a:latin typeface="+mn-lt"/>
              </a:rPr>
            </a:br>
            <a:r>
              <a:rPr lang="en-US" sz="2200" dirty="0">
                <a:latin typeface="+mn-lt"/>
              </a:rPr>
              <a:t>✔ identify business problems</a:t>
            </a:r>
            <a:br>
              <a:rPr lang="en-US" sz="2200" dirty="0">
                <a:latin typeface="+mn-lt"/>
              </a:rPr>
            </a:br>
            <a:r>
              <a:rPr lang="en-US" sz="2200" dirty="0">
                <a:latin typeface="+mn-lt"/>
              </a:rPr>
              <a:t>✔ justify solutions</a:t>
            </a:r>
            <a:br>
              <a:rPr lang="en-US" sz="2200" dirty="0">
                <a:latin typeface="+mn-lt"/>
              </a:rPr>
            </a:br>
            <a:r>
              <a:rPr lang="en-US" sz="2200" dirty="0">
                <a:latin typeface="+mn-lt"/>
              </a:rPr>
              <a:t>✔ explain implementation</a:t>
            </a:r>
            <a:br>
              <a:rPr lang="en-US" sz="2200" dirty="0">
                <a:latin typeface="+mn-lt"/>
              </a:rPr>
            </a:br>
            <a:r>
              <a:rPr lang="en-US" sz="2200" dirty="0">
                <a:latin typeface="+mn-lt"/>
              </a:rPr>
              <a:t>✔ communicate professionally</a:t>
            </a:r>
            <a:br>
              <a:rPr lang="en-US" sz="2200" dirty="0">
                <a:latin typeface="+mn-lt"/>
              </a:rPr>
            </a:br>
            <a:r>
              <a:rPr lang="en-US" sz="2200" dirty="0">
                <a:latin typeface="+mn-lt"/>
              </a:rPr>
              <a:t>✔ connect technology to business value</a:t>
            </a:r>
          </a:p>
        </p:txBody>
      </p:sp>
    </p:spTree>
    <p:extLst>
      <p:ext uri="{BB962C8B-B14F-4D97-AF65-F5344CB8AC3E}">
        <p14:creationId xmlns:p14="http://schemas.microsoft.com/office/powerpoint/2010/main" val="3446748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1835151"/>
            <a:ext cx="8027988" cy="3776662"/>
          </a:xfrm>
        </p:spPr>
        <p:txBody>
          <a:bodyPr/>
          <a:lstStyle/>
          <a:p>
            <a:pPr algn="l"/>
            <a:endParaRPr lang="en-AU" sz="2400" b="0" i="0" u="none" strike="noStrike" baseline="0" dirty="0">
              <a:solidFill>
                <a:srgbClr val="000000"/>
              </a:solidFill>
              <a:latin typeface="Arial" panose="020B0604020202020204" pitchFamily="34" charset="0"/>
            </a:endParaRPr>
          </a:p>
          <a:p>
            <a:r>
              <a:rPr lang="en-AU" sz="2400" b="0" i="0" u="none" strike="noStrike" baseline="0" dirty="0">
                <a:solidFill>
                  <a:srgbClr val="4B1858"/>
                </a:solidFill>
                <a:highlight>
                  <a:srgbClr val="FFFF00"/>
                </a:highlight>
                <a:latin typeface="Arial" panose="020B0604020202020204" pitchFamily="34" charset="0"/>
              </a:rPr>
              <a:t>YouTube Video: </a:t>
            </a:r>
          </a:p>
          <a:p>
            <a:endParaRPr lang="en-AU" sz="2400" b="0" i="0" u="none" strike="noStrike" baseline="0" dirty="0">
              <a:solidFill>
                <a:srgbClr val="4B1858"/>
              </a:solidFill>
              <a:highlight>
                <a:srgbClr val="FFFF00"/>
              </a:highlight>
              <a:latin typeface="Arial" panose="020B0604020202020204" pitchFamily="34" charset="0"/>
            </a:endParaRPr>
          </a:p>
          <a:p>
            <a:pPr algn="l"/>
            <a:r>
              <a:rPr lang="en-AU" sz="2400" dirty="0">
                <a:solidFill>
                  <a:srgbClr val="4B1858"/>
                </a:solidFill>
                <a:latin typeface="Arial" panose="020B0604020202020204" pitchFamily="34" charset="0"/>
              </a:rPr>
              <a:t>The Communication 101 for Project Managers </a:t>
            </a:r>
          </a:p>
          <a:p>
            <a:pPr algn="l"/>
            <a:endParaRPr lang="en-AU" sz="2400" dirty="0">
              <a:solidFill>
                <a:srgbClr val="4B1858"/>
              </a:solidFill>
              <a:latin typeface="Arial" panose="020B0604020202020204" pitchFamily="34" charset="0"/>
            </a:endParaRPr>
          </a:p>
          <a:p>
            <a:r>
              <a:rPr lang="en-AU" sz="2400" b="0" i="0" u="none" strike="noStrike" baseline="0" dirty="0">
                <a:solidFill>
                  <a:srgbClr val="4B1858"/>
                </a:solidFill>
                <a:latin typeface="Arial" panose="020B0604020202020204" pitchFamily="34" charset="0"/>
                <a:hlinkClick r:id="rId2"/>
              </a:rPr>
              <a:t>https://www.youtube.com/watch?v=CJr1e2Lp5dI</a:t>
            </a:r>
            <a:endParaRPr lang="en-AU" sz="2400" b="0" i="0" u="none" strike="noStrike" baseline="0" dirty="0">
              <a:solidFill>
                <a:srgbClr val="4B1858"/>
              </a:solidFill>
              <a:latin typeface="Arial" panose="020B0604020202020204" pitchFamily="34" charset="0"/>
            </a:endParaRPr>
          </a:p>
          <a:p>
            <a:endParaRPr lang="en-AU" sz="36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11</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7600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EF13A-3241-EDDA-3C01-1356FDB6B95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C093880-B42C-5C49-F6EB-FFD1B425ADE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FF94F451-5189-80B4-6BCF-A32C94751155}"/>
              </a:ext>
            </a:extLst>
          </p:cNvPr>
          <p:cNvSpPr>
            <a:spLocks noGrp="1" noChangeArrowheads="1"/>
          </p:cNvSpPr>
          <p:nvPr>
            <p:ph idx="1"/>
          </p:nvPr>
        </p:nvSpPr>
        <p:spPr>
          <a:xfrm>
            <a:off x="558006" y="1835151"/>
            <a:ext cx="8027988" cy="3776662"/>
          </a:xfrm>
        </p:spPr>
        <p:txBody>
          <a:bodyPr/>
          <a:lstStyle/>
          <a:p>
            <a:pPr>
              <a:lnSpc>
                <a:spcPct val="150000"/>
              </a:lnSpc>
            </a:pPr>
            <a:r>
              <a:rPr lang="en-US" sz="2400" dirty="0"/>
              <a:t>Key Messages from the Video</a:t>
            </a:r>
          </a:p>
          <a:p>
            <a:pPr>
              <a:lnSpc>
                <a:spcPct val="150000"/>
              </a:lnSpc>
            </a:pPr>
            <a:r>
              <a:rPr lang="en-US" sz="2400" dirty="0"/>
              <a:t>The video explains why communication is the most important skill in project management. It also shows useful tools and templates that help teams work better together.</a:t>
            </a:r>
          </a:p>
        </p:txBody>
      </p:sp>
      <p:sp>
        <p:nvSpPr>
          <p:cNvPr id="2" name="Footer Placeholder 1">
            <a:extLst>
              <a:ext uri="{FF2B5EF4-FFF2-40B4-BE49-F238E27FC236}">
                <a16:creationId xmlns:a16="http://schemas.microsoft.com/office/drawing/2014/main" id="{66344FD7-9716-B575-35F0-00E88890AC6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503AFE25-3FDA-6E0D-8C26-45C048AD02B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12</a:t>
            </a:fld>
            <a:endParaRPr lang="en-US" altLang="en-US" sz="900">
              <a:solidFill>
                <a:srgbClr val="FFFFFF"/>
              </a:solidFill>
            </a:endParaRPr>
          </a:p>
        </p:txBody>
      </p:sp>
      <p:pic>
        <p:nvPicPr>
          <p:cNvPr id="22534" name="Picture 5">
            <a:extLst>
              <a:ext uri="{FF2B5EF4-FFF2-40B4-BE49-F238E27FC236}">
                <a16:creationId xmlns:a16="http://schemas.microsoft.com/office/drawing/2014/main" id="{FEEDEEE4-E00F-8B8C-9DE8-1AB3287C16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9530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F64F4-99CC-E7C1-B370-18BF1CAE45A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99BB55C-B430-00A5-27A7-C6E74AD3C97A}"/>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3FD84251-536B-7BFE-968F-CAF38375669D}"/>
              </a:ext>
            </a:extLst>
          </p:cNvPr>
          <p:cNvSpPr>
            <a:spLocks noGrp="1" noChangeArrowheads="1"/>
          </p:cNvSpPr>
          <p:nvPr>
            <p:ph idx="1"/>
          </p:nvPr>
        </p:nvSpPr>
        <p:spPr>
          <a:xfrm>
            <a:off x="558006" y="1835150"/>
            <a:ext cx="8027988" cy="4145235"/>
          </a:xfrm>
        </p:spPr>
        <p:txBody>
          <a:bodyPr/>
          <a:lstStyle/>
          <a:p>
            <a:pPr>
              <a:lnSpc>
                <a:spcPct val="150000"/>
              </a:lnSpc>
            </a:pPr>
            <a:r>
              <a:rPr lang="en-US" sz="2800" b="1" dirty="0"/>
              <a:t>Main Ideas</a:t>
            </a:r>
          </a:p>
          <a:p>
            <a:pPr>
              <a:lnSpc>
                <a:spcPct val="150000"/>
              </a:lnSpc>
            </a:pPr>
            <a:r>
              <a:rPr lang="en-US" sz="2800" b="1" dirty="0"/>
              <a:t>1. Communication is more important than tools</a:t>
            </a:r>
          </a:p>
          <a:p>
            <a:pPr>
              <a:lnSpc>
                <a:spcPct val="150000"/>
              </a:lnSpc>
            </a:pPr>
            <a:r>
              <a:rPr lang="en-US" sz="2800" dirty="0"/>
              <a:t>Project managers may use many methods and tools like Agile, Waterfall, spreadsheets, or Gantt charts, but success mainly depends on how well people communicate and collaborate</a:t>
            </a:r>
          </a:p>
        </p:txBody>
      </p:sp>
      <p:sp>
        <p:nvSpPr>
          <p:cNvPr id="2" name="Footer Placeholder 1">
            <a:extLst>
              <a:ext uri="{FF2B5EF4-FFF2-40B4-BE49-F238E27FC236}">
                <a16:creationId xmlns:a16="http://schemas.microsoft.com/office/drawing/2014/main" id="{F3B4BB37-9D44-7EF9-66BB-6441680F073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8BA007F-5BA0-C34C-7C70-44D4ABF9E83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13</a:t>
            </a:fld>
            <a:endParaRPr lang="en-US" altLang="en-US" sz="900">
              <a:solidFill>
                <a:srgbClr val="FFFFFF"/>
              </a:solidFill>
            </a:endParaRPr>
          </a:p>
        </p:txBody>
      </p:sp>
      <p:pic>
        <p:nvPicPr>
          <p:cNvPr id="22534" name="Picture 5">
            <a:extLst>
              <a:ext uri="{FF2B5EF4-FFF2-40B4-BE49-F238E27FC236}">
                <a16:creationId xmlns:a16="http://schemas.microsoft.com/office/drawing/2014/main" id="{2E2DFA84-AD60-480F-6C22-E5896357E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8385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E8CBC-F633-FBBB-2EDF-7BC2401F42E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9B87150-86E5-4CAA-1426-7CD8D02A66A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2394915-C9ED-0654-0BC3-E3983E7291CB}"/>
              </a:ext>
            </a:extLst>
          </p:cNvPr>
          <p:cNvSpPr>
            <a:spLocks noGrp="1" noChangeArrowheads="1"/>
          </p:cNvSpPr>
          <p:nvPr>
            <p:ph idx="1"/>
          </p:nvPr>
        </p:nvSpPr>
        <p:spPr>
          <a:xfrm>
            <a:off x="558006" y="1835151"/>
            <a:ext cx="8027988" cy="3776662"/>
          </a:xfrm>
        </p:spPr>
        <p:txBody>
          <a:bodyPr/>
          <a:lstStyle/>
          <a:p>
            <a:pPr>
              <a:lnSpc>
                <a:spcPct val="150000"/>
              </a:lnSpc>
            </a:pPr>
            <a:r>
              <a:rPr lang="en-US" sz="2800" b="1" dirty="0"/>
              <a:t>2. Projects involve people, and people are complex</a:t>
            </a:r>
          </a:p>
          <a:p>
            <a:pPr>
              <a:lnSpc>
                <a:spcPct val="150000"/>
              </a:lnSpc>
            </a:pPr>
            <a:r>
              <a:rPr lang="en-US" sz="2800" dirty="0"/>
              <a:t>Team members can have stress, misunderstandings, or different expectations. Good communication helps build trust, solve problems, and keep everyone informed.</a:t>
            </a:r>
          </a:p>
        </p:txBody>
      </p:sp>
      <p:sp>
        <p:nvSpPr>
          <p:cNvPr id="2" name="Footer Placeholder 1">
            <a:extLst>
              <a:ext uri="{FF2B5EF4-FFF2-40B4-BE49-F238E27FC236}">
                <a16:creationId xmlns:a16="http://schemas.microsoft.com/office/drawing/2014/main" id="{5F3C0B53-13BE-8E58-D8F1-0D3DF921658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7A08575-345A-9FA1-F2BE-E1D9281E26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14</a:t>
            </a:fld>
            <a:endParaRPr lang="en-US" altLang="en-US" sz="900">
              <a:solidFill>
                <a:srgbClr val="FFFFFF"/>
              </a:solidFill>
            </a:endParaRPr>
          </a:p>
        </p:txBody>
      </p:sp>
      <p:pic>
        <p:nvPicPr>
          <p:cNvPr id="22534" name="Picture 5">
            <a:extLst>
              <a:ext uri="{FF2B5EF4-FFF2-40B4-BE49-F238E27FC236}">
                <a16:creationId xmlns:a16="http://schemas.microsoft.com/office/drawing/2014/main" id="{DA7853E6-6B5B-F618-D3B8-144E0E6E1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4186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9547-C0CB-4517-5820-E1934B1BB78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6A656DF-343C-F729-E357-3C1F5FBE57F6}"/>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ADFC8488-0643-DC8A-5862-5E310DF1D595}"/>
              </a:ext>
            </a:extLst>
          </p:cNvPr>
          <p:cNvSpPr>
            <a:spLocks noGrp="1" noChangeArrowheads="1"/>
          </p:cNvSpPr>
          <p:nvPr>
            <p:ph idx="1"/>
          </p:nvPr>
        </p:nvSpPr>
        <p:spPr>
          <a:xfrm>
            <a:off x="558006" y="1835150"/>
            <a:ext cx="8027988" cy="4260849"/>
          </a:xfrm>
        </p:spPr>
        <p:txBody>
          <a:bodyPr/>
          <a:lstStyle/>
          <a:p>
            <a:pPr>
              <a:lnSpc>
                <a:spcPct val="150000"/>
              </a:lnSpc>
            </a:pPr>
            <a:r>
              <a:rPr lang="en-US" sz="2800" b="1" dirty="0"/>
              <a:t>3. Never surprise stakeholders</a:t>
            </a:r>
          </a:p>
          <a:p>
            <a:pPr>
              <a:lnSpc>
                <a:spcPct val="150000"/>
              </a:lnSpc>
            </a:pPr>
            <a:r>
              <a:rPr lang="en-US" sz="2800" dirty="0"/>
              <a:t>A project may face delays or problems, but stakeholders should always be informed early. The speaker says:</a:t>
            </a:r>
          </a:p>
          <a:p>
            <a:pPr>
              <a:lnSpc>
                <a:spcPct val="150000"/>
              </a:lnSpc>
            </a:pPr>
            <a:r>
              <a:rPr lang="en-US" sz="2800" dirty="0"/>
              <a:t>“You may disappoint stakeholders, but never surprise them.”</a:t>
            </a:r>
          </a:p>
        </p:txBody>
      </p:sp>
      <p:sp>
        <p:nvSpPr>
          <p:cNvPr id="2" name="Footer Placeholder 1">
            <a:extLst>
              <a:ext uri="{FF2B5EF4-FFF2-40B4-BE49-F238E27FC236}">
                <a16:creationId xmlns:a16="http://schemas.microsoft.com/office/drawing/2014/main" id="{E2EC3B79-B1A3-8044-150B-A6F048338CD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6621A6A-054C-23FD-712C-4A960B9BFE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15</a:t>
            </a:fld>
            <a:endParaRPr lang="en-US" altLang="en-US" sz="900">
              <a:solidFill>
                <a:srgbClr val="FFFFFF"/>
              </a:solidFill>
            </a:endParaRPr>
          </a:p>
        </p:txBody>
      </p:sp>
      <p:pic>
        <p:nvPicPr>
          <p:cNvPr id="22534" name="Picture 5">
            <a:extLst>
              <a:ext uri="{FF2B5EF4-FFF2-40B4-BE49-F238E27FC236}">
                <a16:creationId xmlns:a16="http://schemas.microsoft.com/office/drawing/2014/main" id="{C701510D-0219-6FFD-9C13-1B87402D18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6235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60587-3043-50A4-2899-394CC8FA863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F8B15B4-82C1-A88A-5FAC-3199F4CFD28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582EE474-E2B5-6B5D-E0A5-62705DA5C157}"/>
              </a:ext>
            </a:extLst>
          </p:cNvPr>
          <p:cNvSpPr>
            <a:spLocks noGrp="1" noChangeArrowheads="1"/>
          </p:cNvSpPr>
          <p:nvPr>
            <p:ph idx="1"/>
          </p:nvPr>
        </p:nvSpPr>
        <p:spPr>
          <a:xfrm>
            <a:off x="558006" y="1835150"/>
            <a:ext cx="8027988" cy="4260849"/>
          </a:xfrm>
        </p:spPr>
        <p:txBody>
          <a:bodyPr/>
          <a:lstStyle/>
          <a:p>
            <a:pPr>
              <a:lnSpc>
                <a:spcPct val="150000"/>
              </a:lnSpc>
            </a:pPr>
            <a:r>
              <a:rPr lang="en-US" sz="2800" b="1" dirty="0"/>
              <a:t>4. Communication improves teamwork and productivity</a:t>
            </a:r>
          </a:p>
          <a:p>
            <a:pPr>
              <a:lnSpc>
                <a:spcPct val="150000"/>
              </a:lnSpc>
            </a:pPr>
            <a:r>
              <a:rPr lang="en-US" sz="2800" dirty="0"/>
              <a:t>When employees understand goals and receive regular updates, they feel more connected and motivated. Good communication increases productivity and job satisfaction.</a:t>
            </a:r>
          </a:p>
        </p:txBody>
      </p:sp>
      <p:sp>
        <p:nvSpPr>
          <p:cNvPr id="2" name="Footer Placeholder 1">
            <a:extLst>
              <a:ext uri="{FF2B5EF4-FFF2-40B4-BE49-F238E27FC236}">
                <a16:creationId xmlns:a16="http://schemas.microsoft.com/office/drawing/2014/main" id="{A2155911-483A-3DB5-F3EF-5A711C374F1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EF81C45-9BC0-77F1-0670-CA18AA04628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16</a:t>
            </a:fld>
            <a:endParaRPr lang="en-US" altLang="en-US" sz="900">
              <a:solidFill>
                <a:srgbClr val="FFFFFF"/>
              </a:solidFill>
            </a:endParaRPr>
          </a:p>
        </p:txBody>
      </p:sp>
      <p:pic>
        <p:nvPicPr>
          <p:cNvPr id="22534" name="Picture 5">
            <a:extLst>
              <a:ext uri="{FF2B5EF4-FFF2-40B4-BE49-F238E27FC236}">
                <a16:creationId xmlns:a16="http://schemas.microsoft.com/office/drawing/2014/main" id="{AA366A2C-9621-7D5E-C1E3-EE99C0F45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2104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27988-D048-95EF-7B5D-5613D435B77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6CF6868-59A9-94A3-7805-0E9BE32A24DE}"/>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39B534A4-BF4D-91F2-CAA8-823032CE329E}"/>
              </a:ext>
            </a:extLst>
          </p:cNvPr>
          <p:cNvSpPr>
            <a:spLocks noGrp="1" noChangeArrowheads="1"/>
          </p:cNvSpPr>
          <p:nvPr>
            <p:ph idx="1"/>
          </p:nvPr>
        </p:nvSpPr>
        <p:spPr>
          <a:xfrm>
            <a:off x="0" y="1835150"/>
            <a:ext cx="9144000" cy="4624388"/>
          </a:xfrm>
          <a:solidFill>
            <a:schemeClr val="bg1"/>
          </a:solidFill>
        </p:spPr>
        <p:txBody>
          <a:bodyPr/>
          <a:lstStyle/>
          <a:p>
            <a:pPr>
              <a:lnSpc>
                <a:spcPct val="150000"/>
              </a:lnSpc>
            </a:pPr>
            <a:r>
              <a:rPr lang="en-US" sz="2200" b="1" dirty="0"/>
              <a:t>5. Planning and communication go together</a:t>
            </a:r>
          </a:p>
          <a:p>
            <a:pPr>
              <a:lnSpc>
                <a:spcPct val="150000"/>
              </a:lnSpc>
            </a:pPr>
            <a:r>
              <a:rPr lang="en-US" sz="2200" dirty="0"/>
              <a:t>Successful projects need planning documents such as:</a:t>
            </a:r>
          </a:p>
          <a:p>
            <a:pPr>
              <a:lnSpc>
                <a:spcPct val="150000"/>
              </a:lnSpc>
              <a:buFont typeface="Wingdings" panose="05000000000000000000" pitchFamily="2" charset="2"/>
              <a:buChar char="§"/>
            </a:pPr>
            <a:r>
              <a:rPr lang="en-US" sz="2200" dirty="0"/>
              <a:t>Project charter </a:t>
            </a:r>
          </a:p>
          <a:p>
            <a:pPr>
              <a:lnSpc>
                <a:spcPct val="150000"/>
              </a:lnSpc>
              <a:buFont typeface="Wingdings" panose="05000000000000000000" pitchFamily="2" charset="2"/>
              <a:buChar char="§"/>
            </a:pPr>
            <a:r>
              <a:rPr lang="en-US" sz="2200" dirty="0"/>
              <a:t>Risk management plan </a:t>
            </a:r>
          </a:p>
          <a:p>
            <a:pPr>
              <a:lnSpc>
                <a:spcPct val="150000"/>
              </a:lnSpc>
              <a:buFont typeface="Wingdings" panose="05000000000000000000" pitchFamily="2" charset="2"/>
              <a:buChar char="§"/>
            </a:pPr>
            <a:r>
              <a:rPr lang="en-US" sz="2200" dirty="0"/>
              <a:t>Communication plan </a:t>
            </a:r>
          </a:p>
          <a:p>
            <a:pPr>
              <a:lnSpc>
                <a:spcPct val="150000"/>
              </a:lnSpc>
              <a:buFont typeface="Wingdings" panose="05000000000000000000" pitchFamily="2" charset="2"/>
              <a:buChar char="§"/>
            </a:pPr>
            <a:r>
              <a:rPr lang="en-US" sz="2200" dirty="0"/>
              <a:t>Status reports </a:t>
            </a:r>
          </a:p>
          <a:p>
            <a:pPr>
              <a:lnSpc>
                <a:spcPct val="150000"/>
              </a:lnSpc>
            </a:pPr>
            <a:r>
              <a:rPr lang="en-US" sz="2200" dirty="0"/>
              <a:t>These help teams know what to do and how information should be shared. </a:t>
            </a:r>
          </a:p>
        </p:txBody>
      </p:sp>
      <p:sp>
        <p:nvSpPr>
          <p:cNvPr id="2" name="Footer Placeholder 1">
            <a:extLst>
              <a:ext uri="{FF2B5EF4-FFF2-40B4-BE49-F238E27FC236}">
                <a16:creationId xmlns:a16="http://schemas.microsoft.com/office/drawing/2014/main" id="{D04BB4EA-CB1C-6D27-D29D-8E64AE65904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8808B06-79A3-691C-8D18-49F1F52AC2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17</a:t>
            </a:fld>
            <a:endParaRPr lang="en-US" altLang="en-US" sz="900">
              <a:solidFill>
                <a:srgbClr val="FFFFFF"/>
              </a:solidFill>
            </a:endParaRPr>
          </a:p>
        </p:txBody>
      </p:sp>
      <p:pic>
        <p:nvPicPr>
          <p:cNvPr id="22534" name="Picture 5">
            <a:extLst>
              <a:ext uri="{FF2B5EF4-FFF2-40B4-BE49-F238E27FC236}">
                <a16:creationId xmlns:a16="http://schemas.microsoft.com/office/drawing/2014/main" id="{51C89224-B7CD-06D7-1C7F-6889609A4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7734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A3A09-BAA6-6C19-1BB4-994074AE144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980406C-021F-002F-4D0D-D2F30BDED8B3}"/>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E996EFA9-1155-8882-622F-19AC5CFB24B6}"/>
              </a:ext>
            </a:extLst>
          </p:cNvPr>
          <p:cNvSpPr>
            <a:spLocks noGrp="1" noChangeArrowheads="1"/>
          </p:cNvSpPr>
          <p:nvPr>
            <p:ph idx="1"/>
          </p:nvPr>
        </p:nvSpPr>
        <p:spPr>
          <a:xfrm>
            <a:off x="0" y="1835150"/>
            <a:ext cx="9144000" cy="5022850"/>
          </a:xfrm>
          <a:solidFill>
            <a:schemeClr val="bg1"/>
          </a:solidFill>
        </p:spPr>
        <p:txBody>
          <a:bodyPr/>
          <a:lstStyle/>
          <a:p>
            <a:pPr>
              <a:lnSpc>
                <a:spcPct val="150000"/>
              </a:lnSpc>
            </a:pPr>
            <a:r>
              <a:rPr lang="en-US" sz="2400" b="1" dirty="0"/>
              <a:t>6. Communication should happen during the whole project</a:t>
            </a:r>
          </a:p>
          <a:p>
            <a:pPr>
              <a:lnSpc>
                <a:spcPct val="150000"/>
              </a:lnSpc>
            </a:pPr>
            <a:r>
              <a:rPr lang="en-US" sz="2400" dirty="0"/>
              <a:t>Communication is needed in every project stage:</a:t>
            </a:r>
          </a:p>
          <a:p>
            <a:pPr>
              <a:lnSpc>
                <a:spcPct val="150000"/>
              </a:lnSpc>
              <a:buFont typeface="Wingdings" panose="05000000000000000000" pitchFamily="2" charset="2"/>
              <a:buChar char="Ø"/>
            </a:pPr>
            <a:r>
              <a:rPr lang="en-US" sz="2400" dirty="0"/>
              <a:t>Starting the project </a:t>
            </a:r>
          </a:p>
          <a:p>
            <a:pPr>
              <a:lnSpc>
                <a:spcPct val="150000"/>
              </a:lnSpc>
              <a:buFont typeface="Wingdings" panose="05000000000000000000" pitchFamily="2" charset="2"/>
              <a:buChar char="Ø"/>
            </a:pPr>
            <a:r>
              <a:rPr lang="en-US" sz="2400" dirty="0"/>
              <a:t>Planning </a:t>
            </a:r>
          </a:p>
          <a:p>
            <a:pPr>
              <a:lnSpc>
                <a:spcPct val="150000"/>
              </a:lnSpc>
              <a:buFont typeface="Wingdings" panose="05000000000000000000" pitchFamily="2" charset="2"/>
              <a:buChar char="Ø"/>
            </a:pPr>
            <a:r>
              <a:rPr lang="en-US" sz="2400" dirty="0"/>
              <a:t>Executing work </a:t>
            </a:r>
          </a:p>
          <a:p>
            <a:pPr>
              <a:lnSpc>
                <a:spcPct val="150000"/>
              </a:lnSpc>
              <a:buFont typeface="Wingdings" panose="05000000000000000000" pitchFamily="2" charset="2"/>
              <a:buChar char="Ø"/>
            </a:pPr>
            <a:r>
              <a:rPr lang="en-US" sz="2400" dirty="0"/>
              <a:t>Monitoring progress </a:t>
            </a:r>
          </a:p>
          <a:p>
            <a:pPr>
              <a:lnSpc>
                <a:spcPct val="150000"/>
              </a:lnSpc>
              <a:buFont typeface="Wingdings" panose="05000000000000000000" pitchFamily="2" charset="2"/>
              <a:buChar char="Ø"/>
            </a:pPr>
            <a:r>
              <a:rPr lang="en-US" sz="2400" dirty="0"/>
              <a:t>Closing the project </a:t>
            </a:r>
          </a:p>
        </p:txBody>
      </p:sp>
      <p:sp>
        <p:nvSpPr>
          <p:cNvPr id="2" name="Footer Placeholder 1">
            <a:extLst>
              <a:ext uri="{FF2B5EF4-FFF2-40B4-BE49-F238E27FC236}">
                <a16:creationId xmlns:a16="http://schemas.microsoft.com/office/drawing/2014/main" id="{F0DCF91E-F681-E454-A681-C03F0B82470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20C0FACB-2109-AF54-4F4E-8820DA6503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18</a:t>
            </a:fld>
            <a:endParaRPr lang="en-US" altLang="en-US" sz="900">
              <a:solidFill>
                <a:srgbClr val="FFFFFF"/>
              </a:solidFill>
            </a:endParaRPr>
          </a:p>
        </p:txBody>
      </p:sp>
      <p:pic>
        <p:nvPicPr>
          <p:cNvPr id="22534" name="Picture 5">
            <a:extLst>
              <a:ext uri="{FF2B5EF4-FFF2-40B4-BE49-F238E27FC236}">
                <a16:creationId xmlns:a16="http://schemas.microsoft.com/office/drawing/2014/main" id="{14FD14A2-E43A-CF07-1B12-E7A64295D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8909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CA563-D1C6-C24A-EC26-E5A4531B546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FD71C2E-9194-F665-C6AA-1AA90CCDC4D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538BAC0A-CCE1-8686-1EB1-6C7DD6DA3DD0}"/>
              </a:ext>
            </a:extLst>
          </p:cNvPr>
          <p:cNvSpPr>
            <a:spLocks noGrp="1" noChangeArrowheads="1"/>
          </p:cNvSpPr>
          <p:nvPr>
            <p:ph idx="1"/>
          </p:nvPr>
        </p:nvSpPr>
        <p:spPr>
          <a:xfrm>
            <a:off x="0" y="1835150"/>
            <a:ext cx="9144000" cy="5022850"/>
          </a:xfrm>
          <a:solidFill>
            <a:schemeClr val="bg1"/>
          </a:solidFill>
        </p:spPr>
        <p:txBody>
          <a:bodyPr/>
          <a:lstStyle/>
          <a:p>
            <a:pPr>
              <a:lnSpc>
                <a:spcPct val="150000"/>
              </a:lnSpc>
            </a:pPr>
            <a:r>
              <a:rPr lang="en-US" sz="2400" b="1" dirty="0"/>
              <a:t>7. Templates and tools help organize information</a:t>
            </a:r>
          </a:p>
          <a:p>
            <a:pPr>
              <a:lnSpc>
                <a:spcPct val="150000"/>
              </a:lnSpc>
            </a:pPr>
            <a:r>
              <a:rPr lang="en-US" sz="2400" dirty="0"/>
              <a:t>The video introduces useful tools such as:</a:t>
            </a:r>
          </a:p>
          <a:p>
            <a:pPr>
              <a:lnSpc>
                <a:spcPct val="150000"/>
              </a:lnSpc>
              <a:buFont typeface="Wingdings" panose="05000000000000000000" pitchFamily="2" charset="2"/>
              <a:buChar char="Ø"/>
            </a:pPr>
            <a:r>
              <a:rPr lang="en-US" sz="2400" dirty="0"/>
              <a:t>Requirements documents </a:t>
            </a:r>
          </a:p>
          <a:p>
            <a:pPr>
              <a:lnSpc>
                <a:spcPct val="150000"/>
              </a:lnSpc>
              <a:buFont typeface="Wingdings" panose="05000000000000000000" pitchFamily="2" charset="2"/>
              <a:buChar char="Ø"/>
            </a:pPr>
            <a:r>
              <a:rPr lang="en-US" sz="2400" dirty="0"/>
              <a:t>Communication plans </a:t>
            </a:r>
          </a:p>
          <a:p>
            <a:pPr>
              <a:lnSpc>
                <a:spcPct val="150000"/>
              </a:lnSpc>
              <a:buFont typeface="Wingdings" panose="05000000000000000000" pitchFamily="2" charset="2"/>
              <a:buChar char="Ø"/>
            </a:pPr>
            <a:r>
              <a:rPr lang="en-US" sz="2400" dirty="0"/>
              <a:t>Lessons learned reports </a:t>
            </a:r>
          </a:p>
          <a:p>
            <a:pPr>
              <a:lnSpc>
                <a:spcPct val="150000"/>
              </a:lnSpc>
              <a:buFont typeface="Wingdings" panose="05000000000000000000" pitchFamily="2" charset="2"/>
              <a:buChar char="Ø"/>
            </a:pPr>
            <a:r>
              <a:rPr lang="en-US" sz="2400" dirty="0"/>
              <a:t>RACI matrices </a:t>
            </a:r>
          </a:p>
          <a:p>
            <a:pPr>
              <a:lnSpc>
                <a:spcPct val="150000"/>
              </a:lnSpc>
              <a:buFont typeface="Wingdings" panose="05000000000000000000" pitchFamily="2" charset="2"/>
              <a:buChar char="Ø"/>
            </a:pPr>
            <a:r>
              <a:rPr lang="en-US" sz="2400" dirty="0"/>
              <a:t>Risk management charts</a:t>
            </a:r>
          </a:p>
        </p:txBody>
      </p:sp>
      <p:sp>
        <p:nvSpPr>
          <p:cNvPr id="2" name="Footer Placeholder 1">
            <a:extLst>
              <a:ext uri="{FF2B5EF4-FFF2-40B4-BE49-F238E27FC236}">
                <a16:creationId xmlns:a16="http://schemas.microsoft.com/office/drawing/2014/main" id="{82C7B249-DE3B-7804-D734-8D2A674106B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A2BD0D51-82C0-B250-1A46-7A60C530548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19</a:t>
            </a:fld>
            <a:endParaRPr lang="en-US" altLang="en-US" sz="900">
              <a:solidFill>
                <a:srgbClr val="FFFFFF"/>
              </a:solidFill>
            </a:endParaRPr>
          </a:p>
        </p:txBody>
      </p:sp>
      <p:pic>
        <p:nvPicPr>
          <p:cNvPr id="22534" name="Picture 5">
            <a:extLst>
              <a:ext uri="{FF2B5EF4-FFF2-40B4-BE49-F238E27FC236}">
                <a16:creationId xmlns:a16="http://schemas.microsoft.com/office/drawing/2014/main" id="{2413676F-80EA-C4F4-E211-0AD5165D8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0051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5FB6C-1B3A-379B-DBB1-C61B7753C42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7D18B67-8000-F608-AB1E-E333FA1BCF9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12BA1FA-4450-F435-9B5A-78DB77839309}"/>
              </a:ext>
            </a:extLst>
          </p:cNvPr>
          <p:cNvSpPr>
            <a:spLocks noGrp="1" noChangeArrowheads="1"/>
          </p:cNvSpPr>
          <p:nvPr>
            <p:ph idx="1"/>
          </p:nvPr>
        </p:nvSpPr>
        <p:spPr>
          <a:xfrm>
            <a:off x="0" y="1835150"/>
            <a:ext cx="9144000" cy="5022850"/>
          </a:xfrm>
          <a:solidFill>
            <a:schemeClr val="bg1"/>
          </a:solidFill>
        </p:spPr>
        <p:txBody>
          <a:bodyPr/>
          <a:lstStyle/>
          <a:p>
            <a:pPr>
              <a:lnSpc>
                <a:spcPct val="150000"/>
              </a:lnSpc>
            </a:pPr>
            <a:r>
              <a:rPr lang="en-US" sz="2400" b="1" dirty="0"/>
              <a:t>8. Learn from mistakes early</a:t>
            </a:r>
          </a:p>
          <a:p>
            <a:pPr>
              <a:lnSpc>
                <a:spcPct val="150000"/>
              </a:lnSpc>
            </a:pPr>
            <a:r>
              <a:rPr lang="en-US" sz="2400" dirty="0"/>
              <a:t>Instead of waiting until the end of a project, teams should regularly discuss:</a:t>
            </a:r>
          </a:p>
          <a:p>
            <a:pPr>
              <a:lnSpc>
                <a:spcPct val="150000"/>
              </a:lnSpc>
              <a:buFont typeface="Wingdings" panose="05000000000000000000" pitchFamily="2" charset="2"/>
              <a:buChar char="Ø"/>
            </a:pPr>
            <a:r>
              <a:rPr lang="en-US" sz="2400" dirty="0"/>
              <a:t>What went well </a:t>
            </a:r>
          </a:p>
          <a:p>
            <a:pPr>
              <a:lnSpc>
                <a:spcPct val="150000"/>
              </a:lnSpc>
              <a:buFont typeface="Wingdings" panose="05000000000000000000" pitchFamily="2" charset="2"/>
              <a:buChar char="Ø"/>
            </a:pPr>
            <a:r>
              <a:rPr lang="en-US" sz="2400" dirty="0"/>
              <a:t>What went wrong </a:t>
            </a:r>
          </a:p>
          <a:p>
            <a:pPr>
              <a:lnSpc>
                <a:spcPct val="150000"/>
              </a:lnSpc>
              <a:buFont typeface="Wingdings" panose="05000000000000000000" pitchFamily="2" charset="2"/>
              <a:buChar char="Ø"/>
            </a:pPr>
            <a:r>
              <a:rPr lang="en-US" sz="2400" dirty="0"/>
              <a:t>How to improve </a:t>
            </a:r>
          </a:p>
          <a:p>
            <a:pPr>
              <a:lnSpc>
                <a:spcPct val="150000"/>
              </a:lnSpc>
            </a:pPr>
            <a:r>
              <a:rPr lang="en-US" sz="2400" dirty="0"/>
              <a:t>This helps avoid repeating mistakes. </a:t>
            </a:r>
          </a:p>
        </p:txBody>
      </p:sp>
      <p:sp>
        <p:nvSpPr>
          <p:cNvPr id="2" name="Footer Placeholder 1">
            <a:extLst>
              <a:ext uri="{FF2B5EF4-FFF2-40B4-BE49-F238E27FC236}">
                <a16:creationId xmlns:a16="http://schemas.microsoft.com/office/drawing/2014/main" id="{97D9135E-662C-25DE-15EF-5C33A313047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8E46BA1-51F0-F3B9-6945-568CE88C374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20</a:t>
            </a:fld>
            <a:endParaRPr lang="en-US" altLang="en-US" sz="900">
              <a:solidFill>
                <a:srgbClr val="FFFFFF"/>
              </a:solidFill>
            </a:endParaRPr>
          </a:p>
        </p:txBody>
      </p:sp>
      <p:pic>
        <p:nvPicPr>
          <p:cNvPr id="22534" name="Picture 5">
            <a:extLst>
              <a:ext uri="{FF2B5EF4-FFF2-40B4-BE49-F238E27FC236}">
                <a16:creationId xmlns:a16="http://schemas.microsoft.com/office/drawing/2014/main" id="{08B29F0E-9F73-131C-6766-D956196A5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0527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6E81E-FF5B-19BE-E4DA-2298B4BD942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31EC2B6-3186-1F95-9392-B416BC3E00DF}"/>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4803CC40-0843-8A47-DBE4-3D658F893B1E}"/>
              </a:ext>
            </a:extLst>
          </p:cNvPr>
          <p:cNvSpPr>
            <a:spLocks noGrp="1" noChangeArrowheads="1"/>
          </p:cNvSpPr>
          <p:nvPr>
            <p:ph idx="1"/>
          </p:nvPr>
        </p:nvSpPr>
        <p:spPr>
          <a:xfrm>
            <a:off x="0" y="1835150"/>
            <a:ext cx="9144000" cy="2848362"/>
          </a:xfrm>
          <a:solidFill>
            <a:schemeClr val="bg1"/>
          </a:solidFill>
        </p:spPr>
        <p:txBody>
          <a:bodyPr/>
          <a:lstStyle/>
          <a:p>
            <a:pPr>
              <a:lnSpc>
                <a:spcPct val="150000"/>
              </a:lnSpc>
            </a:pPr>
            <a:r>
              <a:rPr lang="en-US" sz="2800" b="1" dirty="0"/>
              <a:t>9. Technology supports communication</a:t>
            </a:r>
          </a:p>
          <a:p>
            <a:pPr>
              <a:lnSpc>
                <a:spcPct val="150000"/>
              </a:lnSpc>
            </a:pPr>
            <a:r>
              <a:rPr lang="en-US" sz="2800" dirty="0"/>
              <a:t>Tools like Microsoft Teams, Outlook, SharePoint, Trello, and Power BI help teams share updates, files, and reports quickly. </a:t>
            </a:r>
          </a:p>
        </p:txBody>
      </p:sp>
      <p:sp>
        <p:nvSpPr>
          <p:cNvPr id="2" name="Footer Placeholder 1">
            <a:extLst>
              <a:ext uri="{FF2B5EF4-FFF2-40B4-BE49-F238E27FC236}">
                <a16:creationId xmlns:a16="http://schemas.microsoft.com/office/drawing/2014/main" id="{B34E8A81-F1E6-C309-D064-F77F01DBDE1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09E6159-57FB-CC49-2DD3-B8FBE4ECFB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21</a:t>
            </a:fld>
            <a:endParaRPr lang="en-US" altLang="en-US" sz="900">
              <a:solidFill>
                <a:srgbClr val="FFFFFF"/>
              </a:solidFill>
            </a:endParaRPr>
          </a:p>
        </p:txBody>
      </p:sp>
      <p:pic>
        <p:nvPicPr>
          <p:cNvPr id="22534" name="Picture 5">
            <a:extLst>
              <a:ext uri="{FF2B5EF4-FFF2-40B4-BE49-F238E27FC236}">
                <a16:creationId xmlns:a16="http://schemas.microsoft.com/office/drawing/2014/main" id="{985ED822-132A-C948-7E3F-B51CEFCEC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0873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0EDE2-0BB3-212F-8760-5589E070515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8150C71-1339-9A4A-E034-8719B0FB7DF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668E2BB0-039F-3EFC-463F-4895D4F0AC2D}"/>
              </a:ext>
            </a:extLst>
          </p:cNvPr>
          <p:cNvSpPr>
            <a:spLocks noGrp="1" noChangeArrowheads="1"/>
          </p:cNvSpPr>
          <p:nvPr>
            <p:ph idx="1"/>
          </p:nvPr>
        </p:nvSpPr>
        <p:spPr>
          <a:xfrm>
            <a:off x="0" y="1835150"/>
            <a:ext cx="9144000" cy="2803757"/>
          </a:xfrm>
          <a:solidFill>
            <a:schemeClr val="bg1"/>
          </a:solidFill>
        </p:spPr>
        <p:txBody>
          <a:bodyPr/>
          <a:lstStyle/>
          <a:p>
            <a:pPr>
              <a:lnSpc>
                <a:spcPct val="150000"/>
              </a:lnSpc>
            </a:pPr>
            <a:r>
              <a:rPr lang="en-US" sz="2800" b="1" dirty="0"/>
              <a:t>10. Information gives organizations better control</a:t>
            </a:r>
          </a:p>
          <a:p>
            <a:pPr>
              <a:lnSpc>
                <a:spcPct val="150000"/>
              </a:lnSpc>
            </a:pPr>
            <a:r>
              <a:rPr lang="en-US" sz="2800" dirty="0"/>
              <a:t>Managers need accurate and timely information to make good decisions. Poor communication causes confusion, delays, and low morale.</a:t>
            </a:r>
          </a:p>
        </p:txBody>
      </p:sp>
      <p:sp>
        <p:nvSpPr>
          <p:cNvPr id="2" name="Footer Placeholder 1">
            <a:extLst>
              <a:ext uri="{FF2B5EF4-FFF2-40B4-BE49-F238E27FC236}">
                <a16:creationId xmlns:a16="http://schemas.microsoft.com/office/drawing/2014/main" id="{06455CB0-04BF-5DA1-42F7-096FFE4AF06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F248EFD-7B68-1E81-DF6F-6CC5414521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22</a:t>
            </a:fld>
            <a:endParaRPr lang="en-US" altLang="en-US" sz="900">
              <a:solidFill>
                <a:srgbClr val="FFFFFF"/>
              </a:solidFill>
            </a:endParaRPr>
          </a:p>
        </p:txBody>
      </p:sp>
      <p:pic>
        <p:nvPicPr>
          <p:cNvPr id="22534" name="Picture 5">
            <a:extLst>
              <a:ext uri="{FF2B5EF4-FFF2-40B4-BE49-F238E27FC236}">
                <a16:creationId xmlns:a16="http://schemas.microsoft.com/office/drawing/2014/main" id="{9B483EF6-2851-567A-BFD7-F97E2D5B6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645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DDFAD-B94C-DB46-CA2B-9D24D16D391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8E5476F-919F-5F44-92F8-A516991BA3F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497577C-E853-BB88-D829-99D20FE3D55E}"/>
              </a:ext>
            </a:extLst>
          </p:cNvPr>
          <p:cNvSpPr>
            <a:spLocks noGrp="1" noChangeArrowheads="1"/>
          </p:cNvSpPr>
          <p:nvPr>
            <p:ph idx="1"/>
          </p:nvPr>
        </p:nvSpPr>
        <p:spPr>
          <a:xfrm>
            <a:off x="0" y="1835150"/>
            <a:ext cx="9144000" cy="4410075"/>
          </a:xfrm>
          <a:solidFill>
            <a:schemeClr val="bg1"/>
          </a:solidFill>
        </p:spPr>
        <p:txBody>
          <a:bodyPr/>
          <a:lstStyle/>
          <a:p>
            <a:pPr>
              <a:lnSpc>
                <a:spcPct val="150000"/>
              </a:lnSpc>
            </a:pPr>
            <a:r>
              <a:rPr lang="en-US" sz="2800" b="1" dirty="0"/>
              <a:t>Discussion Questions</a:t>
            </a:r>
          </a:p>
          <a:p>
            <a:pPr>
              <a:lnSpc>
                <a:spcPct val="150000"/>
              </a:lnSpc>
            </a:pPr>
            <a:r>
              <a:rPr lang="en-US" sz="2800" b="1" dirty="0"/>
              <a:t>Question 1</a:t>
            </a:r>
          </a:p>
          <a:p>
            <a:pPr>
              <a:lnSpc>
                <a:spcPct val="150000"/>
              </a:lnSpc>
            </a:pPr>
            <a:r>
              <a:rPr lang="en-US" sz="2800" b="1" dirty="0"/>
              <a:t>Why is communication important in project management?</a:t>
            </a:r>
          </a:p>
          <a:p>
            <a:pPr>
              <a:lnSpc>
                <a:spcPct val="150000"/>
              </a:lnSpc>
            </a:pPr>
            <a:r>
              <a:rPr lang="en-US" sz="2800" dirty="0"/>
              <a:t>Communication helps team members understand goals, solve problems, share updates, and avoid misunderstandings. It also builds trust between the project team and stakeholders.</a:t>
            </a:r>
          </a:p>
        </p:txBody>
      </p:sp>
      <p:sp>
        <p:nvSpPr>
          <p:cNvPr id="2" name="Footer Placeholder 1">
            <a:extLst>
              <a:ext uri="{FF2B5EF4-FFF2-40B4-BE49-F238E27FC236}">
                <a16:creationId xmlns:a16="http://schemas.microsoft.com/office/drawing/2014/main" id="{600F2731-5E49-C5EC-256E-F855C604133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E1CF961-EE26-1774-AE88-5FBBB15027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23</a:t>
            </a:fld>
            <a:endParaRPr lang="en-US" altLang="en-US" sz="900">
              <a:solidFill>
                <a:srgbClr val="FFFFFF"/>
              </a:solidFill>
            </a:endParaRPr>
          </a:p>
        </p:txBody>
      </p:sp>
      <p:pic>
        <p:nvPicPr>
          <p:cNvPr id="22534" name="Picture 5">
            <a:extLst>
              <a:ext uri="{FF2B5EF4-FFF2-40B4-BE49-F238E27FC236}">
                <a16:creationId xmlns:a16="http://schemas.microsoft.com/office/drawing/2014/main" id="{7C958FF7-0567-5B6A-08C8-CBF67A736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567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3" end="3"/>
                                            </p:txEl>
                                          </p:spTgt>
                                        </p:tgtEl>
                                        <p:attrNameLst>
                                          <p:attrName>style.visibility</p:attrName>
                                        </p:attrNameLst>
                                      </p:cBhvr>
                                      <p:to>
                                        <p:strVal val="visible"/>
                                      </p:to>
                                    </p:set>
                                    <p:animEffect transition="in" filter="fade">
                                      <p:cBhvr>
                                        <p:cTn id="7" dur="1000"/>
                                        <p:tgtEl>
                                          <p:spTgt spid="22531">
                                            <p:txEl>
                                              <p:pRg st="3" end="3"/>
                                            </p:txEl>
                                          </p:spTgt>
                                        </p:tgtEl>
                                      </p:cBhvr>
                                    </p:animEffect>
                                    <p:anim calcmode="lin" valueType="num">
                                      <p:cBhvr>
                                        <p:cTn id="8" dur="10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4BCC-7660-45A0-CABB-6331F984210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B64B9C8-47D7-1DF7-F494-6C55370AC8E7}"/>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D64E632C-9674-1BFC-29A1-1D9A2CCDEDFE}"/>
              </a:ext>
            </a:extLst>
          </p:cNvPr>
          <p:cNvSpPr>
            <a:spLocks noGrp="1" noChangeArrowheads="1"/>
          </p:cNvSpPr>
          <p:nvPr>
            <p:ph idx="1"/>
          </p:nvPr>
        </p:nvSpPr>
        <p:spPr>
          <a:xfrm>
            <a:off x="0" y="1835150"/>
            <a:ext cx="9144000" cy="4410075"/>
          </a:xfrm>
          <a:solidFill>
            <a:schemeClr val="bg1"/>
          </a:solidFill>
        </p:spPr>
        <p:txBody>
          <a:bodyPr/>
          <a:lstStyle/>
          <a:p>
            <a:pPr>
              <a:lnSpc>
                <a:spcPct val="150000"/>
              </a:lnSpc>
            </a:pPr>
            <a:r>
              <a:rPr lang="en-US" sz="2800" b="1" dirty="0"/>
              <a:t>Question 2</a:t>
            </a:r>
          </a:p>
          <a:p>
            <a:pPr>
              <a:lnSpc>
                <a:spcPct val="150000"/>
              </a:lnSpc>
            </a:pPr>
            <a:r>
              <a:rPr lang="en-US" sz="2800" b="1" dirty="0"/>
              <a:t>What does the speaker mean by “never surprise stakeholders”?</a:t>
            </a:r>
          </a:p>
          <a:p>
            <a:pPr>
              <a:lnSpc>
                <a:spcPct val="150000"/>
              </a:lnSpc>
            </a:pPr>
            <a:r>
              <a:rPr lang="en-US" sz="2800" dirty="0"/>
              <a:t>It means project managers should inform stakeholders early about delays, risks, or problems instead of hiding issues until the last moment.</a:t>
            </a:r>
          </a:p>
        </p:txBody>
      </p:sp>
      <p:sp>
        <p:nvSpPr>
          <p:cNvPr id="2" name="Footer Placeholder 1">
            <a:extLst>
              <a:ext uri="{FF2B5EF4-FFF2-40B4-BE49-F238E27FC236}">
                <a16:creationId xmlns:a16="http://schemas.microsoft.com/office/drawing/2014/main" id="{C5839043-47C5-C45F-366D-BE2292E233C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2550F7D-CEDC-7DD4-E28D-01755B6778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24</a:t>
            </a:fld>
            <a:endParaRPr lang="en-US" altLang="en-US" sz="900">
              <a:solidFill>
                <a:srgbClr val="FFFFFF"/>
              </a:solidFill>
            </a:endParaRPr>
          </a:p>
        </p:txBody>
      </p:sp>
      <p:pic>
        <p:nvPicPr>
          <p:cNvPr id="22534" name="Picture 5">
            <a:extLst>
              <a:ext uri="{FF2B5EF4-FFF2-40B4-BE49-F238E27FC236}">
                <a16:creationId xmlns:a16="http://schemas.microsoft.com/office/drawing/2014/main" id="{3E7EAFE7-178B-4F99-4D90-FF3F25650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067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 calcmode="lin" valueType="num">
                                      <p:cBhvr additive="base">
                                        <p:cTn id="7"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0AEF5-A8ED-277A-67A0-F83B81252C6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8084591-3CAB-FBD2-C2E2-9F7239BBF69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C23E43EF-22B0-388C-EBFE-D1871F2ED418}"/>
              </a:ext>
            </a:extLst>
          </p:cNvPr>
          <p:cNvSpPr>
            <a:spLocks noGrp="1" noChangeArrowheads="1"/>
          </p:cNvSpPr>
          <p:nvPr>
            <p:ph idx="1"/>
          </p:nvPr>
        </p:nvSpPr>
        <p:spPr>
          <a:xfrm>
            <a:off x="0" y="1835150"/>
            <a:ext cx="9144000" cy="3776663"/>
          </a:xfrm>
          <a:solidFill>
            <a:schemeClr val="bg1"/>
          </a:solidFill>
        </p:spPr>
        <p:txBody>
          <a:bodyPr/>
          <a:lstStyle/>
          <a:p>
            <a:pPr>
              <a:lnSpc>
                <a:spcPct val="150000"/>
              </a:lnSpc>
            </a:pPr>
            <a:r>
              <a:rPr lang="en-US" sz="2800" b="1" dirty="0"/>
              <a:t>Question 3</a:t>
            </a:r>
          </a:p>
          <a:p>
            <a:pPr>
              <a:lnSpc>
                <a:spcPct val="150000"/>
              </a:lnSpc>
            </a:pPr>
            <a:r>
              <a:rPr lang="en-US" sz="2800" b="1" dirty="0"/>
              <a:t>How does communication improve employee motivation?</a:t>
            </a:r>
          </a:p>
          <a:p>
            <a:pPr>
              <a:lnSpc>
                <a:spcPct val="150000"/>
              </a:lnSpc>
            </a:pPr>
            <a:r>
              <a:rPr lang="en-US" sz="2800" dirty="0"/>
              <a:t>Employees feel more connected and valued when management shares regular updates and explains company goals clearly.</a:t>
            </a:r>
          </a:p>
        </p:txBody>
      </p:sp>
      <p:sp>
        <p:nvSpPr>
          <p:cNvPr id="2" name="Footer Placeholder 1">
            <a:extLst>
              <a:ext uri="{FF2B5EF4-FFF2-40B4-BE49-F238E27FC236}">
                <a16:creationId xmlns:a16="http://schemas.microsoft.com/office/drawing/2014/main" id="{3B3CFBF3-0A22-AA29-5E0F-654169F7D7B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5137D4F-866E-35F0-65BC-5144DF65FB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25</a:t>
            </a:fld>
            <a:endParaRPr lang="en-US" altLang="en-US" sz="900">
              <a:solidFill>
                <a:srgbClr val="FFFFFF"/>
              </a:solidFill>
            </a:endParaRPr>
          </a:p>
        </p:txBody>
      </p:sp>
      <p:pic>
        <p:nvPicPr>
          <p:cNvPr id="22534" name="Picture 5">
            <a:extLst>
              <a:ext uri="{FF2B5EF4-FFF2-40B4-BE49-F238E27FC236}">
                <a16:creationId xmlns:a16="http://schemas.microsoft.com/office/drawing/2014/main" id="{CBF86C49-B219-5D6A-0BF0-0EE848A11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213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1000"/>
                                        <p:tgtEl>
                                          <p:spTgt spid="22531">
                                            <p:txEl>
                                              <p:pRg st="2" end="2"/>
                                            </p:txEl>
                                          </p:spTgt>
                                        </p:tgtEl>
                                      </p:cBhvr>
                                    </p:animEffect>
                                    <p:anim calcmode="lin" valueType="num">
                                      <p:cBhvr>
                                        <p:cTn id="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9678-D0CE-5E83-67CA-F6294793DAF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B3AC70F-5878-2B4F-D118-85CC18E52F91}"/>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0230E2E0-BFF4-5379-98F2-577DAB54F5EF}"/>
              </a:ext>
            </a:extLst>
          </p:cNvPr>
          <p:cNvSpPr>
            <a:spLocks noGrp="1" noChangeArrowheads="1"/>
          </p:cNvSpPr>
          <p:nvPr>
            <p:ph idx="1"/>
          </p:nvPr>
        </p:nvSpPr>
        <p:spPr>
          <a:xfrm>
            <a:off x="0" y="1835150"/>
            <a:ext cx="9144000" cy="4989513"/>
          </a:xfrm>
          <a:solidFill>
            <a:schemeClr val="bg1"/>
          </a:solidFill>
        </p:spPr>
        <p:txBody>
          <a:bodyPr/>
          <a:lstStyle/>
          <a:p>
            <a:r>
              <a:rPr lang="en-US" sz="2200" b="1" dirty="0"/>
              <a:t>Question 4</a:t>
            </a:r>
          </a:p>
          <a:p>
            <a:r>
              <a:rPr lang="en-US" sz="2200" b="1" dirty="0"/>
              <a:t>What are some communication tools mentioned in the video?</a:t>
            </a:r>
          </a:p>
          <a:p>
            <a:r>
              <a:rPr lang="en-US" sz="2200" dirty="0"/>
              <a:t>The video mentions:</a:t>
            </a:r>
          </a:p>
          <a:p>
            <a:pPr>
              <a:buFont typeface="Wingdings" panose="05000000000000000000" pitchFamily="2" charset="2"/>
              <a:buChar char="Ø"/>
            </a:pPr>
            <a:r>
              <a:rPr lang="en-US" sz="2200" dirty="0"/>
              <a:t>Microsoft Teams </a:t>
            </a:r>
          </a:p>
          <a:p>
            <a:pPr>
              <a:buFont typeface="Wingdings" panose="05000000000000000000" pitchFamily="2" charset="2"/>
              <a:buChar char="Ø"/>
            </a:pPr>
            <a:r>
              <a:rPr lang="en-US" sz="2200" dirty="0"/>
              <a:t>Outlook </a:t>
            </a:r>
          </a:p>
          <a:p>
            <a:pPr>
              <a:buFont typeface="Wingdings" panose="05000000000000000000" pitchFamily="2" charset="2"/>
              <a:buChar char="Ø"/>
            </a:pPr>
            <a:r>
              <a:rPr lang="en-US" sz="2200" dirty="0"/>
              <a:t>SharePoint </a:t>
            </a:r>
          </a:p>
          <a:p>
            <a:pPr>
              <a:buFont typeface="Wingdings" panose="05000000000000000000" pitchFamily="2" charset="2"/>
              <a:buChar char="Ø"/>
            </a:pPr>
            <a:r>
              <a:rPr lang="en-US" sz="2200" dirty="0"/>
              <a:t>Trello </a:t>
            </a:r>
          </a:p>
          <a:p>
            <a:pPr>
              <a:buFont typeface="Wingdings" panose="05000000000000000000" pitchFamily="2" charset="2"/>
              <a:buChar char="Ø"/>
            </a:pPr>
            <a:r>
              <a:rPr lang="en-US" sz="2200" dirty="0"/>
              <a:t>Power BI </a:t>
            </a:r>
          </a:p>
          <a:p>
            <a:pPr>
              <a:buFont typeface="Wingdings" panose="05000000000000000000" pitchFamily="2" charset="2"/>
              <a:buChar char="Ø"/>
            </a:pPr>
            <a:r>
              <a:rPr lang="en-US" sz="2200" dirty="0"/>
              <a:t>Status reports </a:t>
            </a:r>
          </a:p>
          <a:p>
            <a:pPr>
              <a:buFont typeface="Wingdings" panose="05000000000000000000" pitchFamily="2" charset="2"/>
              <a:buChar char="Ø"/>
            </a:pPr>
            <a:r>
              <a:rPr lang="en-US" sz="2200" dirty="0"/>
              <a:t>Communication plans</a:t>
            </a:r>
          </a:p>
        </p:txBody>
      </p:sp>
      <p:sp>
        <p:nvSpPr>
          <p:cNvPr id="2" name="Footer Placeholder 1">
            <a:extLst>
              <a:ext uri="{FF2B5EF4-FFF2-40B4-BE49-F238E27FC236}">
                <a16:creationId xmlns:a16="http://schemas.microsoft.com/office/drawing/2014/main" id="{42ED4991-176C-3B9E-CB62-E01DCD20A47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FC9638D-A1DC-B642-7FEB-86101E1ED7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26</a:t>
            </a:fld>
            <a:endParaRPr lang="en-US" altLang="en-US" sz="900">
              <a:solidFill>
                <a:srgbClr val="FFFFFF"/>
              </a:solidFill>
            </a:endParaRPr>
          </a:p>
        </p:txBody>
      </p:sp>
      <p:pic>
        <p:nvPicPr>
          <p:cNvPr id="22534" name="Picture 5">
            <a:extLst>
              <a:ext uri="{FF2B5EF4-FFF2-40B4-BE49-F238E27FC236}">
                <a16:creationId xmlns:a16="http://schemas.microsoft.com/office/drawing/2014/main" id="{8E365A26-BE95-99AB-582A-7FCD6A256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257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1000"/>
                                        <p:tgtEl>
                                          <p:spTgt spid="22531">
                                            <p:txEl>
                                              <p:pRg st="2" end="2"/>
                                            </p:txEl>
                                          </p:spTgt>
                                        </p:tgtEl>
                                      </p:cBhvr>
                                    </p:animEffect>
                                    <p:anim calcmode="lin" valueType="num">
                                      <p:cBhvr>
                                        <p:cTn id="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2531">
                                            <p:txEl>
                                              <p:pRg st="3" end="3"/>
                                            </p:txEl>
                                          </p:spTgt>
                                        </p:tgtEl>
                                        <p:attrNameLst>
                                          <p:attrName>style.visibility</p:attrName>
                                        </p:attrNameLst>
                                      </p:cBhvr>
                                      <p:to>
                                        <p:strVal val="visible"/>
                                      </p:to>
                                    </p:set>
                                    <p:animEffect transition="in" filter="fade">
                                      <p:cBhvr>
                                        <p:cTn id="12" dur="1000"/>
                                        <p:tgtEl>
                                          <p:spTgt spid="22531">
                                            <p:txEl>
                                              <p:pRg st="3" end="3"/>
                                            </p:txEl>
                                          </p:spTgt>
                                        </p:tgtEl>
                                      </p:cBhvr>
                                    </p:animEffect>
                                    <p:anim calcmode="lin" valueType="num">
                                      <p:cBhvr>
                                        <p:cTn id="13" dur="10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2531">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animEffect transition="in" filter="fade">
                                      <p:cBhvr>
                                        <p:cTn id="17" dur="1000"/>
                                        <p:tgtEl>
                                          <p:spTgt spid="22531">
                                            <p:txEl>
                                              <p:pRg st="4" end="4"/>
                                            </p:txEl>
                                          </p:spTgt>
                                        </p:tgtEl>
                                      </p:cBhvr>
                                    </p:animEffect>
                                    <p:anim calcmode="lin" valueType="num">
                                      <p:cBhvr>
                                        <p:cTn id="18" dur="10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2531">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2531">
                                            <p:txEl>
                                              <p:pRg st="5" end="5"/>
                                            </p:txEl>
                                          </p:spTgt>
                                        </p:tgtEl>
                                        <p:attrNameLst>
                                          <p:attrName>style.visibility</p:attrName>
                                        </p:attrNameLst>
                                      </p:cBhvr>
                                      <p:to>
                                        <p:strVal val="visible"/>
                                      </p:to>
                                    </p:set>
                                    <p:animEffect transition="in" filter="fade">
                                      <p:cBhvr>
                                        <p:cTn id="22" dur="1000"/>
                                        <p:tgtEl>
                                          <p:spTgt spid="22531">
                                            <p:txEl>
                                              <p:pRg st="5" end="5"/>
                                            </p:txEl>
                                          </p:spTgt>
                                        </p:tgtEl>
                                      </p:cBhvr>
                                    </p:animEffect>
                                    <p:anim calcmode="lin" valueType="num">
                                      <p:cBhvr>
                                        <p:cTn id="23" dur="10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2531">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2531">
                                            <p:txEl>
                                              <p:pRg st="6" end="6"/>
                                            </p:txEl>
                                          </p:spTgt>
                                        </p:tgtEl>
                                        <p:attrNameLst>
                                          <p:attrName>style.visibility</p:attrName>
                                        </p:attrNameLst>
                                      </p:cBhvr>
                                      <p:to>
                                        <p:strVal val="visible"/>
                                      </p:to>
                                    </p:set>
                                    <p:animEffect transition="in" filter="fade">
                                      <p:cBhvr>
                                        <p:cTn id="27" dur="1000"/>
                                        <p:tgtEl>
                                          <p:spTgt spid="22531">
                                            <p:txEl>
                                              <p:pRg st="6" end="6"/>
                                            </p:txEl>
                                          </p:spTgt>
                                        </p:tgtEl>
                                      </p:cBhvr>
                                    </p:animEffect>
                                    <p:anim calcmode="lin" valueType="num">
                                      <p:cBhvr>
                                        <p:cTn id="28" dur="10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22531">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2531">
                                            <p:txEl>
                                              <p:pRg st="7" end="7"/>
                                            </p:txEl>
                                          </p:spTgt>
                                        </p:tgtEl>
                                        <p:attrNameLst>
                                          <p:attrName>style.visibility</p:attrName>
                                        </p:attrNameLst>
                                      </p:cBhvr>
                                      <p:to>
                                        <p:strVal val="visible"/>
                                      </p:to>
                                    </p:set>
                                    <p:animEffect transition="in" filter="fade">
                                      <p:cBhvr>
                                        <p:cTn id="32" dur="1000"/>
                                        <p:tgtEl>
                                          <p:spTgt spid="22531">
                                            <p:txEl>
                                              <p:pRg st="7" end="7"/>
                                            </p:txEl>
                                          </p:spTgt>
                                        </p:tgtEl>
                                      </p:cBhvr>
                                    </p:animEffect>
                                    <p:anim calcmode="lin" valueType="num">
                                      <p:cBhvr>
                                        <p:cTn id="33" dur="1000" fill="hold"/>
                                        <p:tgtEl>
                                          <p:spTgt spid="22531">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22531">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2531">
                                            <p:txEl>
                                              <p:pRg st="8" end="8"/>
                                            </p:txEl>
                                          </p:spTgt>
                                        </p:tgtEl>
                                        <p:attrNameLst>
                                          <p:attrName>style.visibility</p:attrName>
                                        </p:attrNameLst>
                                      </p:cBhvr>
                                      <p:to>
                                        <p:strVal val="visible"/>
                                      </p:to>
                                    </p:set>
                                    <p:animEffect transition="in" filter="fade">
                                      <p:cBhvr>
                                        <p:cTn id="37" dur="1000"/>
                                        <p:tgtEl>
                                          <p:spTgt spid="22531">
                                            <p:txEl>
                                              <p:pRg st="8" end="8"/>
                                            </p:txEl>
                                          </p:spTgt>
                                        </p:tgtEl>
                                      </p:cBhvr>
                                    </p:animEffect>
                                    <p:anim calcmode="lin" valueType="num">
                                      <p:cBhvr>
                                        <p:cTn id="38" dur="1000" fill="hold"/>
                                        <p:tgtEl>
                                          <p:spTgt spid="22531">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22531">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2531">
                                            <p:txEl>
                                              <p:pRg st="9" end="9"/>
                                            </p:txEl>
                                          </p:spTgt>
                                        </p:tgtEl>
                                        <p:attrNameLst>
                                          <p:attrName>style.visibility</p:attrName>
                                        </p:attrNameLst>
                                      </p:cBhvr>
                                      <p:to>
                                        <p:strVal val="visible"/>
                                      </p:to>
                                    </p:set>
                                    <p:animEffect transition="in" filter="fade">
                                      <p:cBhvr>
                                        <p:cTn id="42" dur="1000"/>
                                        <p:tgtEl>
                                          <p:spTgt spid="22531">
                                            <p:txEl>
                                              <p:pRg st="9" end="9"/>
                                            </p:txEl>
                                          </p:spTgt>
                                        </p:tgtEl>
                                      </p:cBhvr>
                                    </p:animEffect>
                                    <p:anim calcmode="lin" valueType="num">
                                      <p:cBhvr>
                                        <p:cTn id="43" dur="1000" fill="hold"/>
                                        <p:tgtEl>
                                          <p:spTgt spid="22531">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22531">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CDF0A-3D63-2041-8647-BC60EE24A25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9980468-6B91-5259-A23A-B3F41E2551C4}"/>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B9E68D78-29E9-0F3F-5EC9-A34737C6C3A9}"/>
              </a:ext>
            </a:extLst>
          </p:cNvPr>
          <p:cNvSpPr>
            <a:spLocks noGrp="1" noChangeArrowheads="1"/>
          </p:cNvSpPr>
          <p:nvPr>
            <p:ph idx="1"/>
          </p:nvPr>
        </p:nvSpPr>
        <p:spPr>
          <a:xfrm>
            <a:off x="0" y="1835151"/>
            <a:ext cx="9144000" cy="3562040"/>
          </a:xfrm>
          <a:solidFill>
            <a:schemeClr val="bg1"/>
          </a:solidFill>
        </p:spPr>
        <p:txBody>
          <a:bodyPr/>
          <a:lstStyle/>
          <a:p>
            <a:r>
              <a:rPr lang="en-US" sz="2400" b="1" dirty="0"/>
              <a:t>Question 5</a:t>
            </a:r>
          </a:p>
          <a:p>
            <a:r>
              <a:rPr lang="en-US" sz="2400" b="1" dirty="0"/>
              <a:t>What is a communication plan?</a:t>
            </a:r>
          </a:p>
          <a:p>
            <a:r>
              <a:rPr lang="en-US" sz="2400" dirty="0"/>
              <a:t>A communication plan explains:</a:t>
            </a:r>
          </a:p>
          <a:p>
            <a:pPr>
              <a:buFont typeface="Wingdings" panose="05000000000000000000" pitchFamily="2" charset="2"/>
              <a:buChar char="Ø"/>
            </a:pPr>
            <a:r>
              <a:rPr lang="en-US" sz="2400" dirty="0"/>
              <a:t>Who receives information </a:t>
            </a:r>
          </a:p>
          <a:p>
            <a:pPr>
              <a:buFont typeface="Wingdings" panose="05000000000000000000" pitchFamily="2" charset="2"/>
              <a:buChar char="Ø"/>
            </a:pPr>
            <a:r>
              <a:rPr lang="en-US" sz="2400" dirty="0"/>
              <a:t>What information is shared </a:t>
            </a:r>
          </a:p>
          <a:p>
            <a:pPr>
              <a:buFont typeface="Wingdings" panose="05000000000000000000" pitchFamily="2" charset="2"/>
              <a:buChar char="Ø"/>
            </a:pPr>
            <a:r>
              <a:rPr lang="en-US" sz="2400" dirty="0"/>
              <a:t>How often updates are given </a:t>
            </a:r>
          </a:p>
          <a:p>
            <a:pPr>
              <a:buFont typeface="Wingdings" panose="05000000000000000000" pitchFamily="2" charset="2"/>
              <a:buChar char="Ø"/>
            </a:pPr>
            <a:r>
              <a:rPr lang="en-US" sz="2400" dirty="0"/>
              <a:t>Which communication channels are used</a:t>
            </a:r>
          </a:p>
        </p:txBody>
      </p:sp>
      <p:sp>
        <p:nvSpPr>
          <p:cNvPr id="2" name="Footer Placeholder 1">
            <a:extLst>
              <a:ext uri="{FF2B5EF4-FFF2-40B4-BE49-F238E27FC236}">
                <a16:creationId xmlns:a16="http://schemas.microsoft.com/office/drawing/2014/main" id="{419A555A-079C-B6F3-6058-32230BDCF83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9DFEF4F3-933C-AE35-15BA-CE0FA93B403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27</a:t>
            </a:fld>
            <a:endParaRPr lang="en-US" altLang="en-US" sz="900">
              <a:solidFill>
                <a:srgbClr val="FFFFFF"/>
              </a:solidFill>
            </a:endParaRPr>
          </a:p>
        </p:txBody>
      </p:sp>
      <p:pic>
        <p:nvPicPr>
          <p:cNvPr id="22534" name="Picture 5">
            <a:extLst>
              <a:ext uri="{FF2B5EF4-FFF2-40B4-BE49-F238E27FC236}">
                <a16:creationId xmlns:a16="http://schemas.microsoft.com/office/drawing/2014/main" id="{51CE7E6C-7836-EA68-D2DB-37697C2B2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67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1000"/>
                                        <p:tgtEl>
                                          <p:spTgt spid="22531">
                                            <p:txEl>
                                              <p:pRg st="2" end="2"/>
                                            </p:txEl>
                                          </p:spTgt>
                                        </p:tgtEl>
                                      </p:cBhvr>
                                    </p:animEffect>
                                    <p:anim calcmode="lin" valueType="num">
                                      <p:cBhvr>
                                        <p:cTn id="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2531">
                                            <p:txEl>
                                              <p:pRg st="3" end="3"/>
                                            </p:txEl>
                                          </p:spTgt>
                                        </p:tgtEl>
                                        <p:attrNameLst>
                                          <p:attrName>style.visibility</p:attrName>
                                        </p:attrNameLst>
                                      </p:cBhvr>
                                      <p:to>
                                        <p:strVal val="visible"/>
                                      </p:to>
                                    </p:set>
                                    <p:animEffect transition="in" filter="fade">
                                      <p:cBhvr>
                                        <p:cTn id="12" dur="1000"/>
                                        <p:tgtEl>
                                          <p:spTgt spid="22531">
                                            <p:txEl>
                                              <p:pRg st="3" end="3"/>
                                            </p:txEl>
                                          </p:spTgt>
                                        </p:tgtEl>
                                      </p:cBhvr>
                                    </p:animEffect>
                                    <p:anim calcmode="lin" valueType="num">
                                      <p:cBhvr>
                                        <p:cTn id="13" dur="10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2531">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animEffect transition="in" filter="fade">
                                      <p:cBhvr>
                                        <p:cTn id="17" dur="1000"/>
                                        <p:tgtEl>
                                          <p:spTgt spid="22531">
                                            <p:txEl>
                                              <p:pRg st="4" end="4"/>
                                            </p:txEl>
                                          </p:spTgt>
                                        </p:tgtEl>
                                      </p:cBhvr>
                                    </p:animEffect>
                                    <p:anim calcmode="lin" valueType="num">
                                      <p:cBhvr>
                                        <p:cTn id="18" dur="10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2531">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2531">
                                            <p:txEl>
                                              <p:pRg st="5" end="5"/>
                                            </p:txEl>
                                          </p:spTgt>
                                        </p:tgtEl>
                                        <p:attrNameLst>
                                          <p:attrName>style.visibility</p:attrName>
                                        </p:attrNameLst>
                                      </p:cBhvr>
                                      <p:to>
                                        <p:strVal val="visible"/>
                                      </p:to>
                                    </p:set>
                                    <p:animEffect transition="in" filter="fade">
                                      <p:cBhvr>
                                        <p:cTn id="22" dur="1000"/>
                                        <p:tgtEl>
                                          <p:spTgt spid="22531">
                                            <p:txEl>
                                              <p:pRg st="5" end="5"/>
                                            </p:txEl>
                                          </p:spTgt>
                                        </p:tgtEl>
                                      </p:cBhvr>
                                    </p:animEffect>
                                    <p:anim calcmode="lin" valueType="num">
                                      <p:cBhvr>
                                        <p:cTn id="23" dur="10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2531">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2531">
                                            <p:txEl>
                                              <p:pRg st="6" end="6"/>
                                            </p:txEl>
                                          </p:spTgt>
                                        </p:tgtEl>
                                        <p:attrNameLst>
                                          <p:attrName>style.visibility</p:attrName>
                                        </p:attrNameLst>
                                      </p:cBhvr>
                                      <p:to>
                                        <p:strVal val="visible"/>
                                      </p:to>
                                    </p:set>
                                    <p:animEffect transition="in" filter="fade">
                                      <p:cBhvr>
                                        <p:cTn id="27" dur="1000"/>
                                        <p:tgtEl>
                                          <p:spTgt spid="22531">
                                            <p:txEl>
                                              <p:pRg st="6" end="6"/>
                                            </p:txEl>
                                          </p:spTgt>
                                        </p:tgtEl>
                                      </p:cBhvr>
                                    </p:animEffect>
                                    <p:anim calcmode="lin" valueType="num">
                                      <p:cBhvr>
                                        <p:cTn id="28" dur="10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2253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9040B-C56E-F014-9CC8-61BEC88AB55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CEDE5E0-9249-CA53-5B85-AA0C8CDACF42}"/>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9E2D2BF6-E803-7677-BA3C-F93B48CAB004}"/>
              </a:ext>
            </a:extLst>
          </p:cNvPr>
          <p:cNvSpPr>
            <a:spLocks noGrp="1" noChangeArrowheads="1"/>
          </p:cNvSpPr>
          <p:nvPr>
            <p:ph idx="1"/>
          </p:nvPr>
        </p:nvSpPr>
        <p:spPr>
          <a:xfrm>
            <a:off x="0" y="1835151"/>
            <a:ext cx="9144000" cy="2759151"/>
          </a:xfrm>
          <a:solidFill>
            <a:schemeClr val="bg1"/>
          </a:solidFill>
        </p:spPr>
        <p:txBody>
          <a:bodyPr/>
          <a:lstStyle/>
          <a:p>
            <a:pPr>
              <a:lnSpc>
                <a:spcPct val="150000"/>
              </a:lnSpc>
            </a:pPr>
            <a:r>
              <a:rPr lang="en-US" sz="2400" b="1" dirty="0"/>
              <a:t>Question 6</a:t>
            </a:r>
          </a:p>
          <a:p>
            <a:pPr>
              <a:lnSpc>
                <a:spcPct val="150000"/>
              </a:lnSpc>
            </a:pPr>
            <a:r>
              <a:rPr lang="en-US" sz="2400" b="1" dirty="0"/>
              <a:t>Why are lessons learned meetings useful?</a:t>
            </a:r>
          </a:p>
          <a:p>
            <a:pPr>
              <a:lnSpc>
                <a:spcPct val="150000"/>
              </a:lnSpc>
            </a:pPr>
            <a:r>
              <a:rPr lang="en-US" sz="2400" dirty="0"/>
              <a:t>They help teams identify mistakes and improvements so future projects can avoid the same problems.</a:t>
            </a:r>
          </a:p>
        </p:txBody>
      </p:sp>
      <p:sp>
        <p:nvSpPr>
          <p:cNvPr id="2" name="Footer Placeholder 1">
            <a:extLst>
              <a:ext uri="{FF2B5EF4-FFF2-40B4-BE49-F238E27FC236}">
                <a16:creationId xmlns:a16="http://schemas.microsoft.com/office/drawing/2014/main" id="{5BB09892-BD7E-60DB-B07C-68A843A7BA0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849588A3-F807-5AF7-3468-F9C396B3774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28</a:t>
            </a:fld>
            <a:endParaRPr lang="en-US" altLang="en-US" sz="900">
              <a:solidFill>
                <a:srgbClr val="FFFFFF"/>
              </a:solidFill>
            </a:endParaRPr>
          </a:p>
        </p:txBody>
      </p:sp>
      <p:pic>
        <p:nvPicPr>
          <p:cNvPr id="22534" name="Picture 5">
            <a:extLst>
              <a:ext uri="{FF2B5EF4-FFF2-40B4-BE49-F238E27FC236}">
                <a16:creationId xmlns:a16="http://schemas.microsoft.com/office/drawing/2014/main" id="{651D10A0-3D89-2E24-33CA-A3F3830F76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2272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1000"/>
                                        <p:tgtEl>
                                          <p:spTgt spid="22531">
                                            <p:txEl>
                                              <p:pRg st="2" end="2"/>
                                            </p:txEl>
                                          </p:spTgt>
                                        </p:tgtEl>
                                      </p:cBhvr>
                                    </p:animEffect>
                                    <p:anim calcmode="lin" valueType="num">
                                      <p:cBhvr>
                                        <p:cTn id="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578B6-E423-2814-42CE-D3A0EEF30B0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DE1BB17-540A-F57F-526A-996C068E7320}"/>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BD4F1C8-89E8-67D9-CBDC-3CF6CD0D65A4}"/>
              </a:ext>
            </a:extLst>
          </p:cNvPr>
          <p:cNvSpPr>
            <a:spLocks noGrp="1" noChangeArrowheads="1"/>
          </p:cNvSpPr>
          <p:nvPr>
            <p:ph idx="1"/>
          </p:nvPr>
        </p:nvSpPr>
        <p:spPr>
          <a:xfrm>
            <a:off x="0" y="1835151"/>
            <a:ext cx="9144000" cy="4877883"/>
          </a:xfrm>
          <a:solidFill>
            <a:schemeClr val="bg1"/>
          </a:solidFill>
        </p:spPr>
        <p:txBody>
          <a:bodyPr/>
          <a:lstStyle/>
          <a:p>
            <a:pPr>
              <a:lnSpc>
                <a:spcPct val="150000"/>
              </a:lnSpc>
            </a:pPr>
            <a:r>
              <a:rPr lang="en-US" sz="2400" b="1" dirty="0"/>
              <a:t>Question 7</a:t>
            </a:r>
          </a:p>
          <a:p>
            <a:pPr>
              <a:lnSpc>
                <a:spcPct val="150000"/>
              </a:lnSpc>
            </a:pPr>
            <a:r>
              <a:rPr lang="en-US" sz="2400" b="1" dirty="0"/>
              <a:t>What is a RACI matrix used for?</a:t>
            </a:r>
          </a:p>
          <a:p>
            <a:pPr>
              <a:lnSpc>
                <a:spcPct val="150000"/>
              </a:lnSpc>
            </a:pPr>
            <a:r>
              <a:rPr lang="en-US" sz="2400" dirty="0"/>
              <a:t>A RACI matrix helps define roles and responsibilities in a project:</a:t>
            </a:r>
          </a:p>
          <a:p>
            <a:pPr>
              <a:lnSpc>
                <a:spcPct val="150000"/>
              </a:lnSpc>
              <a:buFont typeface="Wingdings" panose="05000000000000000000" pitchFamily="2" charset="2"/>
              <a:buChar char="Ø"/>
            </a:pPr>
            <a:r>
              <a:rPr lang="en-US" sz="2400" dirty="0"/>
              <a:t>Responsible </a:t>
            </a:r>
          </a:p>
          <a:p>
            <a:pPr>
              <a:lnSpc>
                <a:spcPct val="150000"/>
              </a:lnSpc>
              <a:buFont typeface="Wingdings" panose="05000000000000000000" pitchFamily="2" charset="2"/>
              <a:buChar char="Ø"/>
            </a:pPr>
            <a:r>
              <a:rPr lang="en-US" sz="2400" dirty="0"/>
              <a:t>Accountable </a:t>
            </a:r>
          </a:p>
          <a:p>
            <a:pPr>
              <a:lnSpc>
                <a:spcPct val="150000"/>
              </a:lnSpc>
              <a:buFont typeface="Wingdings" panose="05000000000000000000" pitchFamily="2" charset="2"/>
              <a:buChar char="Ø"/>
            </a:pPr>
            <a:r>
              <a:rPr lang="en-US" sz="2400" dirty="0"/>
              <a:t>Consulted </a:t>
            </a:r>
          </a:p>
          <a:p>
            <a:pPr>
              <a:lnSpc>
                <a:spcPct val="150000"/>
              </a:lnSpc>
              <a:buFont typeface="Wingdings" panose="05000000000000000000" pitchFamily="2" charset="2"/>
              <a:buChar char="Ø"/>
            </a:pPr>
            <a:r>
              <a:rPr lang="en-US" sz="2400" dirty="0"/>
              <a:t>Informed </a:t>
            </a:r>
          </a:p>
        </p:txBody>
      </p:sp>
      <p:sp>
        <p:nvSpPr>
          <p:cNvPr id="2" name="Footer Placeholder 1">
            <a:extLst>
              <a:ext uri="{FF2B5EF4-FFF2-40B4-BE49-F238E27FC236}">
                <a16:creationId xmlns:a16="http://schemas.microsoft.com/office/drawing/2014/main" id="{76354187-1E19-9E51-5520-2B325E358F2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47E9D666-3088-094A-5D91-9E1E23B9BF3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29</a:t>
            </a:fld>
            <a:endParaRPr lang="en-US" altLang="en-US" sz="900">
              <a:solidFill>
                <a:srgbClr val="FFFFFF"/>
              </a:solidFill>
            </a:endParaRPr>
          </a:p>
        </p:txBody>
      </p:sp>
      <p:pic>
        <p:nvPicPr>
          <p:cNvPr id="22534" name="Picture 5">
            <a:extLst>
              <a:ext uri="{FF2B5EF4-FFF2-40B4-BE49-F238E27FC236}">
                <a16:creationId xmlns:a16="http://schemas.microsoft.com/office/drawing/2014/main" id="{05B780E6-141E-6320-5071-A5D1C70AA2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50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 calcmode="lin" valueType="num">
                                      <p:cBhvr additive="base">
                                        <p:cTn id="7"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531">
                                            <p:txEl>
                                              <p:pRg st="3" end="3"/>
                                            </p:txEl>
                                          </p:spTgt>
                                        </p:tgtEl>
                                        <p:attrNameLst>
                                          <p:attrName>style.visibility</p:attrName>
                                        </p:attrNameLst>
                                      </p:cBhvr>
                                      <p:to>
                                        <p:strVal val="visible"/>
                                      </p:to>
                                    </p:set>
                                    <p:anim calcmode="lin" valueType="num">
                                      <p:cBhvr additive="base">
                                        <p:cTn id="11"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2531">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531">
                                            <p:txEl>
                                              <p:pRg st="4" end="4"/>
                                            </p:txEl>
                                          </p:spTgt>
                                        </p:tgtEl>
                                        <p:attrNameLst>
                                          <p:attrName>style.visibility</p:attrName>
                                        </p:attrNameLst>
                                      </p:cBhvr>
                                      <p:to>
                                        <p:strVal val="visible"/>
                                      </p:to>
                                    </p:set>
                                    <p:anim calcmode="lin" valueType="num">
                                      <p:cBhvr additive="base">
                                        <p:cTn id="15" dur="5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2531">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2531">
                                            <p:txEl>
                                              <p:pRg st="5" end="5"/>
                                            </p:txEl>
                                          </p:spTgt>
                                        </p:tgtEl>
                                        <p:attrNameLst>
                                          <p:attrName>style.visibility</p:attrName>
                                        </p:attrNameLst>
                                      </p:cBhvr>
                                      <p:to>
                                        <p:strVal val="visible"/>
                                      </p:to>
                                    </p:set>
                                    <p:anim calcmode="lin" valueType="num">
                                      <p:cBhvr additive="base">
                                        <p:cTn id="19" dur="5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1">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2531">
                                            <p:txEl>
                                              <p:pRg st="6" end="6"/>
                                            </p:txEl>
                                          </p:spTgt>
                                        </p:tgtEl>
                                        <p:attrNameLst>
                                          <p:attrName>style.visibility</p:attrName>
                                        </p:attrNameLst>
                                      </p:cBhvr>
                                      <p:to>
                                        <p:strVal val="visible"/>
                                      </p:to>
                                    </p:set>
                                    <p:anim calcmode="lin" valueType="num">
                                      <p:cBhvr additive="base">
                                        <p:cTn id="23" dur="5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25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08D36-D146-16A4-2601-3D6BB2DDD2B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01D8985-6209-58E0-A256-CF72468A66C9}"/>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E1C3F6BC-DA5A-1D32-55AF-CCC7E041941C}"/>
              </a:ext>
            </a:extLst>
          </p:cNvPr>
          <p:cNvSpPr>
            <a:spLocks noGrp="1" noChangeArrowheads="1"/>
          </p:cNvSpPr>
          <p:nvPr>
            <p:ph idx="1"/>
          </p:nvPr>
        </p:nvSpPr>
        <p:spPr>
          <a:xfrm>
            <a:off x="0" y="1835151"/>
            <a:ext cx="9144000" cy="3216351"/>
          </a:xfrm>
          <a:solidFill>
            <a:schemeClr val="bg1"/>
          </a:solidFill>
        </p:spPr>
        <p:txBody>
          <a:bodyPr/>
          <a:lstStyle/>
          <a:p>
            <a:pPr>
              <a:lnSpc>
                <a:spcPct val="150000"/>
              </a:lnSpc>
            </a:pPr>
            <a:r>
              <a:rPr lang="en-US" sz="2800" b="1" dirty="0"/>
              <a:t>Question 8</a:t>
            </a:r>
          </a:p>
          <a:p>
            <a:pPr>
              <a:lnSpc>
                <a:spcPct val="150000"/>
              </a:lnSpc>
            </a:pPr>
            <a:r>
              <a:rPr lang="en-US" sz="2800" b="1" dirty="0"/>
              <a:t>Why is planning important before starting work?</a:t>
            </a:r>
          </a:p>
          <a:p>
            <a:pPr>
              <a:lnSpc>
                <a:spcPct val="150000"/>
              </a:lnSpc>
            </a:pPr>
            <a:r>
              <a:rPr lang="en-US" sz="2800" dirty="0"/>
              <a:t>Planning helps teams understand goals, risks, schedules, budgets, and responsibilities before execution begins.</a:t>
            </a:r>
          </a:p>
        </p:txBody>
      </p:sp>
      <p:sp>
        <p:nvSpPr>
          <p:cNvPr id="2" name="Footer Placeholder 1">
            <a:extLst>
              <a:ext uri="{FF2B5EF4-FFF2-40B4-BE49-F238E27FC236}">
                <a16:creationId xmlns:a16="http://schemas.microsoft.com/office/drawing/2014/main" id="{A8E0361B-F7AD-59D8-EEBD-EBCAC63DE49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14075D9C-E324-8166-94C9-65DEEDDE43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30</a:t>
            </a:fld>
            <a:endParaRPr lang="en-US" altLang="en-US" sz="900">
              <a:solidFill>
                <a:srgbClr val="FFFFFF"/>
              </a:solidFill>
            </a:endParaRPr>
          </a:p>
        </p:txBody>
      </p:sp>
      <p:pic>
        <p:nvPicPr>
          <p:cNvPr id="22534" name="Picture 5">
            <a:extLst>
              <a:ext uri="{FF2B5EF4-FFF2-40B4-BE49-F238E27FC236}">
                <a16:creationId xmlns:a16="http://schemas.microsoft.com/office/drawing/2014/main" id="{AAFBB7B9-CBB2-3D2D-F2B1-8E745ECC2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36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1000"/>
                                        <p:tgtEl>
                                          <p:spTgt spid="22531">
                                            <p:txEl>
                                              <p:pRg st="2" end="2"/>
                                            </p:txEl>
                                          </p:spTgt>
                                        </p:tgtEl>
                                      </p:cBhvr>
                                    </p:animEffect>
                                    <p:anim calcmode="lin" valueType="num">
                                      <p:cBhvr>
                                        <p:cTn id="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03B24-662D-570A-F7B5-C467FE0CEE8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8CCF45B-BDE5-FDEA-28E8-4C3A4AA7808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756AA4FD-6167-F845-ED64-AAC955C8D48E}"/>
              </a:ext>
            </a:extLst>
          </p:cNvPr>
          <p:cNvSpPr>
            <a:spLocks noGrp="1" noChangeArrowheads="1"/>
          </p:cNvSpPr>
          <p:nvPr>
            <p:ph idx="1"/>
          </p:nvPr>
        </p:nvSpPr>
        <p:spPr>
          <a:xfrm>
            <a:off x="0" y="1835151"/>
            <a:ext cx="9144000" cy="3776662"/>
          </a:xfrm>
          <a:solidFill>
            <a:schemeClr val="bg1"/>
          </a:solidFill>
        </p:spPr>
        <p:txBody>
          <a:bodyPr/>
          <a:lstStyle/>
          <a:p>
            <a:pPr>
              <a:lnSpc>
                <a:spcPct val="150000"/>
              </a:lnSpc>
            </a:pPr>
            <a:r>
              <a:rPr lang="en-US" sz="2800" b="1" dirty="0"/>
              <a:t>Question 9</a:t>
            </a:r>
          </a:p>
          <a:p>
            <a:pPr>
              <a:lnSpc>
                <a:spcPct val="150000"/>
              </a:lnSpc>
            </a:pPr>
            <a:r>
              <a:rPr lang="en-US" sz="2800" b="1" dirty="0"/>
              <a:t>How does Agile project management use communication?</a:t>
            </a:r>
          </a:p>
          <a:p>
            <a:pPr>
              <a:lnSpc>
                <a:spcPct val="150000"/>
              </a:lnSpc>
            </a:pPr>
            <a:r>
              <a:rPr lang="en-US" sz="2800" dirty="0"/>
              <a:t>Agile uses regular discussions and feedback between customers and team members to make changes quickly and improve results.</a:t>
            </a:r>
          </a:p>
        </p:txBody>
      </p:sp>
      <p:sp>
        <p:nvSpPr>
          <p:cNvPr id="2" name="Footer Placeholder 1">
            <a:extLst>
              <a:ext uri="{FF2B5EF4-FFF2-40B4-BE49-F238E27FC236}">
                <a16:creationId xmlns:a16="http://schemas.microsoft.com/office/drawing/2014/main" id="{C91D84E5-3DB2-7E03-21DE-D71BEBDF0FD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C04BE06E-4A20-3733-BB26-E52B74C50C4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31</a:t>
            </a:fld>
            <a:endParaRPr lang="en-US" altLang="en-US" sz="900">
              <a:solidFill>
                <a:srgbClr val="FFFFFF"/>
              </a:solidFill>
            </a:endParaRPr>
          </a:p>
        </p:txBody>
      </p:sp>
      <p:pic>
        <p:nvPicPr>
          <p:cNvPr id="22534" name="Picture 5">
            <a:extLst>
              <a:ext uri="{FF2B5EF4-FFF2-40B4-BE49-F238E27FC236}">
                <a16:creationId xmlns:a16="http://schemas.microsoft.com/office/drawing/2014/main" id="{5EB4A1BC-121C-975D-3BE3-3AED6F84A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512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1000"/>
                                        <p:tgtEl>
                                          <p:spTgt spid="22531">
                                            <p:txEl>
                                              <p:pRg st="2" end="2"/>
                                            </p:txEl>
                                          </p:spTgt>
                                        </p:tgtEl>
                                      </p:cBhvr>
                                    </p:animEffect>
                                    <p:anim calcmode="lin" valueType="num">
                                      <p:cBhvr>
                                        <p:cTn id="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BDB07-CCFF-1176-948A-35264C3FFE2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E14D1F6-15F4-5203-CB0E-D30B5D477E2B}"/>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b="1" dirty="0">
                <a:solidFill>
                  <a:srgbClr val="00B0F0"/>
                </a:solidFill>
              </a:rPr>
              <a:t>Week 7 Pre-Class Readings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2771D422-717A-7D91-54E2-64CD92CD8F30}"/>
              </a:ext>
            </a:extLst>
          </p:cNvPr>
          <p:cNvSpPr>
            <a:spLocks noGrp="1" noChangeArrowheads="1"/>
          </p:cNvSpPr>
          <p:nvPr>
            <p:ph idx="1"/>
          </p:nvPr>
        </p:nvSpPr>
        <p:spPr>
          <a:xfrm>
            <a:off x="0" y="1835151"/>
            <a:ext cx="9144000" cy="3776662"/>
          </a:xfrm>
          <a:solidFill>
            <a:schemeClr val="bg1"/>
          </a:solidFill>
        </p:spPr>
        <p:txBody>
          <a:bodyPr/>
          <a:lstStyle/>
          <a:p>
            <a:pPr>
              <a:lnSpc>
                <a:spcPct val="150000"/>
              </a:lnSpc>
            </a:pPr>
            <a:r>
              <a:rPr lang="en-US" sz="2800" b="1" dirty="0"/>
              <a:t>Question 10</a:t>
            </a:r>
          </a:p>
          <a:p>
            <a:pPr>
              <a:lnSpc>
                <a:spcPct val="150000"/>
              </a:lnSpc>
            </a:pPr>
            <a:r>
              <a:rPr lang="en-US" sz="2800" b="1" dirty="0"/>
              <a:t>What is the main message of the video?</a:t>
            </a:r>
          </a:p>
          <a:p>
            <a:pPr>
              <a:lnSpc>
                <a:spcPct val="150000"/>
              </a:lnSpc>
            </a:pPr>
            <a:r>
              <a:rPr lang="en-US" sz="2800" dirty="0"/>
              <a:t>The main message is that strong communication is the key to successful project management because it improves teamwork, trust, planning, and decision-making.</a:t>
            </a:r>
          </a:p>
        </p:txBody>
      </p:sp>
      <p:sp>
        <p:nvSpPr>
          <p:cNvPr id="2" name="Footer Placeholder 1">
            <a:extLst>
              <a:ext uri="{FF2B5EF4-FFF2-40B4-BE49-F238E27FC236}">
                <a16:creationId xmlns:a16="http://schemas.microsoft.com/office/drawing/2014/main" id="{42F11406-D761-DC60-9671-0C7C0A00B3F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063D4A48-88CE-746A-79C6-90EBD85D4F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32</a:t>
            </a:fld>
            <a:endParaRPr lang="en-US" altLang="en-US" sz="900">
              <a:solidFill>
                <a:srgbClr val="FFFFFF"/>
              </a:solidFill>
            </a:endParaRPr>
          </a:p>
        </p:txBody>
      </p:sp>
      <p:pic>
        <p:nvPicPr>
          <p:cNvPr id="22534" name="Picture 5">
            <a:extLst>
              <a:ext uri="{FF2B5EF4-FFF2-40B4-BE49-F238E27FC236}">
                <a16:creationId xmlns:a16="http://schemas.microsoft.com/office/drawing/2014/main" id="{8CA22D8C-9AD4-2A26-336E-0B45B0BDD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618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1000"/>
                                        <p:tgtEl>
                                          <p:spTgt spid="22531">
                                            <p:txEl>
                                              <p:pRg st="2" end="2"/>
                                            </p:txEl>
                                          </p:spTgt>
                                        </p:tgtEl>
                                      </p:cBhvr>
                                    </p:animEffect>
                                    <p:anim calcmode="lin" valueType="num">
                                      <p:cBhvr>
                                        <p:cTn id="8" dur="10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253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90BDBBE-2518-4DC2-A8A5-7B1347851768}"/>
              </a:ext>
            </a:extLst>
          </p:cNvPr>
          <p:cNvSpPr>
            <a:spLocks noGrp="1"/>
          </p:cNvSpPr>
          <p:nvPr>
            <p:ph type="title"/>
          </p:nvPr>
        </p:nvSpPr>
        <p:spPr>
          <a:xfrm>
            <a:off x="539750" y="612775"/>
            <a:ext cx="8027988" cy="863600"/>
          </a:xfrm>
        </p:spPr>
        <p:txBody>
          <a:bodyPr>
            <a:normAutofit/>
          </a:bodyPr>
          <a:lstStyle/>
          <a:p>
            <a:pPr algn="ctr" eaLnBrk="1" fontAlgn="auto" hangingPunct="1">
              <a:spcAft>
                <a:spcPts val="0"/>
              </a:spcAft>
              <a:defRPr/>
            </a:pPr>
            <a:r>
              <a:rPr lang="en-AU" altLang="en-US" b="1" dirty="0">
                <a:solidFill>
                  <a:srgbClr val="00B0F0"/>
                </a:solidFill>
              </a:rPr>
              <a:t>Week 7 </a:t>
            </a:r>
            <a:r>
              <a:rPr lang="en-US" altLang="zh-CN" b="1" dirty="0">
                <a:solidFill>
                  <a:srgbClr val="00B0F0"/>
                </a:solidFill>
              </a:rPr>
              <a:t>Topics</a:t>
            </a:r>
            <a:endParaRPr lang="en-AU" altLang="en-US" b="1" dirty="0">
              <a:solidFill>
                <a:srgbClr val="00B0F0"/>
              </a:solidFill>
            </a:endParaRPr>
          </a:p>
        </p:txBody>
      </p:sp>
      <p:sp>
        <p:nvSpPr>
          <p:cNvPr id="22531" name="Content Placeholder 2">
            <a:extLst>
              <a:ext uri="{FF2B5EF4-FFF2-40B4-BE49-F238E27FC236}">
                <a16:creationId xmlns:a16="http://schemas.microsoft.com/office/drawing/2014/main" id="{11F364B8-9E55-4D33-84A1-D572CD6C3E86}"/>
              </a:ext>
            </a:extLst>
          </p:cNvPr>
          <p:cNvSpPr>
            <a:spLocks noGrp="1" noChangeArrowheads="1"/>
          </p:cNvSpPr>
          <p:nvPr>
            <p:ph idx="1"/>
          </p:nvPr>
        </p:nvSpPr>
        <p:spPr>
          <a:xfrm>
            <a:off x="558006" y="2074480"/>
            <a:ext cx="8027988" cy="3776662"/>
          </a:xfrm>
        </p:spPr>
        <p:txBody>
          <a:bodyPr/>
          <a:lstStyle/>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Why Does Communication Fail in Project Management?</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Significance of Communication in Managing Projects  </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Types of Communication in Project Management</a:t>
            </a:r>
          </a:p>
          <a:p>
            <a:pPr marL="342900" indent="-342900">
              <a:buSzPts val="1000"/>
              <a:buFont typeface="Symbol" panose="05050102010706020507" pitchFamily="18" charset="2"/>
              <a:buChar char=""/>
              <a:tabLst>
                <a:tab pos="457200" algn="l"/>
              </a:tabLst>
            </a:pPr>
            <a:r>
              <a:rPr lang="en-AU" sz="2500" dirty="0">
                <a:latin typeface="Times New Roman" panose="02020603050405020304" pitchFamily="18" charset="0"/>
              </a:rPr>
              <a:t>Key Steps to Manage Communication in IT Projects</a:t>
            </a:r>
          </a:p>
        </p:txBody>
      </p:sp>
      <p:sp>
        <p:nvSpPr>
          <p:cNvPr id="2" name="Footer Placeholder 1">
            <a:extLst>
              <a:ext uri="{FF2B5EF4-FFF2-40B4-BE49-F238E27FC236}">
                <a16:creationId xmlns:a16="http://schemas.microsoft.com/office/drawing/2014/main" id="{72275A1D-7D1B-4E23-BF1C-0D30325F6EE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2533" name="Slide Number Placeholder 3">
            <a:extLst>
              <a:ext uri="{FF2B5EF4-FFF2-40B4-BE49-F238E27FC236}">
                <a16:creationId xmlns:a16="http://schemas.microsoft.com/office/drawing/2014/main" id="{FCD4B073-C5ED-4E44-934B-45E8993DC6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A374D7-B51B-4B64-B5C9-2864BE6DB46A}" type="slidenum">
              <a:rPr lang="en-US" altLang="en-US" sz="900" smtClean="0">
                <a:solidFill>
                  <a:srgbClr val="FFFFFF"/>
                </a:solidFill>
              </a:rPr>
              <a:pPr/>
              <a:t>33</a:t>
            </a:fld>
            <a:endParaRPr lang="en-US" altLang="en-US" sz="900">
              <a:solidFill>
                <a:srgbClr val="FFFFFF"/>
              </a:solidFill>
            </a:endParaRPr>
          </a:p>
        </p:txBody>
      </p:sp>
      <p:pic>
        <p:nvPicPr>
          <p:cNvPr id="22534" name="Picture 5">
            <a:extLst>
              <a:ext uri="{FF2B5EF4-FFF2-40B4-BE49-F238E27FC236}">
                <a16:creationId xmlns:a16="http://schemas.microsoft.com/office/drawing/2014/main" id="{4B818E69-D4FE-4429-A5A7-24A6C8A0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05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lgn="l">
              <a:buNone/>
            </a:pPr>
            <a:r>
              <a:rPr lang="en-AU" sz="3200" dirty="0"/>
              <a:t>Watch the Video) How to Improve Communication Skills at Work?</a:t>
            </a:r>
          </a:p>
          <a:p>
            <a:pPr marL="0" indent="0" algn="just" eaLnBrk="1" hangingPunct="1">
              <a:buClr>
                <a:schemeClr val="hlink"/>
              </a:buClr>
              <a:buNone/>
            </a:pPr>
            <a:endParaRPr lang="en-AU" altLang="en-US" sz="3000" dirty="0"/>
          </a:p>
          <a:p>
            <a:pPr marL="0" indent="0" algn="just" eaLnBrk="1" hangingPunct="1">
              <a:buClr>
                <a:schemeClr val="hlink"/>
              </a:buClr>
              <a:buNone/>
            </a:pPr>
            <a:r>
              <a:rPr lang="en-AU" altLang="en-US" sz="3000" dirty="0">
                <a:highlight>
                  <a:srgbClr val="FFFF00"/>
                </a:highlight>
              </a:rPr>
              <a:t>Y</a:t>
            </a:r>
            <a:r>
              <a:rPr lang="en-US" altLang="zh-CN" sz="3000" dirty="0" err="1">
                <a:highlight>
                  <a:srgbClr val="FFFF00"/>
                </a:highlight>
              </a:rPr>
              <a:t>outube</a:t>
            </a:r>
            <a:r>
              <a:rPr lang="en-US" altLang="zh-CN" sz="3000" dirty="0">
                <a:highlight>
                  <a:srgbClr val="FFFF00"/>
                </a:highlight>
              </a:rPr>
              <a:t>:</a:t>
            </a:r>
          </a:p>
          <a:p>
            <a:pPr marL="0" indent="0" algn="just" eaLnBrk="1" hangingPunct="1">
              <a:buClr>
                <a:schemeClr val="hlink"/>
              </a:buClr>
              <a:buNone/>
            </a:pPr>
            <a:r>
              <a:rPr lang="en-AU" sz="2800" b="1" i="0" dirty="0">
                <a:solidFill>
                  <a:srgbClr val="0F0F0F"/>
                </a:solidFill>
                <a:effectLst/>
                <a:highlight>
                  <a:srgbClr val="FFFFFF"/>
                </a:highlight>
                <a:latin typeface="Roboto" panose="02000000000000000000" pitchFamily="2" charset="0"/>
                <a:hlinkClick r:id="rId2"/>
              </a:rPr>
              <a:t>https://www.youtube.com/watch?v=knUEdy-kOIQ</a:t>
            </a:r>
            <a:endParaRPr lang="en-AU" sz="2800" b="1" i="0" dirty="0">
              <a:solidFill>
                <a:srgbClr val="0F0F0F"/>
              </a:solidFill>
              <a:effectLst/>
              <a:highlight>
                <a:srgbClr val="FFFFFF"/>
              </a:highlight>
              <a:latin typeface="Roboto" panose="02000000000000000000" pitchFamily="2" charset="0"/>
            </a:endParaRPr>
          </a:p>
          <a:p>
            <a:pPr marL="0" indent="0" algn="just" eaLnBrk="1" hangingPunct="1">
              <a:buClr>
                <a:schemeClr val="hlink"/>
              </a:buClr>
              <a:buNone/>
            </a:pPr>
            <a:endParaRPr lang="en-US" altLang="en-US" sz="3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10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F1C05-C29B-51B0-5EEB-E6D53FAD00F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BB49235-24A1-D001-6613-99DE188DA1B3}"/>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AD934CDA-5E29-ACE3-D7B3-6E2B7D78C74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CE93CBB-EB7B-DED3-7E7A-6741402E6F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35</a:t>
            </a:fld>
            <a:endParaRPr lang="en-US" altLang="en-US" sz="900">
              <a:solidFill>
                <a:srgbClr val="FFFFFF"/>
              </a:solidFill>
            </a:endParaRPr>
          </a:p>
        </p:txBody>
      </p:sp>
      <p:pic>
        <p:nvPicPr>
          <p:cNvPr id="23558" name="Picture 5">
            <a:extLst>
              <a:ext uri="{FF2B5EF4-FFF2-40B4-BE49-F238E27FC236}">
                <a16:creationId xmlns:a16="http://schemas.microsoft.com/office/drawing/2014/main" id="{A12A4D65-7822-7DD7-CF5E-D6EE37995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D27A849-E27B-7AC2-0DD3-E8A10DD720A8}"/>
              </a:ext>
            </a:extLst>
          </p:cNvPr>
          <p:cNvSpPr txBox="1"/>
          <p:nvPr/>
        </p:nvSpPr>
        <p:spPr>
          <a:xfrm>
            <a:off x="0" y="2274838"/>
            <a:ext cx="9144000" cy="3257174"/>
          </a:xfrm>
          <a:prstGeom prst="rect">
            <a:avLst/>
          </a:prstGeom>
          <a:noFill/>
        </p:spPr>
        <p:txBody>
          <a:bodyPr wrap="square">
            <a:spAutoFit/>
          </a:bodyPr>
          <a:lstStyle/>
          <a:p>
            <a:pPr>
              <a:lnSpc>
                <a:spcPct val="150000"/>
              </a:lnSpc>
              <a:buNone/>
            </a:pPr>
            <a:r>
              <a:rPr lang="en-US" sz="2800" b="1" dirty="0">
                <a:latin typeface="+mn-lt"/>
              </a:rPr>
              <a:t>Key Messages from the Video</a:t>
            </a:r>
          </a:p>
          <a:p>
            <a:pPr>
              <a:lnSpc>
                <a:spcPct val="150000"/>
              </a:lnSpc>
              <a:buNone/>
            </a:pPr>
            <a:r>
              <a:rPr lang="en-US" sz="2800" b="1" dirty="0">
                <a:latin typeface="+mn-lt"/>
              </a:rPr>
              <a:t>1. Miscommunication can damage workplaces</a:t>
            </a:r>
          </a:p>
          <a:p>
            <a:pPr>
              <a:lnSpc>
                <a:spcPct val="150000"/>
              </a:lnSpc>
              <a:buNone/>
            </a:pPr>
            <a:r>
              <a:rPr lang="en-US" sz="2800" dirty="0">
                <a:latin typeface="+mn-lt"/>
              </a:rPr>
              <a:t>Poor communication can negatively affect teamwork, business strategies, productivity, and relationships at work. Good communication is essential for success.</a:t>
            </a:r>
          </a:p>
        </p:txBody>
      </p:sp>
    </p:spTree>
    <p:extLst>
      <p:ext uri="{BB962C8B-B14F-4D97-AF65-F5344CB8AC3E}">
        <p14:creationId xmlns:p14="http://schemas.microsoft.com/office/powerpoint/2010/main" val="1959295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323A4-2C84-C0D2-CFCC-E357D5F56CE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5690142-0F73-0418-D0AA-3ACCD21FEB3F}"/>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E614B88B-2F85-3A52-D42E-972E8B83056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C003392-8D39-BAE0-14ED-0D96E1A58F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36</a:t>
            </a:fld>
            <a:endParaRPr lang="en-US" altLang="en-US" sz="900">
              <a:solidFill>
                <a:srgbClr val="FFFFFF"/>
              </a:solidFill>
            </a:endParaRPr>
          </a:p>
        </p:txBody>
      </p:sp>
      <p:pic>
        <p:nvPicPr>
          <p:cNvPr id="23558" name="Picture 5">
            <a:extLst>
              <a:ext uri="{FF2B5EF4-FFF2-40B4-BE49-F238E27FC236}">
                <a16:creationId xmlns:a16="http://schemas.microsoft.com/office/drawing/2014/main" id="{2C2E47EC-9704-0EA2-7DE5-CBB9A7462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69B7E6B-7538-C8A7-2A2F-054312EBD547}"/>
              </a:ext>
            </a:extLst>
          </p:cNvPr>
          <p:cNvSpPr txBox="1"/>
          <p:nvPr/>
        </p:nvSpPr>
        <p:spPr>
          <a:xfrm>
            <a:off x="0" y="2274838"/>
            <a:ext cx="9144000" cy="2610843"/>
          </a:xfrm>
          <a:prstGeom prst="rect">
            <a:avLst/>
          </a:prstGeom>
          <a:noFill/>
        </p:spPr>
        <p:txBody>
          <a:bodyPr wrap="square">
            <a:spAutoFit/>
          </a:bodyPr>
          <a:lstStyle/>
          <a:p>
            <a:pPr>
              <a:lnSpc>
                <a:spcPct val="150000"/>
              </a:lnSpc>
            </a:pPr>
            <a:r>
              <a:rPr lang="en-US" sz="2800" b="1" dirty="0">
                <a:latin typeface="+mn-lt"/>
              </a:rPr>
              <a:t>2. Mindfulness improves communication</a:t>
            </a:r>
          </a:p>
          <a:p>
            <a:pPr>
              <a:lnSpc>
                <a:spcPct val="150000"/>
              </a:lnSpc>
            </a:pPr>
            <a:r>
              <a:rPr lang="en-US" sz="2800" dirty="0">
                <a:latin typeface="+mn-lt"/>
              </a:rPr>
              <a:t>The speaker explains that being mindful helps people become better communicators. This means paying attention to emotions, body language, and energy during conversations.</a:t>
            </a:r>
          </a:p>
        </p:txBody>
      </p:sp>
    </p:spTree>
    <p:extLst>
      <p:ext uri="{BB962C8B-B14F-4D97-AF65-F5344CB8AC3E}">
        <p14:creationId xmlns:p14="http://schemas.microsoft.com/office/powerpoint/2010/main" val="39888333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20294-34F9-72ED-A799-437C9826491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F08BDF4-0E3A-74ED-5B84-4E7931472AD7}"/>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72C955F8-9832-293C-2540-0169E5F2931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EE3EBD1-11A4-ED63-F1D0-F3D37B4591D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37</a:t>
            </a:fld>
            <a:endParaRPr lang="en-US" altLang="en-US" sz="900">
              <a:solidFill>
                <a:srgbClr val="FFFFFF"/>
              </a:solidFill>
            </a:endParaRPr>
          </a:p>
        </p:txBody>
      </p:sp>
      <p:pic>
        <p:nvPicPr>
          <p:cNvPr id="23558" name="Picture 5">
            <a:extLst>
              <a:ext uri="{FF2B5EF4-FFF2-40B4-BE49-F238E27FC236}">
                <a16:creationId xmlns:a16="http://schemas.microsoft.com/office/drawing/2014/main" id="{7843CDE3-C71C-E8BF-6CFC-7F95E4DD3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8D5B6C2-B731-465F-7F11-E10AB6CBF325}"/>
              </a:ext>
            </a:extLst>
          </p:cNvPr>
          <p:cNvSpPr txBox="1"/>
          <p:nvPr/>
        </p:nvSpPr>
        <p:spPr>
          <a:xfrm>
            <a:off x="0" y="2274838"/>
            <a:ext cx="9144000" cy="4536819"/>
          </a:xfrm>
          <a:prstGeom prst="rect">
            <a:avLst/>
          </a:prstGeom>
          <a:solidFill>
            <a:schemeClr val="bg1"/>
          </a:solidFill>
        </p:spPr>
        <p:txBody>
          <a:bodyPr wrap="square">
            <a:spAutoFit/>
          </a:bodyPr>
          <a:lstStyle/>
          <a:p>
            <a:pPr>
              <a:lnSpc>
                <a:spcPct val="150000"/>
              </a:lnSpc>
            </a:pPr>
            <a:r>
              <a:rPr lang="en-US" sz="2800" b="1" dirty="0">
                <a:latin typeface="+mn-lt"/>
              </a:rPr>
              <a:t>3. People often understand less than we think</a:t>
            </a:r>
          </a:p>
          <a:p>
            <a:pPr>
              <a:lnSpc>
                <a:spcPct val="150000"/>
              </a:lnSpc>
            </a:pPr>
            <a:r>
              <a:rPr lang="en-US" sz="2800" dirty="0">
                <a:latin typeface="+mn-lt"/>
              </a:rPr>
              <a:t>Research from Stanford University showed that presenters often overestimate how much their audience understands. Because of this, important information should be repeated clearly and often.</a:t>
            </a:r>
          </a:p>
          <a:p>
            <a:pPr>
              <a:lnSpc>
                <a:spcPct val="150000"/>
              </a:lnSpc>
            </a:pPr>
            <a:r>
              <a:rPr lang="en-US" sz="2800" b="1" dirty="0">
                <a:latin typeface="+mn-lt"/>
              </a:rPr>
              <a:t>Main lesson:</a:t>
            </a:r>
            <a:br>
              <a:rPr lang="en-US" sz="2800" dirty="0">
                <a:latin typeface="+mn-lt"/>
              </a:rPr>
            </a:br>
            <a:r>
              <a:rPr lang="en-US" sz="2800" dirty="0">
                <a:latin typeface="+mn-lt"/>
              </a:rPr>
              <a:t>“Over communicate” important points.</a:t>
            </a:r>
          </a:p>
        </p:txBody>
      </p:sp>
    </p:spTree>
    <p:extLst>
      <p:ext uri="{BB962C8B-B14F-4D97-AF65-F5344CB8AC3E}">
        <p14:creationId xmlns:p14="http://schemas.microsoft.com/office/powerpoint/2010/main" val="1814439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F2CC-903B-A7D6-CB93-DAF182A8D6F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119B07D-C884-B94E-6AEC-6DB23F7C2588}"/>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D2F330B1-D60C-95C1-2B1F-7BE710E708B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49D7B03E-63F5-C707-29D1-A79E5899413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38</a:t>
            </a:fld>
            <a:endParaRPr lang="en-US" altLang="en-US" sz="900">
              <a:solidFill>
                <a:srgbClr val="FFFFFF"/>
              </a:solidFill>
            </a:endParaRPr>
          </a:p>
        </p:txBody>
      </p:sp>
      <p:pic>
        <p:nvPicPr>
          <p:cNvPr id="23558" name="Picture 5">
            <a:extLst>
              <a:ext uri="{FF2B5EF4-FFF2-40B4-BE49-F238E27FC236}">
                <a16:creationId xmlns:a16="http://schemas.microsoft.com/office/drawing/2014/main" id="{3C5BE777-4CB2-6B3D-712E-A939AEDA6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C5611E1-B83E-FA18-2256-2CFFC1C3DC17}"/>
              </a:ext>
            </a:extLst>
          </p:cNvPr>
          <p:cNvSpPr txBox="1"/>
          <p:nvPr/>
        </p:nvSpPr>
        <p:spPr>
          <a:xfrm>
            <a:off x="0" y="2274838"/>
            <a:ext cx="9144000" cy="4549835"/>
          </a:xfrm>
          <a:prstGeom prst="rect">
            <a:avLst/>
          </a:prstGeom>
          <a:solidFill>
            <a:schemeClr val="bg1"/>
          </a:solidFill>
        </p:spPr>
        <p:txBody>
          <a:bodyPr wrap="square">
            <a:spAutoFit/>
          </a:bodyPr>
          <a:lstStyle/>
          <a:p>
            <a:pPr>
              <a:lnSpc>
                <a:spcPct val="150000"/>
              </a:lnSpc>
            </a:pPr>
            <a:r>
              <a:rPr lang="en-US" sz="2800" b="1" dirty="0">
                <a:latin typeface="+mn-lt"/>
              </a:rPr>
              <a:t>4. Clarifying and double-checking prevents misunderstandings</a:t>
            </a:r>
          </a:p>
          <a:p>
            <a:pPr>
              <a:lnSpc>
                <a:spcPct val="150000"/>
              </a:lnSpc>
            </a:pPr>
            <a:r>
              <a:rPr lang="en-US" sz="2800" dirty="0">
                <a:latin typeface="+mn-lt"/>
              </a:rPr>
              <a:t>Communication should be a two-way process. People should:</a:t>
            </a:r>
          </a:p>
          <a:p>
            <a:pPr marL="457200" indent="-457200">
              <a:lnSpc>
                <a:spcPct val="150000"/>
              </a:lnSpc>
              <a:buFont typeface="Wingdings" panose="05000000000000000000" pitchFamily="2" charset="2"/>
              <a:buChar char="ü"/>
            </a:pPr>
            <a:r>
              <a:rPr lang="en-US" sz="2800" dirty="0">
                <a:latin typeface="+mn-lt"/>
              </a:rPr>
              <a:t>Ask if others understand </a:t>
            </a:r>
          </a:p>
          <a:p>
            <a:pPr marL="457200" indent="-457200">
              <a:lnSpc>
                <a:spcPct val="150000"/>
              </a:lnSpc>
              <a:buFont typeface="Wingdings" panose="05000000000000000000" pitchFamily="2" charset="2"/>
              <a:buChar char="ü"/>
            </a:pPr>
            <a:r>
              <a:rPr lang="en-US" sz="2800" dirty="0">
                <a:latin typeface="+mn-lt"/>
              </a:rPr>
              <a:t>Repeat instructions back </a:t>
            </a:r>
          </a:p>
          <a:p>
            <a:pPr marL="457200" indent="-457200">
              <a:lnSpc>
                <a:spcPct val="150000"/>
              </a:lnSpc>
              <a:buFont typeface="Wingdings" panose="05000000000000000000" pitchFamily="2" charset="2"/>
              <a:buChar char="ü"/>
            </a:pPr>
            <a:r>
              <a:rPr lang="en-US" sz="2800" dirty="0">
                <a:latin typeface="+mn-lt"/>
              </a:rPr>
              <a:t>Confirm agreements </a:t>
            </a:r>
          </a:p>
          <a:p>
            <a:pPr>
              <a:lnSpc>
                <a:spcPct val="150000"/>
              </a:lnSpc>
            </a:pPr>
            <a:r>
              <a:rPr lang="en-US" sz="2800" dirty="0">
                <a:latin typeface="+mn-lt"/>
              </a:rPr>
              <a:t>This helps everyone stay on the same page.</a:t>
            </a:r>
          </a:p>
        </p:txBody>
      </p:sp>
    </p:spTree>
    <p:extLst>
      <p:ext uri="{BB962C8B-B14F-4D97-AF65-F5344CB8AC3E}">
        <p14:creationId xmlns:p14="http://schemas.microsoft.com/office/powerpoint/2010/main" val="460531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2DD2-9D8D-C320-DFC8-DA0B9C8047C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AF7D67F-05BC-13CF-A7C0-5D2CE010D5A5}"/>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00118528-1EC6-A050-0355-1990466D67D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15BE60F-6AD3-FC9B-6BC2-BAD8F3119D0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39</a:t>
            </a:fld>
            <a:endParaRPr lang="en-US" altLang="en-US" sz="900">
              <a:solidFill>
                <a:srgbClr val="FFFFFF"/>
              </a:solidFill>
            </a:endParaRPr>
          </a:p>
        </p:txBody>
      </p:sp>
      <p:pic>
        <p:nvPicPr>
          <p:cNvPr id="23558" name="Picture 5">
            <a:extLst>
              <a:ext uri="{FF2B5EF4-FFF2-40B4-BE49-F238E27FC236}">
                <a16:creationId xmlns:a16="http://schemas.microsoft.com/office/drawing/2014/main" id="{8367F5B0-93A2-5FB6-B48D-8FA1AC2018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18B0005-5F04-DF41-7EA2-1C9EA7E5CB42}"/>
              </a:ext>
            </a:extLst>
          </p:cNvPr>
          <p:cNvSpPr txBox="1"/>
          <p:nvPr/>
        </p:nvSpPr>
        <p:spPr>
          <a:xfrm>
            <a:off x="11151" y="1683823"/>
            <a:ext cx="9144000" cy="5196166"/>
          </a:xfrm>
          <a:prstGeom prst="rect">
            <a:avLst/>
          </a:prstGeom>
          <a:solidFill>
            <a:schemeClr val="bg1"/>
          </a:solidFill>
        </p:spPr>
        <p:txBody>
          <a:bodyPr wrap="square">
            <a:spAutoFit/>
          </a:bodyPr>
          <a:lstStyle/>
          <a:p>
            <a:pPr>
              <a:lnSpc>
                <a:spcPct val="150000"/>
              </a:lnSpc>
            </a:pPr>
            <a:r>
              <a:rPr lang="en-US" sz="2800" b="1" dirty="0">
                <a:latin typeface="+mn-lt"/>
              </a:rPr>
              <a:t>5. Taking a pause before responding is important</a:t>
            </a:r>
          </a:p>
          <a:p>
            <a:pPr>
              <a:lnSpc>
                <a:spcPct val="150000"/>
              </a:lnSpc>
            </a:pPr>
            <a:r>
              <a:rPr lang="en-US" sz="2800" dirty="0">
                <a:latin typeface="+mn-lt"/>
              </a:rPr>
              <a:t>When emotions are high, people should take a breather before replying.</a:t>
            </a:r>
          </a:p>
          <a:p>
            <a:pPr>
              <a:lnSpc>
                <a:spcPct val="150000"/>
              </a:lnSpc>
            </a:pPr>
            <a:r>
              <a:rPr lang="en-US" sz="2800" dirty="0">
                <a:latin typeface="+mn-lt"/>
              </a:rPr>
              <a:t>The speaker suggests:</a:t>
            </a:r>
          </a:p>
          <a:p>
            <a:pPr marL="457200" indent="-457200">
              <a:lnSpc>
                <a:spcPct val="150000"/>
              </a:lnSpc>
              <a:buFont typeface="Wingdings" panose="05000000000000000000" pitchFamily="2" charset="2"/>
              <a:buChar char="ü"/>
            </a:pPr>
            <a:r>
              <a:rPr lang="en-US" sz="2800" dirty="0">
                <a:latin typeface="+mn-lt"/>
              </a:rPr>
              <a:t>A 10-second rule for stressful situations </a:t>
            </a:r>
          </a:p>
          <a:p>
            <a:pPr marL="457200" indent="-457200">
              <a:lnSpc>
                <a:spcPct val="150000"/>
              </a:lnSpc>
              <a:buFont typeface="Wingdings" panose="05000000000000000000" pitchFamily="2" charset="2"/>
              <a:buChar char="ü"/>
            </a:pPr>
            <a:r>
              <a:rPr lang="en-US" sz="2800" dirty="0">
                <a:latin typeface="+mn-lt"/>
              </a:rPr>
              <a:t>A 24-hour rule for major emotional situations </a:t>
            </a:r>
          </a:p>
          <a:p>
            <a:pPr>
              <a:lnSpc>
                <a:spcPct val="150000"/>
              </a:lnSpc>
            </a:pPr>
            <a:r>
              <a:rPr lang="en-US" sz="2800" dirty="0">
                <a:latin typeface="+mn-lt"/>
              </a:rPr>
              <a:t>This helps avoid emotional reactions and improves communication quality.</a:t>
            </a:r>
          </a:p>
        </p:txBody>
      </p:sp>
    </p:spTree>
    <p:extLst>
      <p:ext uri="{BB962C8B-B14F-4D97-AF65-F5344CB8AC3E}">
        <p14:creationId xmlns:p14="http://schemas.microsoft.com/office/powerpoint/2010/main" val="2181801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55118-EB14-A989-8BD0-5DA3C2A54D9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F89947C-C906-4E18-42D7-BDC8238E90A6}"/>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A663BC74-9DFF-DAAC-51E2-6EF422673AB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7B2EE715-0115-F09C-5195-79B2E8608FC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40</a:t>
            </a:fld>
            <a:endParaRPr lang="en-US" altLang="en-US" sz="900">
              <a:solidFill>
                <a:srgbClr val="FFFFFF"/>
              </a:solidFill>
            </a:endParaRPr>
          </a:p>
        </p:txBody>
      </p:sp>
      <p:pic>
        <p:nvPicPr>
          <p:cNvPr id="23558" name="Picture 5">
            <a:extLst>
              <a:ext uri="{FF2B5EF4-FFF2-40B4-BE49-F238E27FC236}">
                <a16:creationId xmlns:a16="http://schemas.microsoft.com/office/drawing/2014/main" id="{7DB3A33D-6138-0B72-9291-9B6B78225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8444804-2F22-C4E2-8BC2-090571EC6DF4}"/>
              </a:ext>
            </a:extLst>
          </p:cNvPr>
          <p:cNvSpPr txBox="1"/>
          <p:nvPr/>
        </p:nvSpPr>
        <p:spPr>
          <a:xfrm>
            <a:off x="11151" y="1683823"/>
            <a:ext cx="9144000" cy="2597827"/>
          </a:xfrm>
          <a:prstGeom prst="rect">
            <a:avLst/>
          </a:prstGeom>
          <a:solidFill>
            <a:schemeClr val="bg1"/>
          </a:solidFill>
        </p:spPr>
        <p:txBody>
          <a:bodyPr wrap="square">
            <a:spAutoFit/>
          </a:bodyPr>
          <a:lstStyle/>
          <a:p>
            <a:pPr>
              <a:lnSpc>
                <a:spcPct val="150000"/>
              </a:lnSpc>
            </a:pPr>
            <a:r>
              <a:rPr lang="en-US" sz="2800" b="1" dirty="0">
                <a:latin typeface="+mn-lt"/>
              </a:rPr>
              <a:t>6. Good communication requires active listening</a:t>
            </a:r>
          </a:p>
          <a:p>
            <a:pPr>
              <a:lnSpc>
                <a:spcPct val="150000"/>
              </a:lnSpc>
            </a:pPr>
            <a:r>
              <a:rPr lang="en-US" sz="2800" dirty="0">
                <a:latin typeface="+mn-lt"/>
              </a:rPr>
              <a:t>Many people focus on preparing their response instead of truly listening. Effective communicators stay focused on the speaker and listen carefully in the moment.</a:t>
            </a:r>
          </a:p>
        </p:txBody>
      </p:sp>
    </p:spTree>
    <p:extLst>
      <p:ext uri="{BB962C8B-B14F-4D97-AF65-F5344CB8AC3E}">
        <p14:creationId xmlns:p14="http://schemas.microsoft.com/office/powerpoint/2010/main" val="13603899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73B2-6F96-ADB6-76FE-D1173760CA9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A15D9E-140A-EBF8-C04F-D30DC0DB7E08}"/>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56E82363-AFB0-8AA8-F42B-A92AE336619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F282BA7-9C57-31AE-88D3-5B58874546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41</a:t>
            </a:fld>
            <a:endParaRPr lang="en-US" altLang="en-US" sz="900">
              <a:solidFill>
                <a:srgbClr val="FFFFFF"/>
              </a:solidFill>
            </a:endParaRPr>
          </a:p>
        </p:txBody>
      </p:sp>
      <p:pic>
        <p:nvPicPr>
          <p:cNvPr id="23558" name="Picture 5">
            <a:extLst>
              <a:ext uri="{FF2B5EF4-FFF2-40B4-BE49-F238E27FC236}">
                <a16:creationId xmlns:a16="http://schemas.microsoft.com/office/drawing/2014/main" id="{44F73833-6AF7-8C0F-AD18-9F0D839F2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62748EF-27DF-84D4-7F1F-338ADF6CB42B}"/>
              </a:ext>
            </a:extLst>
          </p:cNvPr>
          <p:cNvSpPr txBox="1"/>
          <p:nvPr/>
        </p:nvSpPr>
        <p:spPr>
          <a:xfrm>
            <a:off x="11151" y="1683823"/>
            <a:ext cx="9144000" cy="3903504"/>
          </a:xfrm>
          <a:prstGeom prst="rect">
            <a:avLst/>
          </a:prstGeom>
          <a:solidFill>
            <a:schemeClr val="bg1"/>
          </a:solidFill>
        </p:spPr>
        <p:txBody>
          <a:bodyPr wrap="square">
            <a:spAutoFit/>
          </a:bodyPr>
          <a:lstStyle/>
          <a:p>
            <a:pPr>
              <a:lnSpc>
                <a:spcPct val="150000"/>
              </a:lnSpc>
            </a:pPr>
            <a:r>
              <a:rPr lang="en-US" sz="2800" b="1" dirty="0">
                <a:latin typeface="+mn-lt"/>
              </a:rPr>
              <a:t>7. Choosing the right communication method matters</a:t>
            </a:r>
          </a:p>
          <a:p>
            <a:pPr>
              <a:lnSpc>
                <a:spcPct val="150000"/>
              </a:lnSpc>
            </a:pPr>
            <a:r>
              <a:rPr lang="en-US" sz="2800" dirty="0">
                <a:latin typeface="+mn-lt"/>
              </a:rPr>
              <a:t>Different situations require different communication methods:</a:t>
            </a:r>
          </a:p>
          <a:p>
            <a:pPr marL="457200" indent="-457200">
              <a:lnSpc>
                <a:spcPct val="150000"/>
              </a:lnSpc>
              <a:buFont typeface="Wingdings" panose="05000000000000000000" pitchFamily="2" charset="2"/>
              <a:buChar char="ü"/>
            </a:pPr>
            <a:r>
              <a:rPr lang="en-US" sz="2800" dirty="0">
                <a:latin typeface="+mn-lt"/>
              </a:rPr>
              <a:t>Face-to-face for important or sensitive conversations </a:t>
            </a:r>
          </a:p>
          <a:p>
            <a:pPr marL="457200" indent="-457200">
              <a:lnSpc>
                <a:spcPct val="150000"/>
              </a:lnSpc>
              <a:buFont typeface="Wingdings" panose="05000000000000000000" pitchFamily="2" charset="2"/>
              <a:buChar char="ü"/>
            </a:pPr>
            <a:r>
              <a:rPr lang="en-US" sz="2800" dirty="0">
                <a:latin typeface="+mn-lt"/>
              </a:rPr>
              <a:t>Email for simple updates </a:t>
            </a:r>
          </a:p>
          <a:p>
            <a:pPr marL="457200" indent="-457200">
              <a:lnSpc>
                <a:spcPct val="150000"/>
              </a:lnSpc>
              <a:buFont typeface="Wingdings" panose="05000000000000000000" pitchFamily="2" charset="2"/>
              <a:buChar char="ü"/>
            </a:pPr>
            <a:r>
              <a:rPr lang="en-US" sz="2800" dirty="0">
                <a:latin typeface="+mn-lt"/>
              </a:rPr>
              <a:t>Other methods depending on urgency and purpose</a:t>
            </a:r>
          </a:p>
        </p:txBody>
      </p:sp>
    </p:spTree>
    <p:extLst>
      <p:ext uri="{BB962C8B-B14F-4D97-AF65-F5344CB8AC3E}">
        <p14:creationId xmlns:p14="http://schemas.microsoft.com/office/powerpoint/2010/main" val="16041479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EBC26-B038-776B-C42B-4EC10CAD9BF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399EFEA-A076-6DC3-D200-DA317DEF5214}"/>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634B331D-BC8C-8A70-6E9A-76323A1B027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6BE3E23-AD20-94A8-6BA7-84E5BF7104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42</a:t>
            </a:fld>
            <a:endParaRPr lang="en-US" altLang="en-US" sz="900">
              <a:solidFill>
                <a:srgbClr val="FFFFFF"/>
              </a:solidFill>
            </a:endParaRPr>
          </a:p>
        </p:txBody>
      </p:sp>
      <p:pic>
        <p:nvPicPr>
          <p:cNvPr id="23558" name="Picture 5">
            <a:extLst>
              <a:ext uri="{FF2B5EF4-FFF2-40B4-BE49-F238E27FC236}">
                <a16:creationId xmlns:a16="http://schemas.microsoft.com/office/drawing/2014/main" id="{F2CACAFB-9DCF-5361-FA47-C96BD33249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416FEC5-DE84-F0D0-43F8-1CFD4046851D}"/>
              </a:ext>
            </a:extLst>
          </p:cNvPr>
          <p:cNvSpPr txBox="1"/>
          <p:nvPr/>
        </p:nvSpPr>
        <p:spPr>
          <a:xfrm>
            <a:off x="11151" y="1683823"/>
            <a:ext cx="9144000" cy="2597827"/>
          </a:xfrm>
          <a:prstGeom prst="rect">
            <a:avLst/>
          </a:prstGeom>
          <a:solidFill>
            <a:schemeClr val="bg1"/>
          </a:solidFill>
        </p:spPr>
        <p:txBody>
          <a:bodyPr wrap="square">
            <a:spAutoFit/>
          </a:bodyPr>
          <a:lstStyle/>
          <a:p>
            <a:pPr>
              <a:lnSpc>
                <a:spcPct val="150000"/>
              </a:lnSpc>
            </a:pPr>
            <a:r>
              <a:rPr lang="en-US" sz="2800" b="1" dirty="0">
                <a:latin typeface="+mn-lt"/>
              </a:rPr>
              <a:t>8. Communication skills can always improve</a:t>
            </a:r>
          </a:p>
          <a:p>
            <a:pPr>
              <a:lnSpc>
                <a:spcPct val="150000"/>
              </a:lnSpc>
            </a:pPr>
            <a:r>
              <a:rPr lang="en-US" sz="2800" dirty="0">
                <a:latin typeface="+mn-lt"/>
              </a:rPr>
              <a:t>The speaker encourages people to continue practicing mindfulness, listening, and clear communication to become stronger communicators at work.</a:t>
            </a:r>
          </a:p>
        </p:txBody>
      </p:sp>
    </p:spTree>
    <p:extLst>
      <p:ext uri="{BB962C8B-B14F-4D97-AF65-F5344CB8AC3E}">
        <p14:creationId xmlns:p14="http://schemas.microsoft.com/office/powerpoint/2010/main" val="348207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8BE3D-1E30-0996-19EB-44BE5E5E634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E2DCC64-6370-823D-664E-6DD30110DF4E}"/>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14A17E6-EA1B-0AC6-D6ED-6BFA4203912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891659C8-37BE-1A2D-CBF4-FCD706E78AB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43</a:t>
            </a:fld>
            <a:endParaRPr lang="en-US" altLang="en-US" sz="900">
              <a:solidFill>
                <a:srgbClr val="FFFFFF"/>
              </a:solidFill>
            </a:endParaRPr>
          </a:p>
        </p:txBody>
      </p:sp>
      <p:pic>
        <p:nvPicPr>
          <p:cNvPr id="23558" name="Picture 5">
            <a:extLst>
              <a:ext uri="{FF2B5EF4-FFF2-40B4-BE49-F238E27FC236}">
                <a16:creationId xmlns:a16="http://schemas.microsoft.com/office/drawing/2014/main" id="{A3FCB5F2-0D9D-AC30-4B8C-540DE71B7F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7A9F621-A46C-2EBB-A390-8C21A9F5BBD8}"/>
              </a:ext>
            </a:extLst>
          </p:cNvPr>
          <p:cNvSpPr txBox="1"/>
          <p:nvPr/>
        </p:nvSpPr>
        <p:spPr>
          <a:xfrm>
            <a:off x="11151" y="1683823"/>
            <a:ext cx="9144000" cy="3903504"/>
          </a:xfrm>
          <a:prstGeom prst="rect">
            <a:avLst/>
          </a:prstGeom>
          <a:solidFill>
            <a:schemeClr val="bg1"/>
          </a:solidFill>
        </p:spPr>
        <p:txBody>
          <a:bodyPr wrap="square">
            <a:spAutoFit/>
          </a:bodyPr>
          <a:lstStyle/>
          <a:p>
            <a:pPr>
              <a:lnSpc>
                <a:spcPct val="150000"/>
              </a:lnSpc>
            </a:pPr>
            <a:r>
              <a:rPr lang="en-US" sz="2800" b="1" dirty="0">
                <a:latin typeface="+mn-lt"/>
              </a:rPr>
              <a:t>Discussion Questions:</a:t>
            </a:r>
          </a:p>
          <a:p>
            <a:pPr>
              <a:lnSpc>
                <a:spcPct val="150000"/>
              </a:lnSpc>
            </a:pPr>
            <a:r>
              <a:rPr lang="en-US" sz="2800" b="1" dirty="0">
                <a:latin typeface="+mn-lt"/>
              </a:rPr>
              <a:t>Question 1</a:t>
            </a:r>
          </a:p>
          <a:p>
            <a:pPr>
              <a:lnSpc>
                <a:spcPct val="150000"/>
              </a:lnSpc>
            </a:pPr>
            <a:r>
              <a:rPr lang="en-US" sz="2800" b="1" dirty="0">
                <a:latin typeface="+mn-lt"/>
              </a:rPr>
              <a:t>Why is communication important in the workplace?</a:t>
            </a:r>
          </a:p>
          <a:p>
            <a:pPr>
              <a:lnSpc>
                <a:spcPct val="150000"/>
              </a:lnSpc>
            </a:pPr>
            <a:r>
              <a:rPr lang="en-US" sz="2800" dirty="0">
                <a:latin typeface="+mn-lt"/>
              </a:rPr>
              <a:t>Communication is important because it helps teams work together, prevents misunderstandings, improves productivity, and supports better relationships at work.</a:t>
            </a:r>
          </a:p>
        </p:txBody>
      </p:sp>
    </p:spTree>
    <p:extLst>
      <p:ext uri="{BB962C8B-B14F-4D97-AF65-F5344CB8AC3E}">
        <p14:creationId xmlns:p14="http://schemas.microsoft.com/office/powerpoint/2010/main" val="130672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DC895-E401-7CB1-CA42-785C09086CB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5545D24-DEC2-DDB2-DFEE-B3D3D43CBE7E}"/>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B7BD0A92-2AAE-D4E5-7CC1-7E936D19F717}"/>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8F232BB-22FA-5402-4C1F-2F6851A152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44</a:t>
            </a:fld>
            <a:endParaRPr lang="en-US" altLang="en-US" sz="900">
              <a:solidFill>
                <a:srgbClr val="FFFFFF"/>
              </a:solidFill>
            </a:endParaRPr>
          </a:p>
        </p:txBody>
      </p:sp>
      <p:pic>
        <p:nvPicPr>
          <p:cNvPr id="23558" name="Picture 5">
            <a:extLst>
              <a:ext uri="{FF2B5EF4-FFF2-40B4-BE49-F238E27FC236}">
                <a16:creationId xmlns:a16="http://schemas.microsoft.com/office/drawing/2014/main" id="{43597855-BBA2-DEBB-27B6-F3FC8EC972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BFA946C-931C-3AC5-1ED0-B5D3D25991B0}"/>
              </a:ext>
            </a:extLst>
          </p:cNvPr>
          <p:cNvSpPr txBox="1"/>
          <p:nvPr/>
        </p:nvSpPr>
        <p:spPr>
          <a:xfrm>
            <a:off x="11151" y="1683823"/>
            <a:ext cx="9144000" cy="3257174"/>
          </a:xfrm>
          <a:prstGeom prst="rect">
            <a:avLst/>
          </a:prstGeom>
          <a:solidFill>
            <a:schemeClr val="bg1"/>
          </a:solidFill>
        </p:spPr>
        <p:txBody>
          <a:bodyPr wrap="square">
            <a:spAutoFit/>
          </a:bodyPr>
          <a:lstStyle/>
          <a:p>
            <a:pPr>
              <a:lnSpc>
                <a:spcPct val="150000"/>
              </a:lnSpc>
            </a:pPr>
            <a:r>
              <a:rPr lang="en-US" sz="2800" b="1" dirty="0">
                <a:latin typeface="+mn-lt"/>
              </a:rPr>
              <a:t>Question 2</a:t>
            </a:r>
          </a:p>
          <a:p>
            <a:pPr>
              <a:lnSpc>
                <a:spcPct val="150000"/>
              </a:lnSpc>
            </a:pPr>
            <a:r>
              <a:rPr lang="en-US" sz="2800" b="1" dirty="0">
                <a:latin typeface="+mn-lt"/>
              </a:rPr>
              <a:t>What does the speaker mean by “over communicate”?</a:t>
            </a:r>
          </a:p>
          <a:p>
            <a:pPr>
              <a:lnSpc>
                <a:spcPct val="150000"/>
              </a:lnSpc>
            </a:pPr>
            <a:r>
              <a:rPr lang="en-US" sz="2800" dirty="0">
                <a:latin typeface="+mn-lt"/>
              </a:rPr>
              <a:t>It means repeating important information clearly and more than once because people may not fully understand the message the first time.</a:t>
            </a:r>
          </a:p>
        </p:txBody>
      </p:sp>
    </p:spTree>
    <p:extLst>
      <p:ext uri="{BB962C8B-B14F-4D97-AF65-F5344CB8AC3E}">
        <p14:creationId xmlns:p14="http://schemas.microsoft.com/office/powerpoint/2010/main" val="35087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30A44-362F-A676-DE28-E81603FDF87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77EF3C5-2E0D-916E-D0EC-A4BAB26CF20A}"/>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648164B0-6954-E13F-6573-F556F642C8D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C61A96C8-371F-50EC-9EB6-12C0B80F27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45</a:t>
            </a:fld>
            <a:endParaRPr lang="en-US" altLang="en-US" sz="900">
              <a:solidFill>
                <a:srgbClr val="FFFFFF"/>
              </a:solidFill>
            </a:endParaRPr>
          </a:p>
        </p:txBody>
      </p:sp>
      <p:pic>
        <p:nvPicPr>
          <p:cNvPr id="23558" name="Picture 5">
            <a:extLst>
              <a:ext uri="{FF2B5EF4-FFF2-40B4-BE49-F238E27FC236}">
                <a16:creationId xmlns:a16="http://schemas.microsoft.com/office/drawing/2014/main" id="{BE126CC1-3BE3-2AA3-679C-075481738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BE3FB1D-7805-81B4-8194-C3B7FFD2B6D1}"/>
              </a:ext>
            </a:extLst>
          </p:cNvPr>
          <p:cNvSpPr txBox="1"/>
          <p:nvPr/>
        </p:nvSpPr>
        <p:spPr>
          <a:xfrm>
            <a:off x="11151" y="1683823"/>
            <a:ext cx="9144000" cy="3257174"/>
          </a:xfrm>
          <a:prstGeom prst="rect">
            <a:avLst/>
          </a:prstGeom>
          <a:solidFill>
            <a:schemeClr val="bg1"/>
          </a:solidFill>
        </p:spPr>
        <p:txBody>
          <a:bodyPr wrap="square">
            <a:spAutoFit/>
          </a:bodyPr>
          <a:lstStyle/>
          <a:p>
            <a:pPr>
              <a:lnSpc>
                <a:spcPct val="150000"/>
              </a:lnSpc>
            </a:pPr>
            <a:r>
              <a:rPr lang="en-US" sz="2800" b="1" dirty="0">
                <a:latin typeface="+mn-lt"/>
              </a:rPr>
              <a:t>Question 3</a:t>
            </a:r>
          </a:p>
          <a:p>
            <a:pPr>
              <a:lnSpc>
                <a:spcPct val="150000"/>
              </a:lnSpc>
            </a:pPr>
            <a:r>
              <a:rPr lang="en-US" sz="2800" b="1" dirty="0">
                <a:latin typeface="+mn-lt"/>
              </a:rPr>
              <a:t>Why is clarifying information necessary?</a:t>
            </a:r>
          </a:p>
          <a:p>
            <a:pPr>
              <a:lnSpc>
                <a:spcPct val="150000"/>
              </a:lnSpc>
            </a:pPr>
            <a:r>
              <a:rPr lang="en-US" sz="2800" dirty="0">
                <a:latin typeface="+mn-lt"/>
              </a:rPr>
              <a:t>Clarifying helps make sure everyone understands instructions, expectations, and agreements correctly. It reduces confusion and mistakes.</a:t>
            </a:r>
          </a:p>
        </p:txBody>
      </p:sp>
    </p:spTree>
    <p:extLst>
      <p:ext uri="{BB962C8B-B14F-4D97-AF65-F5344CB8AC3E}">
        <p14:creationId xmlns:p14="http://schemas.microsoft.com/office/powerpoint/2010/main" val="2095731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8CC73-FCF0-1CD4-5809-5ABDBFDDEB7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2F3E103-ECE5-13C7-E84A-6280725EF44C}"/>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0AA0CFEC-E205-5513-858C-3D117F9E33C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4EC1E712-76BF-FB63-7DBC-AA1550C65CA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46</a:t>
            </a:fld>
            <a:endParaRPr lang="en-US" altLang="en-US" sz="900">
              <a:solidFill>
                <a:srgbClr val="FFFFFF"/>
              </a:solidFill>
            </a:endParaRPr>
          </a:p>
        </p:txBody>
      </p:sp>
      <p:pic>
        <p:nvPicPr>
          <p:cNvPr id="23558" name="Picture 5">
            <a:extLst>
              <a:ext uri="{FF2B5EF4-FFF2-40B4-BE49-F238E27FC236}">
                <a16:creationId xmlns:a16="http://schemas.microsoft.com/office/drawing/2014/main" id="{193B7AB3-28B4-E3CF-94F3-80D1751301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03190D9-0822-F7D9-4A8E-3FF1572479F8}"/>
              </a:ext>
            </a:extLst>
          </p:cNvPr>
          <p:cNvSpPr txBox="1"/>
          <p:nvPr/>
        </p:nvSpPr>
        <p:spPr>
          <a:xfrm>
            <a:off x="11151" y="1683823"/>
            <a:ext cx="9144000" cy="3257174"/>
          </a:xfrm>
          <a:prstGeom prst="rect">
            <a:avLst/>
          </a:prstGeom>
          <a:solidFill>
            <a:schemeClr val="bg1"/>
          </a:solidFill>
        </p:spPr>
        <p:txBody>
          <a:bodyPr wrap="square">
            <a:spAutoFit/>
          </a:bodyPr>
          <a:lstStyle/>
          <a:p>
            <a:pPr>
              <a:lnSpc>
                <a:spcPct val="150000"/>
              </a:lnSpc>
            </a:pPr>
            <a:r>
              <a:rPr lang="en-US" sz="2800" b="1" dirty="0">
                <a:latin typeface="+mn-lt"/>
              </a:rPr>
              <a:t>Question 4</a:t>
            </a:r>
          </a:p>
          <a:p>
            <a:pPr>
              <a:lnSpc>
                <a:spcPct val="150000"/>
              </a:lnSpc>
            </a:pPr>
            <a:r>
              <a:rPr lang="en-US" sz="2800" b="1" dirty="0">
                <a:latin typeface="+mn-lt"/>
              </a:rPr>
              <a:t>What is the 10-second rule?</a:t>
            </a:r>
          </a:p>
          <a:p>
            <a:pPr>
              <a:lnSpc>
                <a:spcPct val="150000"/>
              </a:lnSpc>
            </a:pPr>
            <a:r>
              <a:rPr lang="en-US" sz="2800" dirty="0">
                <a:latin typeface="+mn-lt"/>
              </a:rPr>
              <a:t>The 10-second rule means taking a few deep breaths and counting to 10 before responding in stressful situations to avoid emotional reactions.</a:t>
            </a:r>
          </a:p>
        </p:txBody>
      </p:sp>
    </p:spTree>
    <p:extLst>
      <p:ext uri="{BB962C8B-B14F-4D97-AF65-F5344CB8AC3E}">
        <p14:creationId xmlns:p14="http://schemas.microsoft.com/office/powerpoint/2010/main" val="428843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C955D-E613-0EBA-3804-854D5AD3B1F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FA2536E-569C-453D-BE8B-681328A0F807}"/>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18D447C8-DC84-28A0-67AF-76966C112E6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5FC03D68-4DB6-5E19-0AD5-03767C38287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47</a:t>
            </a:fld>
            <a:endParaRPr lang="en-US" altLang="en-US" sz="900">
              <a:solidFill>
                <a:srgbClr val="FFFFFF"/>
              </a:solidFill>
            </a:endParaRPr>
          </a:p>
        </p:txBody>
      </p:sp>
      <p:pic>
        <p:nvPicPr>
          <p:cNvPr id="23558" name="Picture 5">
            <a:extLst>
              <a:ext uri="{FF2B5EF4-FFF2-40B4-BE49-F238E27FC236}">
                <a16:creationId xmlns:a16="http://schemas.microsoft.com/office/drawing/2014/main" id="{69D67161-0A9C-1C74-4507-CAB47E286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8E80FAA-256A-85D7-DB85-177955A0B3C6}"/>
              </a:ext>
            </a:extLst>
          </p:cNvPr>
          <p:cNvSpPr txBox="1"/>
          <p:nvPr/>
        </p:nvSpPr>
        <p:spPr>
          <a:xfrm>
            <a:off x="11151" y="1683823"/>
            <a:ext cx="9144000" cy="2610843"/>
          </a:xfrm>
          <a:prstGeom prst="rect">
            <a:avLst/>
          </a:prstGeom>
          <a:solidFill>
            <a:schemeClr val="bg1"/>
          </a:solidFill>
        </p:spPr>
        <p:txBody>
          <a:bodyPr wrap="square">
            <a:spAutoFit/>
          </a:bodyPr>
          <a:lstStyle/>
          <a:p>
            <a:pPr>
              <a:lnSpc>
                <a:spcPct val="150000"/>
              </a:lnSpc>
            </a:pPr>
            <a:r>
              <a:rPr lang="en-US" sz="2800" b="1" dirty="0">
                <a:latin typeface="+mn-lt"/>
              </a:rPr>
              <a:t>Question 5</a:t>
            </a:r>
          </a:p>
          <a:p>
            <a:pPr>
              <a:lnSpc>
                <a:spcPct val="150000"/>
              </a:lnSpc>
            </a:pPr>
            <a:r>
              <a:rPr lang="en-US" sz="2800" b="1" dirty="0">
                <a:latin typeface="+mn-lt"/>
              </a:rPr>
              <a:t>What is the purpose of the 24-hour rule?</a:t>
            </a:r>
          </a:p>
          <a:p>
            <a:pPr>
              <a:lnSpc>
                <a:spcPct val="150000"/>
              </a:lnSpc>
            </a:pPr>
            <a:r>
              <a:rPr lang="en-US" sz="2800" dirty="0">
                <a:latin typeface="+mn-lt"/>
              </a:rPr>
              <a:t>The 24-hour rule gives people time to calm down and think carefully before responding to major stressful situations.</a:t>
            </a:r>
          </a:p>
        </p:txBody>
      </p:sp>
    </p:spTree>
    <p:extLst>
      <p:ext uri="{BB962C8B-B14F-4D97-AF65-F5344CB8AC3E}">
        <p14:creationId xmlns:p14="http://schemas.microsoft.com/office/powerpoint/2010/main" val="391394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3244E-4D15-6743-05E4-7C4E0E965F1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5AE7BAB-78A7-51EF-F295-CE2F9CCBDF70}"/>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0BABDB87-A149-92F9-616E-897DCE34FAF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B332045-952B-8DF5-061E-94D1E1C7B7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48</a:t>
            </a:fld>
            <a:endParaRPr lang="en-US" altLang="en-US" sz="900">
              <a:solidFill>
                <a:srgbClr val="FFFFFF"/>
              </a:solidFill>
            </a:endParaRPr>
          </a:p>
        </p:txBody>
      </p:sp>
      <p:pic>
        <p:nvPicPr>
          <p:cNvPr id="23558" name="Picture 5">
            <a:extLst>
              <a:ext uri="{FF2B5EF4-FFF2-40B4-BE49-F238E27FC236}">
                <a16:creationId xmlns:a16="http://schemas.microsoft.com/office/drawing/2014/main" id="{60766871-D61C-229B-0FA5-88341C37B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73E66E4-4D76-3782-7643-1F302B56F97B}"/>
              </a:ext>
            </a:extLst>
          </p:cNvPr>
          <p:cNvSpPr txBox="1"/>
          <p:nvPr/>
        </p:nvSpPr>
        <p:spPr>
          <a:xfrm>
            <a:off x="11151" y="1683823"/>
            <a:ext cx="9144000" cy="3257174"/>
          </a:xfrm>
          <a:prstGeom prst="rect">
            <a:avLst/>
          </a:prstGeom>
          <a:solidFill>
            <a:schemeClr val="bg1"/>
          </a:solidFill>
        </p:spPr>
        <p:txBody>
          <a:bodyPr wrap="square">
            <a:spAutoFit/>
          </a:bodyPr>
          <a:lstStyle/>
          <a:p>
            <a:pPr>
              <a:lnSpc>
                <a:spcPct val="150000"/>
              </a:lnSpc>
            </a:pPr>
            <a:r>
              <a:rPr lang="en-US" sz="2800" b="1" dirty="0">
                <a:latin typeface="+mn-lt"/>
              </a:rPr>
              <a:t>Question 6</a:t>
            </a:r>
          </a:p>
          <a:p>
            <a:pPr>
              <a:lnSpc>
                <a:spcPct val="150000"/>
              </a:lnSpc>
            </a:pPr>
            <a:r>
              <a:rPr lang="en-US" sz="2800" b="1" dirty="0">
                <a:latin typeface="+mn-lt"/>
              </a:rPr>
              <a:t>How does active listening improve communication?</a:t>
            </a:r>
          </a:p>
          <a:p>
            <a:pPr>
              <a:lnSpc>
                <a:spcPct val="150000"/>
              </a:lnSpc>
            </a:pPr>
            <a:r>
              <a:rPr lang="en-US" sz="2800" dirty="0">
                <a:latin typeface="+mn-lt"/>
              </a:rPr>
              <a:t>Active listening helps people fully understand the speaker instead of focusing only on their own response. This creates better understanding and stronger conversations.</a:t>
            </a:r>
          </a:p>
        </p:txBody>
      </p:sp>
    </p:spTree>
    <p:extLst>
      <p:ext uri="{BB962C8B-B14F-4D97-AF65-F5344CB8AC3E}">
        <p14:creationId xmlns:p14="http://schemas.microsoft.com/office/powerpoint/2010/main" val="371757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4B1D5-CD1F-1041-8713-68C7EB076BD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CE1B4C9-6EDD-615F-058B-2F3222CAF16A}"/>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FA3CCAA8-2DAE-0E90-8AE5-8A9789A7A15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79528F0E-8EA3-2492-960C-1C77A6152B5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49</a:t>
            </a:fld>
            <a:endParaRPr lang="en-US" altLang="en-US" sz="900">
              <a:solidFill>
                <a:srgbClr val="FFFFFF"/>
              </a:solidFill>
            </a:endParaRPr>
          </a:p>
        </p:txBody>
      </p:sp>
      <p:pic>
        <p:nvPicPr>
          <p:cNvPr id="23558" name="Picture 5">
            <a:extLst>
              <a:ext uri="{FF2B5EF4-FFF2-40B4-BE49-F238E27FC236}">
                <a16:creationId xmlns:a16="http://schemas.microsoft.com/office/drawing/2014/main" id="{8319F686-C5D1-9241-8B5D-5C75244E46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AF3277E-8CF6-524F-50AA-146E2B72079E}"/>
              </a:ext>
            </a:extLst>
          </p:cNvPr>
          <p:cNvSpPr txBox="1"/>
          <p:nvPr/>
        </p:nvSpPr>
        <p:spPr>
          <a:xfrm>
            <a:off x="11151" y="1683823"/>
            <a:ext cx="9144000" cy="3903504"/>
          </a:xfrm>
          <a:prstGeom prst="rect">
            <a:avLst/>
          </a:prstGeom>
          <a:solidFill>
            <a:schemeClr val="bg1"/>
          </a:solidFill>
        </p:spPr>
        <p:txBody>
          <a:bodyPr wrap="square">
            <a:spAutoFit/>
          </a:bodyPr>
          <a:lstStyle/>
          <a:p>
            <a:pPr>
              <a:lnSpc>
                <a:spcPct val="150000"/>
              </a:lnSpc>
            </a:pPr>
            <a:r>
              <a:rPr lang="en-US" sz="2800" b="1" dirty="0">
                <a:latin typeface="+mn-lt"/>
              </a:rPr>
              <a:t>Question 7</a:t>
            </a:r>
          </a:p>
          <a:p>
            <a:pPr>
              <a:lnSpc>
                <a:spcPct val="150000"/>
              </a:lnSpc>
            </a:pPr>
            <a:r>
              <a:rPr lang="en-US" sz="2800" b="1" dirty="0">
                <a:latin typeface="+mn-lt"/>
              </a:rPr>
              <a:t>Why should people choose the right communication method?</a:t>
            </a:r>
          </a:p>
          <a:p>
            <a:pPr>
              <a:lnSpc>
                <a:spcPct val="150000"/>
              </a:lnSpc>
            </a:pPr>
            <a:r>
              <a:rPr lang="en-US" sz="2800" dirty="0">
                <a:latin typeface="+mn-lt"/>
              </a:rPr>
              <a:t>Different situations need different communication styles. Important conversations are better face-to-face, while simple updates can be sent by email.</a:t>
            </a:r>
          </a:p>
        </p:txBody>
      </p:sp>
    </p:spTree>
    <p:extLst>
      <p:ext uri="{BB962C8B-B14F-4D97-AF65-F5344CB8AC3E}">
        <p14:creationId xmlns:p14="http://schemas.microsoft.com/office/powerpoint/2010/main" val="296317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C8934-C7FA-E16E-26DE-C87FF80B366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5F335C8-2B51-24D9-625D-13A6E7DAE54A}"/>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30FF9318-A5DB-F9DD-0501-3D48AF58874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57917CD-2018-D186-CC8B-673A6BA6594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50</a:t>
            </a:fld>
            <a:endParaRPr lang="en-US" altLang="en-US" sz="900">
              <a:solidFill>
                <a:srgbClr val="FFFFFF"/>
              </a:solidFill>
            </a:endParaRPr>
          </a:p>
        </p:txBody>
      </p:sp>
      <p:pic>
        <p:nvPicPr>
          <p:cNvPr id="23558" name="Picture 5">
            <a:extLst>
              <a:ext uri="{FF2B5EF4-FFF2-40B4-BE49-F238E27FC236}">
                <a16:creationId xmlns:a16="http://schemas.microsoft.com/office/drawing/2014/main" id="{944B6454-B6FC-A8BB-CBAE-07BF37C09A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E832B2F-7883-B2BD-E5FB-DBFACAD61311}"/>
              </a:ext>
            </a:extLst>
          </p:cNvPr>
          <p:cNvSpPr txBox="1"/>
          <p:nvPr/>
        </p:nvSpPr>
        <p:spPr>
          <a:xfrm>
            <a:off x="11151" y="1683823"/>
            <a:ext cx="9144000" cy="2610843"/>
          </a:xfrm>
          <a:prstGeom prst="rect">
            <a:avLst/>
          </a:prstGeom>
          <a:solidFill>
            <a:schemeClr val="bg1"/>
          </a:solidFill>
        </p:spPr>
        <p:txBody>
          <a:bodyPr wrap="square">
            <a:spAutoFit/>
          </a:bodyPr>
          <a:lstStyle/>
          <a:p>
            <a:pPr>
              <a:lnSpc>
                <a:spcPct val="150000"/>
              </a:lnSpc>
            </a:pPr>
            <a:r>
              <a:rPr lang="en-US" sz="2800" b="1" dirty="0">
                <a:latin typeface="+mn-lt"/>
              </a:rPr>
              <a:t>Question 8</a:t>
            </a:r>
          </a:p>
          <a:p>
            <a:pPr>
              <a:lnSpc>
                <a:spcPct val="150000"/>
              </a:lnSpc>
            </a:pPr>
            <a:r>
              <a:rPr lang="en-US" sz="2800" b="1" dirty="0">
                <a:latin typeface="+mn-lt"/>
              </a:rPr>
              <a:t>What role does mindfulness play in communication?</a:t>
            </a:r>
          </a:p>
          <a:p>
            <a:pPr>
              <a:lnSpc>
                <a:spcPct val="150000"/>
              </a:lnSpc>
            </a:pPr>
            <a:r>
              <a:rPr lang="en-US" sz="2800" dirty="0">
                <a:latin typeface="+mn-lt"/>
              </a:rPr>
              <a:t>Mindfulness helps people stay calm, focused, aware, and emotionally balanced during conversations.</a:t>
            </a:r>
          </a:p>
        </p:txBody>
      </p:sp>
    </p:spTree>
    <p:extLst>
      <p:ext uri="{BB962C8B-B14F-4D97-AF65-F5344CB8AC3E}">
        <p14:creationId xmlns:p14="http://schemas.microsoft.com/office/powerpoint/2010/main" val="200051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760DE-708B-3628-2D84-3728502A14F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5DA8E8C-0B50-2C3A-B470-CB5AA0915671}"/>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277D93BF-D56D-AF7D-FAD1-AF7409FBF83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F8FDCBA-EEAE-A021-A4BC-95C2BE0D745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51</a:t>
            </a:fld>
            <a:endParaRPr lang="en-US" altLang="en-US" sz="900">
              <a:solidFill>
                <a:srgbClr val="FFFFFF"/>
              </a:solidFill>
            </a:endParaRPr>
          </a:p>
        </p:txBody>
      </p:sp>
      <p:pic>
        <p:nvPicPr>
          <p:cNvPr id="23558" name="Picture 5">
            <a:extLst>
              <a:ext uri="{FF2B5EF4-FFF2-40B4-BE49-F238E27FC236}">
                <a16:creationId xmlns:a16="http://schemas.microsoft.com/office/drawing/2014/main" id="{8F09553C-6F42-3569-80F2-BE458E9FA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153DDA9-3D1F-1219-3B56-42350B99DEED}"/>
              </a:ext>
            </a:extLst>
          </p:cNvPr>
          <p:cNvSpPr txBox="1"/>
          <p:nvPr/>
        </p:nvSpPr>
        <p:spPr>
          <a:xfrm>
            <a:off x="11151" y="1683823"/>
            <a:ext cx="9144000" cy="3903504"/>
          </a:xfrm>
          <a:prstGeom prst="rect">
            <a:avLst/>
          </a:prstGeom>
          <a:solidFill>
            <a:schemeClr val="bg1"/>
          </a:solidFill>
        </p:spPr>
        <p:txBody>
          <a:bodyPr wrap="square">
            <a:spAutoFit/>
          </a:bodyPr>
          <a:lstStyle/>
          <a:p>
            <a:pPr>
              <a:lnSpc>
                <a:spcPct val="150000"/>
              </a:lnSpc>
            </a:pPr>
            <a:r>
              <a:rPr lang="en-US" sz="2800" b="1" dirty="0">
                <a:latin typeface="+mn-lt"/>
              </a:rPr>
              <a:t>Question 9</a:t>
            </a:r>
          </a:p>
          <a:p>
            <a:pPr>
              <a:lnSpc>
                <a:spcPct val="150000"/>
              </a:lnSpc>
            </a:pPr>
            <a:r>
              <a:rPr lang="en-US" sz="2800" b="1" dirty="0">
                <a:latin typeface="+mn-lt"/>
              </a:rPr>
              <a:t>What problem happens when people assume others understand everything?</a:t>
            </a:r>
          </a:p>
          <a:p>
            <a:pPr>
              <a:lnSpc>
                <a:spcPct val="150000"/>
              </a:lnSpc>
            </a:pPr>
            <a:r>
              <a:rPr lang="en-US" sz="2800" dirty="0">
                <a:latin typeface="+mn-lt"/>
              </a:rPr>
              <a:t>Misunderstandings can happen because listeners may miss details, become distracted, or interpret information differently.</a:t>
            </a:r>
          </a:p>
        </p:txBody>
      </p:sp>
    </p:spTree>
    <p:extLst>
      <p:ext uri="{BB962C8B-B14F-4D97-AF65-F5344CB8AC3E}">
        <p14:creationId xmlns:p14="http://schemas.microsoft.com/office/powerpoint/2010/main" val="310516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2F7A8-C51D-3E66-03AA-A5C026EE948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65E06A5-AA43-93AC-188B-0F1C64743743}"/>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rgbClr val="00B0F0"/>
                </a:solidFill>
              </a:rPr>
              <a:t>Pre-Class Discussion</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6380BD7A-EBDF-2CA0-5A44-E9DEB875B71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424954A-DB89-2709-C5B7-0F3D534CAA2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52</a:t>
            </a:fld>
            <a:endParaRPr lang="en-US" altLang="en-US" sz="900">
              <a:solidFill>
                <a:srgbClr val="FFFFFF"/>
              </a:solidFill>
            </a:endParaRPr>
          </a:p>
        </p:txBody>
      </p:sp>
      <p:pic>
        <p:nvPicPr>
          <p:cNvPr id="23558" name="Picture 5">
            <a:extLst>
              <a:ext uri="{FF2B5EF4-FFF2-40B4-BE49-F238E27FC236}">
                <a16:creationId xmlns:a16="http://schemas.microsoft.com/office/drawing/2014/main" id="{D1418BF4-3225-067C-FE62-8A8598764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886A010-B605-EB2A-95C5-368D02A78B3B}"/>
              </a:ext>
            </a:extLst>
          </p:cNvPr>
          <p:cNvSpPr txBox="1"/>
          <p:nvPr/>
        </p:nvSpPr>
        <p:spPr>
          <a:xfrm>
            <a:off x="11151" y="1683823"/>
            <a:ext cx="9144000" cy="3903504"/>
          </a:xfrm>
          <a:prstGeom prst="rect">
            <a:avLst/>
          </a:prstGeom>
          <a:solidFill>
            <a:schemeClr val="bg1"/>
          </a:solidFill>
        </p:spPr>
        <p:txBody>
          <a:bodyPr wrap="square">
            <a:spAutoFit/>
          </a:bodyPr>
          <a:lstStyle/>
          <a:p>
            <a:pPr>
              <a:lnSpc>
                <a:spcPct val="150000"/>
              </a:lnSpc>
            </a:pPr>
            <a:r>
              <a:rPr lang="en-US" sz="2800" b="1" dirty="0">
                <a:latin typeface="+mn-lt"/>
              </a:rPr>
              <a:t>Question 10</a:t>
            </a:r>
          </a:p>
          <a:p>
            <a:pPr>
              <a:lnSpc>
                <a:spcPct val="150000"/>
              </a:lnSpc>
            </a:pPr>
            <a:r>
              <a:rPr lang="en-US" sz="2800" b="1" dirty="0">
                <a:latin typeface="+mn-lt"/>
              </a:rPr>
              <a:t>What is the main message of the video?</a:t>
            </a:r>
          </a:p>
          <a:p>
            <a:pPr>
              <a:lnSpc>
                <a:spcPct val="150000"/>
              </a:lnSpc>
            </a:pPr>
            <a:r>
              <a:rPr lang="en-US" sz="2800" dirty="0">
                <a:latin typeface="+mn-lt"/>
              </a:rPr>
              <a:t>The main message is that effective communication requires mindfulness, listening, clarity, patience, and choosing the right communication methods to avoid misunderstandings at work.</a:t>
            </a:r>
          </a:p>
        </p:txBody>
      </p:sp>
    </p:spTree>
    <p:extLst>
      <p:ext uri="{BB962C8B-B14F-4D97-AF65-F5344CB8AC3E}">
        <p14:creationId xmlns:p14="http://schemas.microsoft.com/office/powerpoint/2010/main" val="138451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Why Does Communication Fail in Project Management?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83C7B5F2-5EFA-3238-05E1-C05865955BD3}"/>
              </a:ext>
            </a:extLst>
          </p:cNvPr>
          <p:cNvPicPr>
            <a:picLocks noChangeAspect="1"/>
          </p:cNvPicPr>
          <p:nvPr/>
        </p:nvPicPr>
        <p:blipFill>
          <a:blip r:embed="rId3"/>
          <a:stretch>
            <a:fillRect/>
          </a:stretch>
        </p:blipFill>
        <p:spPr>
          <a:xfrm>
            <a:off x="1131370" y="1831112"/>
            <a:ext cx="6896211" cy="4194930"/>
          </a:xfrm>
          <a:prstGeom prst="rect">
            <a:avLst/>
          </a:prstGeom>
        </p:spPr>
      </p:pic>
    </p:spTree>
    <p:extLst>
      <p:ext uri="{BB962C8B-B14F-4D97-AF65-F5344CB8AC3E}">
        <p14:creationId xmlns:p14="http://schemas.microsoft.com/office/powerpoint/2010/main" val="2175507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 </a:t>
            </a:r>
            <a:br>
              <a:rPr lang="en-AU" sz="1200" dirty="0"/>
            </a:br>
            <a:r>
              <a:rPr lang="en-AU" sz="3600" b="1" dirty="0">
                <a:solidFill>
                  <a:srgbClr val="00B0F0"/>
                </a:solidFill>
              </a:rPr>
              <a:t>Significance of Communication in Managing Projects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349508" y="1966190"/>
            <a:ext cx="8252231" cy="2570960"/>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Introduction to the Significance of Communication</a:t>
            </a:r>
          </a:p>
          <a:p>
            <a:pPr marL="200025" lvl="1">
              <a:lnSpc>
                <a:spcPct val="90000"/>
              </a:lnSpc>
              <a:buClr>
                <a:schemeClr val="accent1"/>
              </a:buClr>
            </a:pPr>
            <a:endParaRPr lang="en-AU" b="1"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Definition of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Formal Definition</a:t>
            </a:r>
            <a:r>
              <a:rPr lang="en-AU" sz="2000" dirty="0">
                <a:solidFill>
                  <a:schemeClr val="tx1">
                    <a:lumMod val="75000"/>
                    <a:lumOff val="25000"/>
                  </a:schemeClr>
                </a:solidFill>
                <a:highlight>
                  <a:srgbClr val="FFFFFF"/>
                </a:highlight>
                <a:latin typeface="+mn-lt"/>
                <a:cs typeface="+mn-cs"/>
              </a:rPr>
              <a:t>: Communication is the process of exchanging information, ideas, and feelings between individuals or groups.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Project Context</a:t>
            </a:r>
            <a:r>
              <a:rPr lang="en-AU" sz="2000" dirty="0">
                <a:solidFill>
                  <a:schemeClr val="tx1">
                    <a:lumMod val="75000"/>
                    <a:lumOff val="25000"/>
                  </a:schemeClr>
                </a:solidFill>
                <a:highlight>
                  <a:srgbClr val="FFFFFF"/>
                </a:highlight>
                <a:latin typeface="+mn-lt"/>
                <a:cs typeface="+mn-cs"/>
              </a:rPr>
              <a:t>: In IT projects, communication involves the sharing of project-related information among team members, stakeholders, and clients.</a:t>
            </a:r>
          </a:p>
        </p:txBody>
      </p:sp>
    </p:spTree>
    <p:extLst>
      <p:ext uri="{BB962C8B-B14F-4D97-AF65-F5344CB8AC3E}">
        <p14:creationId xmlns:p14="http://schemas.microsoft.com/office/powerpoint/2010/main" val="12667376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 </a:t>
            </a:r>
            <a:br>
              <a:rPr lang="en-AU" sz="1200" dirty="0"/>
            </a:br>
            <a:r>
              <a:rPr lang="en-AU" sz="3600" b="1" dirty="0">
                <a:solidFill>
                  <a:srgbClr val="00B0F0"/>
                </a:solidFill>
              </a:rPr>
              <a:t>Significance of Communication in Managing Projects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5EDBA66B-3682-825B-A6F5-500A1722939B}"/>
              </a:ext>
            </a:extLst>
          </p:cNvPr>
          <p:cNvPicPr>
            <a:picLocks noChangeAspect="1"/>
          </p:cNvPicPr>
          <p:nvPr/>
        </p:nvPicPr>
        <p:blipFill>
          <a:blip r:embed="rId3"/>
          <a:stretch>
            <a:fillRect/>
          </a:stretch>
        </p:blipFill>
        <p:spPr>
          <a:xfrm>
            <a:off x="1071562" y="1960931"/>
            <a:ext cx="7479196" cy="3897609"/>
          </a:xfrm>
          <a:prstGeom prst="rect">
            <a:avLst/>
          </a:prstGeom>
        </p:spPr>
      </p:pic>
    </p:spTree>
    <p:extLst>
      <p:ext uri="{BB962C8B-B14F-4D97-AF65-F5344CB8AC3E}">
        <p14:creationId xmlns:p14="http://schemas.microsoft.com/office/powerpoint/2010/main" val="3827464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 </a:t>
            </a:r>
            <a:br>
              <a:rPr lang="en-AU" sz="1200" dirty="0"/>
            </a:br>
            <a:r>
              <a:rPr lang="en-AU" sz="3600" b="1" dirty="0">
                <a:solidFill>
                  <a:srgbClr val="00B0F0"/>
                </a:solidFill>
              </a:rPr>
              <a:t>Significance of Communication in Managing Projects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0" y="1966190"/>
            <a:ext cx="8888819" cy="3148554"/>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Overview of Communication in IT Projects: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Project Coordination: </a:t>
            </a:r>
            <a:r>
              <a:rPr lang="en-AU" sz="2000" dirty="0">
                <a:solidFill>
                  <a:schemeClr val="tx1">
                    <a:lumMod val="75000"/>
                    <a:lumOff val="25000"/>
                  </a:schemeClr>
                </a:solidFill>
                <a:highlight>
                  <a:srgbClr val="FFFFFF"/>
                </a:highlight>
                <a:latin typeface="+mn-lt"/>
                <a:cs typeface="+mn-cs"/>
              </a:rPr>
              <a:t>Effective communication ensures that all team members are on the same page regarding project goals, timelines, and deliverables.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Stakeholder Engagement: </a:t>
            </a:r>
            <a:r>
              <a:rPr lang="en-AU" sz="2000" dirty="0">
                <a:solidFill>
                  <a:schemeClr val="tx1">
                    <a:lumMod val="75000"/>
                    <a:lumOff val="25000"/>
                  </a:schemeClr>
                </a:solidFill>
                <a:highlight>
                  <a:srgbClr val="FFFFFF"/>
                </a:highlight>
                <a:latin typeface="+mn-lt"/>
                <a:cs typeface="+mn-cs"/>
              </a:rPr>
              <a:t>Clear and consistent communication helps in managing stakeholder expectations and keeping them informed about project progress.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Risk Management: </a:t>
            </a:r>
            <a:r>
              <a:rPr lang="en-AU" sz="2000" dirty="0">
                <a:solidFill>
                  <a:schemeClr val="tx1">
                    <a:lumMod val="75000"/>
                    <a:lumOff val="25000"/>
                  </a:schemeClr>
                </a:solidFill>
                <a:highlight>
                  <a:srgbClr val="FFFFFF"/>
                </a:highlight>
                <a:latin typeface="+mn-lt"/>
                <a:cs typeface="+mn-cs"/>
              </a:rPr>
              <a:t>Timely communication allows for the early identification and mitigation of risks, preventing potential issues from escalating.</a:t>
            </a:r>
            <a:endParaRPr lang="en-AU"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9502719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 </a:t>
            </a:r>
            <a:br>
              <a:rPr lang="en-AU" sz="1200" dirty="0"/>
            </a:br>
            <a:r>
              <a:rPr lang="en-AU" sz="3600" b="1" dirty="0">
                <a:solidFill>
                  <a:srgbClr val="00B0F0"/>
                </a:solidFill>
              </a:rPr>
              <a:t>Significance of Communication in Managing Projects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0" y="1966190"/>
            <a:ext cx="8888819" cy="2594556"/>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Importance of Clear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Avoiding Misunderstandings</a:t>
            </a:r>
            <a:r>
              <a:rPr lang="en-AU" sz="2000" dirty="0">
                <a:solidFill>
                  <a:schemeClr val="tx1">
                    <a:lumMod val="75000"/>
                    <a:lumOff val="25000"/>
                  </a:schemeClr>
                </a:solidFill>
                <a:highlight>
                  <a:srgbClr val="FFFFFF"/>
                </a:highlight>
                <a:latin typeface="+mn-lt"/>
                <a:cs typeface="+mn-cs"/>
              </a:rPr>
              <a:t>: Clear communication reduces the risk of misinterpretations that can lead to errors and rework.</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Building Trust: </a:t>
            </a:r>
            <a:r>
              <a:rPr lang="en-AU" sz="2000" dirty="0">
                <a:solidFill>
                  <a:schemeClr val="tx1">
                    <a:lumMod val="75000"/>
                    <a:lumOff val="25000"/>
                  </a:schemeClr>
                </a:solidFill>
                <a:highlight>
                  <a:srgbClr val="FFFFFF"/>
                </a:highlight>
                <a:latin typeface="+mn-lt"/>
                <a:cs typeface="+mn-cs"/>
              </a:rPr>
              <a:t>Transparent communication fosters trust among team members and stakeholders, creating a positive project environment.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Enhancing Collaboration: </a:t>
            </a:r>
            <a:r>
              <a:rPr lang="en-AU" sz="2000" dirty="0">
                <a:solidFill>
                  <a:schemeClr val="tx1">
                    <a:lumMod val="75000"/>
                    <a:lumOff val="25000"/>
                  </a:schemeClr>
                </a:solidFill>
                <a:highlight>
                  <a:srgbClr val="FFFFFF"/>
                </a:highlight>
                <a:latin typeface="+mn-lt"/>
                <a:cs typeface="+mn-cs"/>
              </a:rPr>
              <a:t>Open lines of communication promote collaboration and teamwork, enabling more effective problem-solving and innovation.</a:t>
            </a:r>
            <a:endParaRPr lang="en-AU"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18353953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Types of Communication in Project Management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1183A262-6417-1B25-606D-93A88C75CEE0}"/>
              </a:ext>
            </a:extLst>
          </p:cNvPr>
          <p:cNvPicPr>
            <a:picLocks noChangeAspect="1"/>
          </p:cNvPicPr>
          <p:nvPr/>
        </p:nvPicPr>
        <p:blipFill>
          <a:blip r:embed="rId3"/>
          <a:stretch>
            <a:fillRect/>
          </a:stretch>
        </p:blipFill>
        <p:spPr>
          <a:xfrm>
            <a:off x="1109662" y="1831112"/>
            <a:ext cx="6924675" cy="4457700"/>
          </a:xfrm>
          <a:prstGeom prst="rect">
            <a:avLst/>
          </a:prstGeom>
        </p:spPr>
      </p:pic>
    </p:spTree>
    <p:extLst>
      <p:ext uri="{BB962C8B-B14F-4D97-AF65-F5344CB8AC3E}">
        <p14:creationId xmlns:p14="http://schemas.microsoft.com/office/powerpoint/2010/main" val="23824637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Types of Communication in Project Management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3284" y="1645732"/>
            <a:ext cx="8665535" cy="4134465"/>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0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Each type of communication serves a specific purpose and is essential for the smooth execution and success of the project. </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1. Verbal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Face-to-face conversations, team meetings, conference calls.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Immediate feedback and clarification.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Gauges non-verbal cues.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Resolves conflicts and builds relationships.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2. Written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Emails, memos, reports, project documentation.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Provides detailed information and documents decisions.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Permanent record for reference.</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Facilitates asynchronous collaboration.</a:t>
            </a:r>
          </a:p>
        </p:txBody>
      </p:sp>
    </p:spTree>
    <p:extLst>
      <p:ext uri="{BB962C8B-B14F-4D97-AF65-F5344CB8AC3E}">
        <p14:creationId xmlns:p14="http://schemas.microsoft.com/office/powerpoint/2010/main" val="13409921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Types of Communication in Project Management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39232" y="2007239"/>
            <a:ext cx="8665535" cy="3604064"/>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3. Formal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Structured and documented (announcements, progress reports).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Follows specific protocols.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Used in project </a:t>
            </a:r>
            <a:r>
              <a:rPr lang="en-AU" dirty="0" err="1">
                <a:solidFill>
                  <a:schemeClr val="tx1">
                    <a:lumMod val="75000"/>
                    <a:lumOff val="25000"/>
                  </a:schemeClr>
                </a:solidFill>
                <a:highlight>
                  <a:srgbClr val="FFFFFF"/>
                </a:highlight>
                <a:latin typeface="+mn-lt"/>
                <a:cs typeface="+mn-cs"/>
              </a:rPr>
              <a:t>kickoffs</a:t>
            </a:r>
            <a:r>
              <a:rPr lang="en-AU" dirty="0">
                <a:solidFill>
                  <a:schemeClr val="tx1">
                    <a:lumMod val="75000"/>
                    <a:lumOff val="25000"/>
                  </a:schemeClr>
                </a:solidFill>
                <a:highlight>
                  <a:srgbClr val="FFFFFF"/>
                </a:highlight>
                <a:latin typeface="+mn-lt"/>
                <a:cs typeface="+mn-cs"/>
              </a:rPr>
              <a:t>, milestone reviews, contractual discussions.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Ensures professionalism and accountability.</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4. Informal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Casual conversations, social interactions.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Builds relationships and shares ideas.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Encourages open dialogue and innovation.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Creates a comfortable team environment.</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5654251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Types of Communication in Project Management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39232" y="2007239"/>
            <a:ext cx="8665535" cy="3604064"/>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5. Horizontal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Between individuals/departments at the same level.</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Coordinates and collaborates among team members.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Ensures mutual support and progress awareness.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Fosters teamwork.</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6. Vertical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Information flow up and down the hierarchy.</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Managers communicate with team members, who provide updates.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Ensures proper decision-making and information dissemination.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Aligns with organisational goals.</a:t>
            </a:r>
          </a:p>
          <a:p>
            <a:pPr marL="1296988" lvl="3" indent="-182563">
              <a:lnSpc>
                <a:spcPct val="90000"/>
              </a:lnSpc>
              <a:spcBef>
                <a:spcPts val="200"/>
              </a:spcBef>
              <a:spcAft>
                <a:spcPts val="400"/>
              </a:spcAft>
              <a:buClr>
                <a:schemeClr val="accent1"/>
              </a:buClr>
              <a:buFont typeface="Arial" panose="020B0604020202020204" pitchFamily="34" charset="0"/>
              <a:buChar char="•"/>
            </a:pPr>
            <a:endParaRPr lang="en-AU"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7937767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Key Steps to Manage Communication in IT Projects: </a:t>
            </a:r>
            <a:r>
              <a:rPr lang="en-AU" sz="3600" b="1" dirty="0">
                <a:solidFill>
                  <a:schemeClr val="accent2">
                    <a:lumMod val="75000"/>
                  </a:schemeClr>
                </a:solidFill>
              </a:rPr>
              <a:t>Establish a Communication Plan</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3284" y="1645732"/>
            <a:ext cx="8665535" cy="4460708"/>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0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1. Establish a Communication Plan</a:t>
            </a:r>
          </a:p>
          <a:p>
            <a:pPr marL="200025" lvl="1">
              <a:lnSpc>
                <a:spcPct val="90000"/>
              </a:lnSpc>
              <a:buClr>
                <a:schemeClr val="accent1"/>
              </a:buClr>
            </a:pPr>
            <a:endParaRPr lang="en-AU" sz="20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Purpose:</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Define the goals of communication within the project.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Identify the key messages that need to be communicated.</a:t>
            </a:r>
          </a:p>
          <a:p>
            <a:pPr marL="1114425" lvl="3">
              <a:lnSpc>
                <a:spcPct val="90000"/>
              </a:lnSpc>
              <a:spcBef>
                <a:spcPts val="200"/>
              </a:spcBef>
              <a:spcAft>
                <a:spcPts val="400"/>
              </a:spcAft>
              <a:buClr>
                <a:schemeClr val="accent1"/>
              </a:buClr>
            </a:pPr>
            <a:endParaRPr lang="en-AU"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Stakeholder Analysis: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Identify all stakeholders involved in the project.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Determine their communication needs and preferences.</a:t>
            </a:r>
          </a:p>
          <a:p>
            <a:pPr marL="1114425" lvl="3">
              <a:lnSpc>
                <a:spcPct val="90000"/>
              </a:lnSpc>
              <a:spcBef>
                <a:spcPts val="200"/>
              </a:spcBef>
              <a:spcAft>
                <a:spcPts val="400"/>
              </a:spcAft>
              <a:buClr>
                <a:schemeClr val="accent1"/>
              </a:buClr>
            </a:pPr>
            <a:endParaRPr lang="en-AU"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Communication Methods: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Select appropriate communication methods (emails, meetings, reports).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Consider the advantages and limitations of each method.</a:t>
            </a:r>
          </a:p>
        </p:txBody>
      </p:sp>
    </p:spTree>
    <p:extLst>
      <p:ext uri="{BB962C8B-B14F-4D97-AF65-F5344CB8AC3E}">
        <p14:creationId xmlns:p14="http://schemas.microsoft.com/office/powerpoint/2010/main" val="17725212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Establish a Communication Plan</a:t>
            </a:r>
            <a:br>
              <a:rPr lang="en-AU" sz="3600" b="1" dirty="0">
                <a:solidFill>
                  <a:schemeClr val="accent2">
                    <a:lumMod val="75000"/>
                  </a:schemeClr>
                </a:solidFill>
              </a:rPr>
            </a:br>
            <a:r>
              <a:rPr lang="en-AU" sz="3600" b="1" dirty="0">
                <a:solidFill>
                  <a:schemeClr val="accent2">
                    <a:lumMod val="75000"/>
                  </a:schemeClr>
                </a:solidFill>
              </a:rPr>
              <a:t>(cont.)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39232" y="1661681"/>
            <a:ext cx="8665535" cy="3128036"/>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Frequency and Schedule:</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Set a regular schedule for communication activities.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Ensure timely updates and consistency in information sharing.</a:t>
            </a:r>
          </a:p>
          <a:p>
            <a:pPr marL="1114425" lvl="3">
              <a:lnSpc>
                <a:spcPct val="90000"/>
              </a:lnSpc>
              <a:spcBef>
                <a:spcPts val="200"/>
              </a:spcBef>
              <a:spcAft>
                <a:spcPts val="400"/>
              </a:spcAft>
              <a:buClr>
                <a:schemeClr val="accent1"/>
              </a:buClr>
            </a:pPr>
            <a:endParaRPr lang="en-AU" sz="2000"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Roles and Responsibilities:</a:t>
            </a:r>
            <a:endParaRPr lang="en-AU" sz="20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Assign specific communication roles to team members.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Clarify who is responsible for creating, distributing, and receiving information.</a:t>
            </a:r>
          </a:p>
        </p:txBody>
      </p:sp>
    </p:spTree>
    <p:extLst>
      <p:ext uri="{BB962C8B-B14F-4D97-AF65-F5344CB8AC3E}">
        <p14:creationId xmlns:p14="http://schemas.microsoft.com/office/powerpoint/2010/main" val="3315626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Key Steps to Manage Communication in IT Projects: </a:t>
            </a:r>
            <a:r>
              <a:rPr lang="en-AU" sz="3600" b="1" dirty="0">
                <a:solidFill>
                  <a:schemeClr val="accent2">
                    <a:lumMod val="75000"/>
                  </a:schemeClr>
                </a:solidFill>
              </a:rPr>
              <a:t>Utilise Effective Communication Tools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3284" y="1645732"/>
            <a:ext cx="8665535" cy="3780522"/>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0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2. Utilise Effective Communication Tools</a:t>
            </a:r>
          </a:p>
          <a:p>
            <a:pPr marL="200025" lvl="1">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Email:</a:t>
            </a:r>
            <a:endParaRPr lang="en-AU"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Use for formal communication, detailed instructions, and documentation.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 clear and concise subject lines and content.</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Instant Messaging:</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Utilise for quick questions, updates, and informal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Choose platforms that support group chats and project-specific channels.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Project Management Software:</a:t>
            </a:r>
            <a:endParaRPr lang="en-AU"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Implement tools like Trello, Asana, or Jira for task tracking and updates.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Centralise communication related to specific tasks and milestones.</a:t>
            </a:r>
          </a:p>
        </p:txBody>
      </p:sp>
    </p:spTree>
    <p:extLst>
      <p:ext uri="{BB962C8B-B14F-4D97-AF65-F5344CB8AC3E}">
        <p14:creationId xmlns:p14="http://schemas.microsoft.com/office/powerpoint/2010/main" val="2492915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marL="485775" lvl="1" indent="-285750">
              <a:lnSpc>
                <a:spcPct val="90000"/>
              </a:lnSpc>
              <a:buClr>
                <a:schemeClr val="accent1"/>
              </a:buClr>
              <a:buFont typeface="Arial" panose="020B0604020202020204" pitchFamily="34" charset="0"/>
              <a:buChar char="•"/>
            </a:pPr>
            <a:r>
              <a:rPr lang="en-AU" sz="3600" b="1" dirty="0">
                <a:solidFill>
                  <a:schemeClr val="accent2">
                    <a:lumMod val="75000"/>
                  </a:schemeClr>
                </a:solidFill>
              </a:rPr>
              <a:t>Utilise Effective Communication Tools(cont.)</a:t>
            </a:r>
            <a:endParaRPr lang="en-AU" sz="1200" dirty="0">
              <a:solidFill>
                <a:schemeClr val="tx1">
                  <a:lumMod val="75000"/>
                  <a:lumOff val="25000"/>
                </a:schemeClr>
              </a:solidFill>
              <a:highlight>
                <a:srgbClr val="FFFFFF"/>
              </a:highlight>
              <a:latin typeface="+mn-lt"/>
              <a:cs typeface="+mn-cs"/>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3284" y="1645732"/>
            <a:ext cx="8665535" cy="3377335"/>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Video Conferencing:</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Schedule regular virtual meetings for team discussions and updates.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Use platforms like Zoom, Microsoft Teams, or Google Meet for face-to-face interactions.</a:t>
            </a:r>
          </a:p>
          <a:p>
            <a:pPr marL="1114425" lvl="3">
              <a:lnSpc>
                <a:spcPct val="90000"/>
              </a:lnSpc>
              <a:spcBef>
                <a:spcPts val="200"/>
              </a:spcBef>
              <a:spcAft>
                <a:spcPts val="400"/>
              </a:spcAft>
              <a:buClr>
                <a:schemeClr val="accent1"/>
              </a:buClr>
            </a:pPr>
            <a:endParaRPr lang="en-AU" sz="2000" dirty="0">
              <a:solidFill>
                <a:schemeClr val="tx1">
                  <a:lumMod val="75000"/>
                  <a:lumOff val="25000"/>
                </a:schemeClr>
              </a:solidFill>
              <a:highlight>
                <a:srgbClr val="FFFFFF"/>
              </a:highlight>
              <a:latin typeface="+mn-lt"/>
              <a:cs typeface="+mn-cs"/>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Document Sharing:</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Use cloud-based services like Google Drive or SharePoint for collaborative document management.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Ensure easy access and version control for all team members.</a:t>
            </a:r>
          </a:p>
        </p:txBody>
      </p:sp>
    </p:spTree>
    <p:extLst>
      <p:ext uri="{BB962C8B-B14F-4D97-AF65-F5344CB8AC3E}">
        <p14:creationId xmlns:p14="http://schemas.microsoft.com/office/powerpoint/2010/main" val="25009601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Utilise Effective Communication Tools (cont.)</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376916" y="1938791"/>
            <a:ext cx="6478999" cy="895630"/>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0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2. Utilize Effective Communication Tools</a:t>
            </a:r>
          </a:p>
          <a:p>
            <a:pPr marL="485775" lvl="1" indent="-285750">
              <a:lnSpc>
                <a:spcPct val="90000"/>
              </a:lnSpc>
              <a:buClr>
                <a:schemeClr val="accent1"/>
              </a:buClr>
              <a:buFont typeface="Arial" panose="020B0604020202020204" pitchFamily="34" charset="0"/>
              <a:buChar char="•"/>
            </a:pPr>
            <a:endParaRPr lang="en-AU" dirty="0">
              <a:solidFill>
                <a:schemeClr val="tx1">
                  <a:lumMod val="75000"/>
                  <a:lumOff val="25000"/>
                </a:schemeClr>
              </a:solidFill>
              <a:highlight>
                <a:srgbClr val="FFFFFF"/>
              </a:highlight>
              <a:latin typeface="+mn-lt"/>
              <a:cs typeface="+mn-cs"/>
            </a:endParaRPr>
          </a:p>
        </p:txBody>
      </p:sp>
      <p:pic>
        <p:nvPicPr>
          <p:cNvPr id="8195" name="Picture 3" descr="6 Benefits of Using Communication Tools - Slide 2">
            <a:extLst>
              <a:ext uri="{FF2B5EF4-FFF2-40B4-BE49-F238E27FC236}">
                <a16:creationId xmlns:a16="http://schemas.microsoft.com/office/drawing/2014/main" id="{5214EF6D-07E9-E27D-1C42-8F5BCDB2E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047" y="1910537"/>
            <a:ext cx="6836735" cy="3845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7224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Key Steps to Manage Communication in IT Projects: </a:t>
            </a:r>
            <a:r>
              <a:rPr lang="en-AU" sz="3600" b="1" dirty="0">
                <a:solidFill>
                  <a:schemeClr val="accent2">
                    <a:lumMod val="75000"/>
                  </a:schemeClr>
                </a:solidFill>
              </a:rPr>
              <a:t>Conduct Regular Meetings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 y="1651283"/>
            <a:ext cx="9144000" cy="4509953"/>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0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3. Conduct Regular Meetings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Daily Stand-ups: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Hold brief daily meetings to review progress, identify blockers, and plan tasks.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 everyone is aware of their responsibilities for the day.</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Weekly Progress Meetings:</a:t>
            </a:r>
            <a:endParaRPr lang="en-AU"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Discuss overall project status, milestones, and upcoming tasks.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Address any issues or risks that may impact the project.</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Stakeholder Meetings: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Regularly update stakeholders on project progress and gather feedback.</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Use these meetings to align stakeholder expectations with project outcomes.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Ad-hoc Meetings: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Schedule as needed to address urgent issues or changes in the project.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 key team members are available for these meetings.</a:t>
            </a:r>
          </a:p>
        </p:txBody>
      </p:sp>
    </p:spTree>
    <p:extLst>
      <p:ext uri="{BB962C8B-B14F-4D97-AF65-F5344CB8AC3E}">
        <p14:creationId xmlns:p14="http://schemas.microsoft.com/office/powerpoint/2010/main" val="4289386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Conduct Regular Meetings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8" name="Picture 2" descr="Urgent and Important: meet often, Urgent but Not Important: meet if needed, Not urgent, but important: meet regularly, Not urgent or important: don't meet">
            <a:extLst>
              <a:ext uri="{FF2B5EF4-FFF2-40B4-BE49-F238E27FC236}">
                <a16:creationId xmlns:a16="http://schemas.microsoft.com/office/drawing/2014/main" id="{E3099B87-6296-191A-F320-B60CE2827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615" y="1959844"/>
            <a:ext cx="5578179" cy="4373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412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Key Steps to Manage Communication in IT Projects: </a:t>
            </a:r>
            <a:r>
              <a:rPr lang="en-AU" sz="3200" b="1" dirty="0">
                <a:solidFill>
                  <a:schemeClr val="accent2">
                    <a:lumMod val="75000"/>
                  </a:schemeClr>
                </a:solidFill>
              </a:rPr>
              <a:t>Foster Open and Transparent Communication</a:t>
            </a:r>
            <a:endParaRPr lang="en-AU" altLang="en-US" sz="32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 y="1576855"/>
            <a:ext cx="9144000" cy="4759252"/>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sz="20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000" b="1" dirty="0">
                <a:solidFill>
                  <a:schemeClr val="accent2">
                    <a:lumMod val="75000"/>
                  </a:schemeClr>
                </a:solidFill>
              </a:rPr>
              <a:t>4. Foster Open and Transparent Communication</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Encourage Feedback:</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Create an environment where team members feel comfortable providing feedback.</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Actively listen to concerns and suggestions from all team members.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Transparent Reporting:</a:t>
            </a:r>
            <a:endParaRPr lang="en-AU"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Share project status, challenges, and successes openly with the team.</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Use dashboards and regular updates to keep everyone informed.</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Two-way Communication:</a:t>
            </a:r>
            <a:endParaRPr lang="en-AU"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Promote dialogue rather than one-way communication.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Ensure team members can ask questions and share their thoughts freely.</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b="1" dirty="0">
                <a:solidFill>
                  <a:schemeClr val="tx1">
                    <a:lumMod val="75000"/>
                    <a:lumOff val="25000"/>
                  </a:schemeClr>
                </a:solidFill>
                <a:highlight>
                  <a:srgbClr val="FFFFFF"/>
                </a:highlight>
                <a:latin typeface="+mn-lt"/>
                <a:cs typeface="+mn-cs"/>
              </a:rPr>
              <a:t>Conflict Resolution:</a:t>
            </a:r>
            <a:endParaRPr lang="en-AU"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Address conflicts quickly and fairly.</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Use mediation techniques to find mutually acceptable solutions.</a:t>
            </a:r>
          </a:p>
        </p:txBody>
      </p:sp>
    </p:spTree>
    <p:extLst>
      <p:ext uri="{BB962C8B-B14F-4D97-AF65-F5344CB8AC3E}">
        <p14:creationId xmlns:p14="http://schemas.microsoft.com/office/powerpoint/2010/main" val="23169140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chemeClr val="accent2">
                    <a:lumMod val="75000"/>
                  </a:schemeClr>
                </a:solidFill>
              </a:rPr>
              <a:t>Foster Open and Transparent Communication: </a:t>
            </a:r>
            <a:br>
              <a:rPr lang="en-AU" sz="3200" b="1" dirty="0">
                <a:solidFill>
                  <a:schemeClr val="accent2">
                    <a:lumMod val="75000"/>
                  </a:schemeClr>
                </a:solidFill>
              </a:rPr>
            </a:br>
            <a:r>
              <a:rPr lang="en-AU" sz="3200" b="1" dirty="0">
                <a:solidFill>
                  <a:schemeClr val="accent2">
                    <a:lumMod val="75000"/>
                  </a:schemeClr>
                </a:solidFill>
              </a:rPr>
              <a:t>Conflict Resolution</a:t>
            </a:r>
            <a:endParaRPr lang="en-AU" altLang="en-US" sz="32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AutoShape 2" descr="The Role Of Communication In Conflict Resolution - FasterCapital">
            <a:extLst>
              <a:ext uri="{FF2B5EF4-FFF2-40B4-BE49-F238E27FC236}">
                <a16:creationId xmlns:a16="http://schemas.microsoft.com/office/drawing/2014/main" id="{794151B3-70EC-3E7B-1086-B1B065D43CE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7412" name="Picture 4" descr="Managing Conflict on Projects – Project Management Insights">
            <a:extLst>
              <a:ext uri="{FF2B5EF4-FFF2-40B4-BE49-F238E27FC236}">
                <a16:creationId xmlns:a16="http://schemas.microsoft.com/office/drawing/2014/main" id="{CD8758DF-F030-4FA0-B11D-E832651422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31249"/>
            <a:ext cx="8695434" cy="3435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517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200" b="1" dirty="0">
                <a:solidFill>
                  <a:srgbClr val="00B0F0"/>
                </a:solidFill>
              </a:rPr>
              <a:t>Key Steps to Manage Communication in IT Projects: </a:t>
            </a:r>
            <a:r>
              <a:rPr lang="en-AU" sz="3200" b="1" dirty="0">
                <a:solidFill>
                  <a:schemeClr val="accent2">
                    <a:lumMod val="75000"/>
                  </a:schemeClr>
                </a:solidFill>
              </a:rPr>
              <a:t>Monitor and Evaluate Communication Effectiveness</a:t>
            </a:r>
            <a:endParaRPr lang="en-AU" altLang="en-US" sz="32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27000" y="1569459"/>
            <a:ext cx="9144000" cy="4523803"/>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endParaRPr lang="en-AU"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b="1" dirty="0">
                <a:solidFill>
                  <a:schemeClr val="accent2">
                    <a:lumMod val="75000"/>
                  </a:schemeClr>
                </a:solidFill>
              </a:rPr>
              <a:t>5. Monitor and Evaluate Communication Effectiveness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1700" b="1" dirty="0">
                <a:solidFill>
                  <a:schemeClr val="tx1">
                    <a:lumMod val="75000"/>
                    <a:lumOff val="25000"/>
                  </a:schemeClr>
                </a:solidFill>
                <a:highlight>
                  <a:srgbClr val="FFFFFF"/>
                </a:highlight>
                <a:latin typeface="+mn-lt"/>
                <a:cs typeface="+mn-cs"/>
              </a:rPr>
              <a:t>Feedback Collection:</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Regularly gather feedback on communication processes from team members.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Use surveys, interviews, or informal discussions to collect insights.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1700" b="1" dirty="0">
                <a:solidFill>
                  <a:schemeClr val="tx1">
                    <a:lumMod val="75000"/>
                    <a:lumOff val="25000"/>
                  </a:schemeClr>
                </a:solidFill>
                <a:highlight>
                  <a:srgbClr val="FFFFFF"/>
                </a:highlight>
                <a:latin typeface="+mn-lt"/>
                <a:cs typeface="+mn-cs"/>
              </a:rPr>
              <a:t>Performance Metrics: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Track key metrics such as response times, meeting attendance, and task completion rates.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Use these metrics to assess the effectiveness of communication strategies.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1700" b="1" dirty="0">
                <a:solidFill>
                  <a:schemeClr val="tx1">
                    <a:lumMod val="75000"/>
                    <a:lumOff val="25000"/>
                  </a:schemeClr>
                </a:solidFill>
                <a:highlight>
                  <a:srgbClr val="FFFFFF"/>
                </a:highlight>
                <a:latin typeface="+mn-lt"/>
                <a:cs typeface="+mn-cs"/>
              </a:rPr>
              <a:t>Continuous Improvement:</a:t>
            </a:r>
            <a:endParaRPr lang="en-AU" sz="17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Analyse feedback and performance data to identify areas for improvement.</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Adapt and refine communication strategies based on lessons learned.</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1700" b="1" dirty="0">
                <a:solidFill>
                  <a:schemeClr val="tx1">
                    <a:lumMod val="75000"/>
                    <a:lumOff val="25000"/>
                  </a:schemeClr>
                </a:solidFill>
                <a:highlight>
                  <a:srgbClr val="FFFFFF"/>
                </a:highlight>
                <a:latin typeface="+mn-lt"/>
                <a:cs typeface="+mn-cs"/>
              </a:rPr>
              <a:t>Training and Development:</a:t>
            </a:r>
            <a:endParaRPr lang="en-AU" sz="1700" dirty="0">
              <a:solidFill>
                <a:schemeClr val="tx1">
                  <a:lumMod val="75000"/>
                  <a:lumOff val="25000"/>
                </a:schemeClr>
              </a:solidFill>
              <a:highlight>
                <a:srgbClr val="FFFFFF"/>
              </a:highlight>
              <a:latin typeface="+mn-lt"/>
              <a:cs typeface="+mn-cs"/>
            </a:endParaRP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Provide ongoing training for team members on effective communication techniques.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1700" dirty="0">
                <a:solidFill>
                  <a:schemeClr val="tx1">
                    <a:lumMod val="75000"/>
                    <a:lumOff val="25000"/>
                  </a:schemeClr>
                </a:solidFill>
                <a:highlight>
                  <a:srgbClr val="FFFFFF"/>
                </a:highlight>
                <a:latin typeface="+mn-lt"/>
                <a:cs typeface="+mn-cs"/>
              </a:rPr>
              <a:t>Encourage the development of soft skills such as active listening and clear articulation.</a:t>
            </a:r>
          </a:p>
        </p:txBody>
      </p:sp>
    </p:spTree>
    <p:extLst>
      <p:ext uri="{BB962C8B-B14F-4D97-AF65-F5344CB8AC3E}">
        <p14:creationId xmlns:p14="http://schemas.microsoft.com/office/powerpoint/2010/main" val="25468550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Group Discussion Case Stud</a:t>
            </a:r>
            <a:r>
              <a:rPr lang="en-US" altLang="zh-CN" sz="3600" b="1" dirty="0">
                <a:solidFill>
                  <a:srgbClr val="00B0F0"/>
                </a:solidFill>
              </a:rPr>
              <a:t>y </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967745"/>
            <a:ext cx="8643668" cy="4321533"/>
          </a:xfrm>
        </p:spPr>
        <p:txBody>
          <a:bodyPr/>
          <a:lstStyle/>
          <a:p>
            <a:pPr marL="0" indent="0">
              <a:buNone/>
            </a:pPr>
            <a:r>
              <a:rPr lang="en-AU" sz="2400" b="1" dirty="0">
                <a:solidFill>
                  <a:schemeClr val="accent2">
                    <a:lumMod val="75000"/>
                  </a:schemeClr>
                </a:solidFill>
              </a:rPr>
              <a:t>Scenario:</a:t>
            </a:r>
            <a:r>
              <a:rPr lang="en-AU" sz="2400" dirty="0">
                <a:solidFill>
                  <a:schemeClr val="accent2">
                    <a:lumMod val="75000"/>
                  </a:schemeClr>
                </a:solidFill>
              </a:rPr>
              <a:t> </a:t>
            </a:r>
            <a:r>
              <a:rPr lang="en-AU" sz="2400" b="1" dirty="0">
                <a:solidFill>
                  <a:schemeClr val="accent2">
                    <a:lumMod val="75000"/>
                  </a:schemeClr>
                </a:solidFill>
              </a:rPr>
              <a:t>A </a:t>
            </a:r>
            <a:r>
              <a:rPr lang="en-AU" sz="2400" b="1" dirty="0" err="1">
                <a:solidFill>
                  <a:schemeClr val="accent2">
                    <a:lumMod val="75000"/>
                  </a:schemeClr>
                </a:solidFill>
              </a:rPr>
              <a:t>kickoff</a:t>
            </a:r>
            <a:r>
              <a:rPr lang="en-AU" sz="2400" b="1" dirty="0">
                <a:solidFill>
                  <a:schemeClr val="accent2">
                    <a:lumMod val="75000"/>
                  </a:schemeClr>
                </a:solidFill>
              </a:rPr>
              <a:t> meeting for a new IT project</a:t>
            </a:r>
          </a:p>
          <a:p>
            <a:pPr marL="0" indent="0">
              <a:buNone/>
            </a:pPr>
            <a:r>
              <a:rPr lang="en-AU" dirty="0"/>
              <a:t>You are a project manager tasked with leading a </a:t>
            </a:r>
            <a:r>
              <a:rPr lang="en-AU" dirty="0" err="1"/>
              <a:t>kickoff</a:t>
            </a:r>
            <a:r>
              <a:rPr lang="en-AU" dirty="0"/>
              <a:t> meeting for a new IT project. The project involves developing a mobile application for a client in the healthcare sector. The meeting will include key stakeholders from both your project team and the client's organisation. </a:t>
            </a:r>
          </a:p>
          <a:p>
            <a:pPr marL="0" indent="0">
              <a:buNone/>
            </a:pPr>
            <a:r>
              <a:rPr lang="en-AU" b="1" dirty="0"/>
              <a:t>Questions:</a:t>
            </a:r>
          </a:p>
          <a:p>
            <a:pPr>
              <a:buFont typeface="+mj-lt"/>
              <a:buAutoNum type="arabicPeriod"/>
            </a:pPr>
            <a:r>
              <a:rPr lang="en-AU" sz="1800" dirty="0"/>
              <a:t>What are the primary objectives of this project?</a:t>
            </a:r>
          </a:p>
          <a:p>
            <a:pPr>
              <a:buFont typeface="+mj-lt"/>
              <a:buAutoNum type="arabicPeriod"/>
            </a:pPr>
            <a:r>
              <a:rPr lang="en-AU" sz="1800" dirty="0"/>
              <a:t>Who are the stakeholders involved in this project?</a:t>
            </a:r>
          </a:p>
          <a:p>
            <a:pPr>
              <a:buFont typeface="+mj-lt"/>
              <a:buAutoNum type="arabicPeriod"/>
            </a:pPr>
            <a:r>
              <a:rPr lang="en-AU" sz="1800" dirty="0"/>
              <a:t>What are the initial milestones we need to achieve?</a:t>
            </a:r>
          </a:p>
          <a:p>
            <a:pPr>
              <a:buFont typeface="+mj-lt"/>
              <a:buAutoNum type="arabicPeriod"/>
            </a:pPr>
            <a:r>
              <a:rPr lang="en-AU" sz="1800" dirty="0"/>
              <a:t>How will communication be managed between our team and the client?</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80667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763031"/>
            <a:ext cx="8643668" cy="4321533"/>
          </a:xfrm>
        </p:spPr>
        <p:txBody>
          <a:bodyPr/>
          <a:lstStyle/>
          <a:p>
            <a:pPr marL="90488" lvl="1" indent="-90488">
              <a:spcBef>
                <a:spcPts val="1200"/>
              </a:spcBef>
              <a:spcAft>
                <a:spcPts val="200"/>
              </a:spcAft>
              <a:buSzPct val="100000"/>
              <a:buFont typeface="Arial" panose="020B0604020202020204" pitchFamily="34" charset="0"/>
              <a:buChar char="•"/>
            </a:pPr>
            <a:r>
              <a:rPr lang="en-AU" sz="2000" b="1" dirty="0"/>
              <a:t>Primary Objectives of the Project:</a:t>
            </a:r>
          </a:p>
          <a:p>
            <a:pPr lvl="1">
              <a:buSzPct val="100000"/>
              <a:buFont typeface="Arial" panose="020B0604020202020204" pitchFamily="34" charset="0"/>
              <a:buChar char="•"/>
            </a:pPr>
            <a:r>
              <a:rPr lang="en-AU" dirty="0"/>
              <a:t>Develop a mobile application tailored for the healthcare sector to improve patient engagement, access to healthcare services, and operational efficiency for healthcare providers.</a:t>
            </a:r>
          </a:p>
          <a:p>
            <a:pPr marL="90488" lvl="1" indent="-90488">
              <a:spcBef>
                <a:spcPts val="1200"/>
              </a:spcBef>
              <a:spcAft>
                <a:spcPts val="200"/>
              </a:spcAft>
              <a:buSzPct val="100000"/>
              <a:buFont typeface="Arial" panose="020B0604020202020204" pitchFamily="34" charset="0"/>
              <a:buChar char="•"/>
            </a:pPr>
            <a:r>
              <a:rPr lang="en-AU" sz="2000" b="1" dirty="0"/>
              <a:t>Stakeholders Involved in the Project:</a:t>
            </a:r>
          </a:p>
          <a:p>
            <a:pPr lvl="1">
              <a:buSzPct val="100000"/>
              <a:buFont typeface="Arial" panose="020B0604020202020204" pitchFamily="34" charset="0"/>
              <a:buChar char="•"/>
            </a:pPr>
            <a:r>
              <a:rPr lang="en-AU" u="sng" dirty="0"/>
              <a:t>Project Team:</a:t>
            </a:r>
          </a:p>
          <a:p>
            <a:pPr lvl="2">
              <a:buSzPct val="100000"/>
              <a:buFont typeface="Arial" panose="020B0604020202020204" pitchFamily="34" charset="0"/>
              <a:buChar char="•"/>
            </a:pPr>
            <a:r>
              <a:rPr lang="en-AU" sz="1700" dirty="0"/>
              <a:t>Developers, designers, testers, project manager.</a:t>
            </a:r>
          </a:p>
          <a:p>
            <a:pPr lvl="1">
              <a:buSzPct val="100000"/>
              <a:buFont typeface="Arial" panose="020B0604020202020204" pitchFamily="34" charset="0"/>
              <a:buChar char="•"/>
            </a:pPr>
            <a:r>
              <a:rPr lang="en-AU" u="sng" dirty="0"/>
              <a:t>Client's Organisation:</a:t>
            </a:r>
          </a:p>
          <a:p>
            <a:pPr lvl="2">
              <a:buSzPct val="100000"/>
              <a:buFont typeface="Arial" panose="020B0604020202020204" pitchFamily="34" charset="0"/>
              <a:buChar char="•"/>
            </a:pPr>
            <a:r>
              <a:rPr lang="en-AU" sz="1700" dirty="0"/>
              <a:t>IT manager, healthcare providers (doctors, nurses), patient representatives.</a:t>
            </a:r>
          </a:p>
          <a:p>
            <a:pPr marL="90488" lvl="1" indent="-90488">
              <a:spcBef>
                <a:spcPts val="1200"/>
              </a:spcBef>
              <a:spcAft>
                <a:spcPts val="200"/>
              </a:spcAft>
              <a:buSzPct val="100000"/>
              <a:buFont typeface="Arial" panose="020B0604020202020204" pitchFamily="34" charset="0"/>
              <a:buChar char="•"/>
            </a:pPr>
            <a:r>
              <a:rPr lang="en-AU" sz="2000" b="1" dirty="0"/>
              <a:t>Initial Milestones to Achieve:</a:t>
            </a:r>
            <a:endParaRPr lang="en-AU" sz="1400" dirty="0"/>
          </a:p>
          <a:p>
            <a:pPr lvl="1">
              <a:buSzPct val="100000"/>
              <a:buFont typeface="Arial" panose="020B0604020202020204" pitchFamily="34" charset="0"/>
              <a:buChar char="•"/>
            </a:pPr>
            <a:r>
              <a:rPr lang="en-AU" dirty="0"/>
              <a:t>Complete requirements gathering and analysis phase.</a:t>
            </a:r>
          </a:p>
          <a:p>
            <a:pPr lvl="1">
              <a:buSzPct val="100000"/>
              <a:buFont typeface="Arial" panose="020B0604020202020204" pitchFamily="34" charset="0"/>
              <a:buChar char="•"/>
            </a:pPr>
            <a:r>
              <a:rPr lang="en-AU" dirty="0"/>
              <a:t>Develop and approve the initial UI/UX design </a:t>
            </a:r>
            <a:r>
              <a:rPr lang="en-AU" dirty="0" err="1"/>
              <a:t>mockups</a:t>
            </a:r>
            <a:r>
              <a:rPr lang="en-AU" dirty="0"/>
              <a:t>.</a:t>
            </a:r>
          </a:p>
          <a:p>
            <a:pPr lvl="1">
              <a:buSzPct val="100000"/>
              <a:buFont typeface="Arial" panose="020B0604020202020204" pitchFamily="34" charset="0"/>
              <a:buChar char="•"/>
            </a:pPr>
            <a:r>
              <a:rPr lang="en-AU" dirty="0"/>
              <a:t>Build a functional prototype for internal testing.</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0691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73332" y="1831112"/>
            <a:ext cx="8643668" cy="4321533"/>
          </a:xfrm>
        </p:spPr>
        <p:txBody>
          <a:bodyPr/>
          <a:lstStyle/>
          <a:p>
            <a:pPr marL="90488" lvl="1" indent="-90488">
              <a:spcBef>
                <a:spcPts val="1200"/>
              </a:spcBef>
              <a:spcAft>
                <a:spcPts val="200"/>
              </a:spcAft>
              <a:buSzPct val="100000"/>
              <a:buFont typeface="Arial" panose="020B0604020202020204" pitchFamily="34" charset="0"/>
              <a:buChar char="•"/>
            </a:pPr>
            <a:r>
              <a:rPr lang="en-AU" sz="2400" b="1" dirty="0"/>
              <a:t>Communication Management Plan:</a:t>
            </a:r>
            <a:endParaRPr lang="en-AU" sz="1600" dirty="0"/>
          </a:p>
          <a:p>
            <a:pPr marL="274638" lvl="2" indent="-90488">
              <a:spcBef>
                <a:spcPts val="1200"/>
              </a:spcBef>
              <a:spcAft>
                <a:spcPts val="200"/>
              </a:spcAft>
              <a:buSzPct val="100000"/>
              <a:buFont typeface="Arial" panose="020B0604020202020204" pitchFamily="34" charset="0"/>
              <a:buChar char="•"/>
            </a:pPr>
            <a:r>
              <a:rPr lang="en-AU" sz="2000" dirty="0"/>
              <a:t>Regular project status meetings:</a:t>
            </a:r>
          </a:p>
          <a:p>
            <a:pPr marL="274638" lvl="2" indent="-90488">
              <a:spcBef>
                <a:spcPts val="1200"/>
              </a:spcBef>
              <a:spcAft>
                <a:spcPts val="200"/>
              </a:spcAft>
              <a:buSzPct val="100000"/>
              <a:buFont typeface="Arial" panose="020B0604020202020204" pitchFamily="34" charset="0"/>
              <a:buChar char="•"/>
            </a:pPr>
            <a:r>
              <a:rPr lang="en-AU" sz="2000" dirty="0"/>
              <a:t>Weekly video conferences with key stakeholders.</a:t>
            </a:r>
          </a:p>
          <a:p>
            <a:pPr marL="274638" lvl="2" indent="-90488">
              <a:spcBef>
                <a:spcPts val="1200"/>
              </a:spcBef>
              <a:spcAft>
                <a:spcPts val="200"/>
              </a:spcAft>
              <a:buSzPct val="100000"/>
              <a:buFont typeface="Arial" panose="020B0604020202020204" pitchFamily="34" charset="0"/>
              <a:buChar char="•"/>
            </a:pPr>
            <a:r>
              <a:rPr lang="en-AU" sz="2000" dirty="0"/>
              <a:t>Bi-weekly progress reports via email.</a:t>
            </a:r>
          </a:p>
          <a:p>
            <a:pPr marL="274638" lvl="2" indent="-90488">
              <a:spcBef>
                <a:spcPts val="1200"/>
              </a:spcBef>
              <a:spcAft>
                <a:spcPts val="200"/>
              </a:spcAft>
              <a:buSzPct val="100000"/>
              <a:buFont typeface="Arial" panose="020B0604020202020204" pitchFamily="34" charset="0"/>
              <a:buChar char="•"/>
            </a:pPr>
            <a:r>
              <a:rPr lang="en-AU" sz="2000" dirty="0"/>
              <a:t>Use of a centralised project management tool (e.g., Jira) for issue tracking and collaboration.</a:t>
            </a:r>
          </a:p>
          <a:p>
            <a:pPr marL="274638" lvl="2" indent="-90488">
              <a:spcBef>
                <a:spcPts val="1200"/>
              </a:spcBef>
              <a:spcAft>
                <a:spcPts val="200"/>
              </a:spcAft>
              <a:buSzPct val="100000"/>
              <a:buFont typeface="Arial" panose="020B0604020202020204" pitchFamily="34" charset="0"/>
              <a:buChar char="•"/>
            </a:pPr>
            <a:endParaRPr lang="en-AU" sz="2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2026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Case Study: Discussion Points</a:t>
            </a:r>
            <a:endParaRPr lang="en-AU" altLang="en-US" sz="36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2E12D28E-6772-AC9F-4581-E237C59A32A1}"/>
              </a:ext>
            </a:extLst>
          </p:cNvPr>
          <p:cNvPicPr>
            <a:picLocks noChangeAspect="1"/>
          </p:cNvPicPr>
          <p:nvPr/>
        </p:nvPicPr>
        <p:blipFill>
          <a:blip r:embed="rId3"/>
          <a:stretch>
            <a:fillRect/>
          </a:stretch>
        </p:blipFill>
        <p:spPr>
          <a:xfrm>
            <a:off x="1009289" y="2452687"/>
            <a:ext cx="7125422" cy="2278801"/>
          </a:xfrm>
          <a:prstGeom prst="rect">
            <a:avLst/>
          </a:prstGeom>
        </p:spPr>
      </p:pic>
      <p:sp>
        <p:nvSpPr>
          <p:cNvPr id="9" name="TextBox 8">
            <a:extLst>
              <a:ext uri="{FF2B5EF4-FFF2-40B4-BE49-F238E27FC236}">
                <a16:creationId xmlns:a16="http://schemas.microsoft.com/office/drawing/2014/main" id="{2498AD77-20EE-6708-6E20-001D17FD0646}"/>
              </a:ext>
            </a:extLst>
          </p:cNvPr>
          <p:cNvSpPr txBox="1"/>
          <p:nvPr/>
        </p:nvSpPr>
        <p:spPr>
          <a:xfrm>
            <a:off x="464859" y="1971708"/>
            <a:ext cx="7944129" cy="369332"/>
          </a:xfrm>
          <a:prstGeom prst="rect">
            <a:avLst/>
          </a:prstGeom>
          <a:noFill/>
        </p:spPr>
        <p:txBody>
          <a:bodyPr wrap="square">
            <a:spAutoFit/>
          </a:bodyPr>
          <a:lstStyle/>
          <a:p>
            <a:pPr marL="274638" lvl="2" indent="-90488">
              <a:lnSpc>
                <a:spcPct val="90000"/>
              </a:lnSpc>
              <a:spcBef>
                <a:spcPts val="1200"/>
              </a:spcBef>
              <a:spcAft>
                <a:spcPts val="200"/>
              </a:spcAft>
              <a:buClr>
                <a:schemeClr val="accent1"/>
              </a:buClr>
              <a:buSzPct val="100000"/>
              <a:buFont typeface="Arial" panose="020B0604020202020204" pitchFamily="34" charset="0"/>
              <a:buChar char="•"/>
            </a:pPr>
            <a:r>
              <a:rPr lang="en-AU" sz="2000" dirty="0">
                <a:solidFill>
                  <a:srgbClr val="404040"/>
                </a:solidFill>
                <a:latin typeface="+mn-lt"/>
                <a:cs typeface="+mn-cs"/>
              </a:rPr>
              <a:t>Here is a basic example of a project management communication plan:</a:t>
            </a:r>
          </a:p>
        </p:txBody>
      </p:sp>
    </p:spTree>
    <p:extLst>
      <p:ext uri="{BB962C8B-B14F-4D97-AF65-F5344CB8AC3E}">
        <p14:creationId xmlns:p14="http://schemas.microsoft.com/office/powerpoint/2010/main" val="15083711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rPr>
              <a:t>Summary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535D9B4-5465-735A-B05F-0A38735FF53B}"/>
              </a:ext>
            </a:extLst>
          </p:cNvPr>
          <p:cNvSpPr>
            <a:spLocks noGrp="1" noChangeArrowheads="1"/>
          </p:cNvSpPr>
          <p:nvPr>
            <p:ph idx="1"/>
          </p:nvPr>
        </p:nvSpPr>
        <p:spPr bwMode="auto">
          <a:xfrm>
            <a:off x="596135" y="2498642"/>
            <a:ext cx="8293865" cy="312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AU" sz="1800" dirty="0"/>
              <a:t>Communication plays a crucial role in project management by ensuring clarity of goals, coordinating efforts among team members, and managing stakeholder expectations effectively.</a:t>
            </a:r>
          </a:p>
          <a:p>
            <a:pPr>
              <a:buFont typeface="Arial" panose="020B0604020202020204" pitchFamily="34" charset="0"/>
              <a:buChar char="•"/>
            </a:pPr>
            <a:r>
              <a:rPr lang="en-AU" sz="1800" dirty="0"/>
              <a:t>In project management, communication is integral throughout the project lifecycle—from initiating and planning phases to execution, monitoring, and closing stages.</a:t>
            </a:r>
          </a:p>
          <a:p>
            <a:pPr>
              <a:buFont typeface="Arial" panose="020B0604020202020204" pitchFamily="34" charset="0"/>
              <a:buChar char="•"/>
            </a:pPr>
            <a:r>
              <a:rPr lang="en-AU" sz="1800" dirty="0"/>
              <a:t>Types of Communication in Project Management include Verbal Communication, Written Communication, Formal Communication, and Informal Communication.</a:t>
            </a:r>
          </a:p>
          <a:p>
            <a:pPr>
              <a:buFont typeface="Arial" panose="020B0604020202020204" pitchFamily="34" charset="0"/>
              <a:buChar char="•"/>
            </a:pPr>
            <a:r>
              <a:rPr lang="en-AU" sz="1800" dirty="0"/>
              <a:t>Key Steps to Manage Communication in IT Projects: Establish a Communication Plan, Utilise Effective Communication Tools, Conduct Regular Meetings, Foster Open and Transparent Communication, Monitor and Evaluate Communication Effectiveness.</a:t>
            </a:r>
          </a:p>
        </p:txBody>
      </p:sp>
    </p:spTree>
    <p:extLst>
      <p:ext uri="{BB962C8B-B14F-4D97-AF65-F5344CB8AC3E}">
        <p14:creationId xmlns:p14="http://schemas.microsoft.com/office/powerpoint/2010/main" val="26462278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642938" y="920262"/>
            <a:ext cx="8066087" cy="3788019"/>
          </a:xfrm>
        </p:spPr>
        <p:txBody>
          <a:bodyPr anchor="ctr">
            <a:normAutofit fontScale="92500" lnSpcReduction="10000"/>
          </a:bodyPr>
          <a:lstStyle/>
          <a:p>
            <a:pPr eaLnBrk="1" hangingPunct="1">
              <a:spcBef>
                <a:spcPts val="600"/>
              </a:spcBef>
              <a:spcAft>
                <a:spcPts val="2400"/>
              </a:spcAft>
            </a:pPr>
            <a:r>
              <a:rPr lang="en-AU" altLang="en-US" sz="5400" dirty="0">
                <a:solidFill>
                  <a:schemeClr val="accent2"/>
                </a:solidFill>
              </a:rPr>
              <a:t>Week 7 Workshop :</a:t>
            </a:r>
          </a:p>
          <a:p>
            <a:pPr eaLnBrk="1" hangingPunct="1">
              <a:spcBef>
                <a:spcPts val="600"/>
              </a:spcBef>
              <a:spcAft>
                <a:spcPts val="2400"/>
              </a:spcAft>
            </a:pPr>
            <a:r>
              <a:rPr lang="en-AU" sz="5400" dirty="0">
                <a:solidFill>
                  <a:schemeClr val="accent2"/>
                </a:solidFill>
              </a:rPr>
              <a:t>Effective Communication Skills in IT Projects</a:t>
            </a:r>
          </a:p>
          <a:p>
            <a:pPr algn="ctr" eaLnBrk="1" hangingPunct="1">
              <a:spcBef>
                <a:spcPts val="600"/>
              </a:spcBef>
              <a:spcAft>
                <a:spcPts val="2400"/>
              </a:spcAft>
            </a:pPr>
            <a:r>
              <a:rPr lang="en-AU" altLang="en-US" sz="7100" dirty="0">
                <a:solidFill>
                  <a:srgbClr val="0070C0"/>
                </a:solidFill>
              </a:rPr>
              <a:t>ICT502</a:t>
            </a: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78</a:t>
            </a:fld>
            <a:endParaRPr lang="en-US" altLang="en-US" sz="1000">
              <a:solidFill>
                <a:schemeClr val="bg1"/>
              </a:solidFill>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58006" y="773328"/>
            <a:ext cx="8027988" cy="863600"/>
          </a:xfrm>
        </p:spPr>
        <p:txBody>
          <a:bodyPr>
            <a:noAutofit/>
          </a:bodyPr>
          <a:lstStyle/>
          <a:p>
            <a:pPr algn="ctr" eaLnBrk="1" fontAlgn="auto" hangingPunct="1">
              <a:spcAft>
                <a:spcPts val="0"/>
              </a:spcAft>
              <a:defRPr/>
            </a:pPr>
            <a:r>
              <a:rPr lang="en-AU" sz="3600" b="1" dirty="0">
                <a:solidFill>
                  <a:schemeClr val="accent2"/>
                </a:solidFill>
              </a:rPr>
              <a:t>The Most In-Demand Skill: Communication</a:t>
            </a:r>
            <a:endParaRPr lang="en-AU" altLang="en-US" sz="3600" b="1" dirty="0">
              <a:solidFill>
                <a:schemeClr val="accent2"/>
              </a:solidFill>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79</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DB2EEF5-55E6-1546-9526-AAE28ACB2152}"/>
              </a:ext>
            </a:extLst>
          </p:cNvPr>
          <p:cNvPicPr>
            <a:picLocks noChangeAspect="1"/>
          </p:cNvPicPr>
          <p:nvPr/>
        </p:nvPicPr>
        <p:blipFill>
          <a:blip r:embed="rId4"/>
          <a:stretch>
            <a:fillRect/>
          </a:stretch>
        </p:blipFill>
        <p:spPr>
          <a:xfrm>
            <a:off x="939939" y="2184185"/>
            <a:ext cx="6781800" cy="3267075"/>
          </a:xfrm>
          <a:prstGeom prst="rect">
            <a:avLst/>
          </a:prstGeom>
        </p:spPr>
      </p:pic>
    </p:spTree>
    <p:extLst>
      <p:ext uri="{BB962C8B-B14F-4D97-AF65-F5344CB8AC3E}">
        <p14:creationId xmlns:p14="http://schemas.microsoft.com/office/powerpoint/2010/main" val="37251539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3200" b="1" dirty="0">
                <a:solidFill>
                  <a:schemeClr val="accent2"/>
                </a:solidFill>
              </a:rPr>
              <a:t>Why Projects Fail Due to Communication Issues?</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318477" y="1841063"/>
            <a:ext cx="8698523" cy="4043800"/>
          </a:xfrm>
        </p:spPr>
        <p:txBody>
          <a:bodyPr/>
          <a:lstStyle/>
          <a:p>
            <a:r>
              <a:rPr lang="en-AU" b="1" dirty="0">
                <a:solidFill>
                  <a:schemeClr val="accent1">
                    <a:lumMod val="75000"/>
                  </a:schemeClr>
                </a:solidFill>
              </a:rPr>
              <a:t>#1: Lack of Clarity and Misalignment</a:t>
            </a:r>
          </a:p>
          <a:p>
            <a:pPr>
              <a:buFont typeface="Arial" panose="020B0604020202020204" pitchFamily="34" charset="0"/>
              <a:buChar char="•"/>
            </a:pPr>
            <a:r>
              <a:rPr lang="en-AU" sz="1800" b="1" dirty="0"/>
              <a:t>Miscommunication of Objectives</a:t>
            </a:r>
          </a:p>
          <a:p>
            <a:pPr lvl="1">
              <a:buFont typeface="Arial" panose="020B0604020202020204" pitchFamily="34" charset="0"/>
              <a:buChar char="•"/>
            </a:pPr>
            <a:r>
              <a:rPr lang="en-AU" sz="1600" dirty="0"/>
              <a:t>Impact: When project goals and objectives are not clearly communicated to all stakeholders, team members may work towards different outcomes.</a:t>
            </a:r>
          </a:p>
          <a:p>
            <a:pPr lvl="1">
              <a:buFont typeface="Arial" panose="020B0604020202020204" pitchFamily="34" charset="0"/>
              <a:buChar char="•"/>
            </a:pPr>
            <a:r>
              <a:rPr lang="en-AU" sz="1600" dirty="0"/>
              <a:t>Consequence: Leads to misalignment of efforts, wasted resources, and delays in project delivery.</a:t>
            </a:r>
          </a:p>
          <a:p>
            <a:pPr>
              <a:buFont typeface="Arial" panose="020B0604020202020204" pitchFamily="34" charset="0"/>
              <a:buChar char="•"/>
            </a:pPr>
            <a:r>
              <a:rPr lang="en-AU" sz="1800" b="1" dirty="0"/>
              <a:t>Poor Stakeholder Engagement</a:t>
            </a:r>
          </a:p>
          <a:p>
            <a:pPr lvl="1">
              <a:buFont typeface="Arial" panose="020B0604020202020204" pitchFamily="34" charset="0"/>
              <a:buChar char="•"/>
            </a:pPr>
            <a:r>
              <a:rPr lang="en-AU" sz="1600" dirty="0"/>
              <a:t>Impact: Inadequate engagement with stakeholders results in insufficient input and feedback throughout the project lifecycle.</a:t>
            </a:r>
          </a:p>
          <a:p>
            <a:pPr lvl="1">
              <a:buFont typeface="Arial" panose="020B0604020202020204" pitchFamily="34" charset="0"/>
              <a:buChar char="•"/>
            </a:pPr>
            <a:r>
              <a:rPr lang="en-AU" sz="1600" dirty="0"/>
              <a:t>Consequence: Increases the likelihood of delivering a product that does not meet user needs or expectations.</a:t>
            </a:r>
          </a:p>
          <a:p>
            <a:pPr>
              <a:buFont typeface="Arial" panose="020B0604020202020204" pitchFamily="34" charset="0"/>
              <a:buChar char="•"/>
            </a:pPr>
            <a:r>
              <a:rPr lang="en-AU" sz="1800" b="1" dirty="0"/>
              <a:t>Ambiguous Roles and Responsibilities</a:t>
            </a:r>
          </a:p>
          <a:p>
            <a:pPr lvl="1">
              <a:buFont typeface="Arial" panose="020B0604020202020204" pitchFamily="34" charset="0"/>
              <a:buChar char="•"/>
            </a:pPr>
            <a:r>
              <a:rPr lang="en-AU" sz="1600" dirty="0"/>
              <a:t>Impact: Unclear roles and responsibilities among team members lead to overlaps, gaps, and misunderstandings in project execution.</a:t>
            </a:r>
          </a:p>
          <a:p>
            <a:pPr lvl="1">
              <a:buFont typeface="Arial" panose="020B0604020202020204" pitchFamily="34" charset="0"/>
              <a:buChar char="•"/>
            </a:pPr>
            <a:r>
              <a:rPr lang="en-AU" sz="1600" dirty="0"/>
              <a:t>Consequence: Delays in decision-making, lack of accountability, and increased risk of project scope creep.</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80</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6905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2900" b="1" dirty="0">
                <a:solidFill>
                  <a:schemeClr val="accent2"/>
                </a:solidFill>
              </a:rPr>
              <a:t>Why Projects Fail Due to Communication Issues? (cont.)</a:t>
            </a:r>
            <a:endParaRPr lang="en-AU" altLang="en-US" sz="29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318477" y="1841063"/>
            <a:ext cx="8698523" cy="4043800"/>
          </a:xfrm>
        </p:spPr>
        <p:txBody>
          <a:bodyPr/>
          <a:lstStyle/>
          <a:p>
            <a:r>
              <a:rPr lang="en-AU" b="1" dirty="0">
                <a:solidFill>
                  <a:schemeClr val="accent1">
                    <a:lumMod val="75000"/>
                  </a:schemeClr>
                </a:solidFill>
              </a:rPr>
              <a:t>#2: Ineffective Communication Channels</a:t>
            </a:r>
          </a:p>
          <a:p>
            <a:pPr>
              <a:buFont typeface="Arial" panose="020B0604020202020204" pitchFamily="34" charset="0"/>
              <a:buChar char="•"/>
            </a:pPr>
            <a:r>
              <a:rPr lang="en-AU" sz="1800" b="1" dirty="0"/>
              <a:t>Overreliance on Email Communication</a:t>
            </a:r>
          </a:p>
          <a:p>
            <a:pPr lvl="1">
              <a:buFont typeface="Arial" panose="020B0604020202020204" pitchFamily="34" charset="0"/>
              <a:buChar char="•"/>
            </a:pPr>
            <a:r>
              <a:rPr lang="en-AU" sz="1600" dirty="0"/>
              <a:t>Impact: Important details may get lost in lengthy email threads or overlooked due to email overload.</a:t>
            </a:r>
          </a:p>
          <a:p>
            <a:pPr lvl="1">
              <a:buFont typeface="Arial" panose="020B0604020202020204" pitchFamily="34" charset="0"/>
              <a:buChar char="•"/>
            </a:pPr>
            <a:r>
              <a:rPr lang="en-AU" sz="1600" dirty="0"/>
              <a:t>Consequence: Miscommunication of critical information, delayed responses, and unresolved issues.</a:t>
            </a:r>
            <a:endParaRPr lang="en-AU" sz="1800" b="1" dirty="0"/>
          </a:p>
          <a:p>
            <a:pPr>
              <a:buFont typeface="Arial" panose="020B0604020202020204" pitchFamily="34" charset="0"/>
              <a:buChar char="•"/>
            </a:pPr>
            <a:r>
              <a:rPr lang="en-AU" sz="1800" b="1" dirty="0"/>
              <a:t>Inadequate Use of Project Management Tools</a:t>
            </a:r>
          </a:p>
          <a:p>
            <a:pPr lvl="1">
              <a:buFont typeface="Arial" panose="020B0604020202020204" pitchFamily="34" charset="0"/>
              <a:buChar char="•"/>
            </a:pPr>
            <a:r>
              <a:rPr lang="en-AU" sz="1600" dirty="0"/>
              <a:t>Impact: Insufficient utilisation of project management tools for tracking tasks, milestones, and issues.</a:t>
            </a:r>
          </a:p>
          <a:p>
            <a:pPr lvl="1">
              <a:buFont typeface="Arial" panose="020B0604020202020204" pitchFamily="34" charset="0"/>
              <a:buChar char="•"/>
            </a:pPr>
            <a:r>
              <a:rPr lang="en-AU" sz="1600" dirty="0"/>
              <a:t>Consequence: Difficulty in monitoring project progress, identifying risks, and coordinating team efforts.</a:t>
            </a:r>
            <a:endParaRPr lang="en-AU" sz="1800" b="1" dirty="0"/>
          </a:p>
          <a:p>
            <a:pPr>
              <a:buFont typeface="Arial" panose="020B0604020202020204" pitchFamily="34" charset="0"/>
              <a:buChar char="•"/>
            </a:pPr>
            <a:r>
              <a:rPr lang="en-AU" sz="1800" b="1" dirty="0"/>
              <a:t>Lack of Face-to-Face Communication</a:t>
            </a:r>
          </a:p>
          <a:p>
            <a:pPr lvl="1">
              <a:buFont typeface="Arial" panose="020B0604020202020204" pitchFamily="34" charset="0"/>
              <a:buChar char="•"/>
            </a:pPr>
            <a:r>
              <a:rPr lang="en-AU" sz="1600" dirty="0"/>
              <a:t>Impact: Relying solely on virtual communication may hinder rapport building and understanding of non-verbal cues.</a:t>
            </a:r>
          </a:p>
          <a:p>
            <a:pPr lvl="1">
              <a:buFont typeface="Arial" panose="020B0604020202020204" pitchFamily="34" charset="0"/>
              <a:buChar char="•"/>
            </a:pPr>
            <a:r>
              <a:rPr lang="en-AU" sz="1600" dirty="0"/>
              <a:t>Consequence: Reduced team cohesion, misunderstandings, and decreased morale.</a:t>
            </a: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81</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66212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539750" y="612775"/>
            <a:ext cx="8027988" cy="863600"/>
          </a:xfrm>
        </p:spPr>
        <p:txBody>
          <a:bodyPr>
            <a:noAutofit/>
          </a:bodyPr>
          <a:lstStyle/>
          <a:p>
            <a:pPr algn="ctr" eaLnBrk="1" fontAlgn="auto" hangingPunct="1">
              <a:spcAft>
                <a:spcPts val="0"/>
              </a:spcAft>
              <a:defRPr/>
            </a:pPr>
            <a:r>
              <a:rPr lang="en-AU" sz="2900" b="1" dirty="0">
                <a:solidFill>
                  <a:schemeClr val="accent2"/>
                </a:solidFill>
              </a:rPr>
              <a:t>Why Projects Fail Due to Communication Issues? (cont.)</a:t>
            </a:r>
            <a:endParaRPr lang="en-AU" altLang="en-US" sz="29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318477" y="1841063"/>
            <a:ext cx="8698523" cy="4043800"/>
          </a:xfrm>
        </p:spPr>
        <p:txBody>
          <a:bodyPr/>
          <a:lstStyle/>
          <a:p>
            <a:r>
              <a:rPr lang="en-AU" b="1" dirty="0">
                <a:solidFill>
                  <a:schemeClr val="accent1">
                    <a:lumMod val="75000"/>
                  </a:schemeClr>
                </a:solidFill>
              </a:rPr>
              <a:t>#3: Ineffective Communication Breakdowns and Conflict</a:t>
            </a:r>
          </a:p>
          <a:p>
            <a:pPr>
              <a:buFont typeface="Arial" panose="020B0604020202020204" pitchFamily="34" charset="0"/>
              <a:buChar char="•"/>
            </a:pPr>
            <a:r>
              <a:rPr lang="en-AU" sz="1800" b="1" dirty="0"/>
              <a:t>Communication Silos</a:t>
            </a:r>
          </a:p>
          <a:p>
            <a:pPr lvl="1">
              <a:buFont typeface="Arial" panose="020B0604020202020204" pitchFamily="34" charset="0"/>
              <a:buChar char="•"/>
            </a:pPr>
            <a:r>
              <a:rPr lang="en-AU" sz="1600" dirty="0"/>
              <a:t>Impact: Lack of cross-functional communication leads to isolated teams or departments working in isolation.</a:t>
            </a:r>
          </a:p>
          <a:p>
            <a:pPr lvl="1">
              <a:buFont typeface="Arial" panose="020B0604020202020204" pitchFamily="34" charset="0"/>
              <a:buChar char="•"/>
            </a:pPr>
            <a:r>
              <a:rPr lang="en-AU" sz="1600" dirty="0"/>
              <a:t>Consequence: Duplication of efforts, missed opportunities for collaboration, and delays in decision-making.</a:t>
            </a:r>
            <a:endParaRPr lang="en-AU" sz="1800" b="1" dirty="0"/>
          </a:p>
          <a:p>
            <a:pPr>
              <a:buFont typeface="Arial" panose="020B0604020202020204" pitchFamily="34" charset="0"/>
              <a:buChar char="•"/>
            </a:pPr>
            <a:r>
              <a:rPr lang="en-AU" sz="1800" b="1" dirty="0"/>
              <a:t>Conflict Mismanagement</a:t>
            </a:r>
          </a:p>
          <a:p>
            <a:pPr lvl="1">
              <a:buFont typeface="Arial" panose="020B0604020202020204" pitchFamily="34" charset="0"/>
              <a:buChar char="•"/>
            </a:pPr>
            <a:r>
              <a:rPr lang="en-AU" sz="1600" dirty="0"/>
              <a:t>Impact: Ignoring or mishandling conflicts among team members or stakeholders disrupts project progress and team dynamics.</a:t>
            </a:r>
          </a:p>
          <a:p>
            <a:pPr lvl="1">
              <a:buFont typeface="Arial" panose="020B0604020202020204" pitchFamily="34" charset="0"/>
              <a:buChar char="•"/>
            </a:pPr>
            <a:r>
              <a:rPr lang="en-AU" sz="1600" dirty="0"/>
              <a:t>Consequence: Decreased productivity, morale, and potential project abandonment.</a:t>
            </a:r>
            <a:endParaRPr lang="en-AU" sz="1800" b="1" dirty="0"/>
          </a:p>
          <a:p>
            <a:pPr>
              <a:buFont typeface="Arial" panose="020B0604020202020204" pitchFamily="34" charset="0"/>
              <a:buChar char="•"/>
            </a:pPr>
            <a:r>
              <a:rPr lang="en-AU" sz="1800" b="1" dirty="0"/>
              <a:t>Poor Crisis Communication</a:t>
            </a:r>
          </a:p>
          <a:p>
            <a:pPr lvl="1">
              <a:buFont typeface="Arial" panose="020B0604020202020204" pitchFamily="34" charset="0"/>
              <a:buChar char="•"/>
            </a:pPr>
            <a:r>
              <a:rPr lang="en-AU" sz="1600" dirty="0"/>
              <a:t>Impact: Inadequate preparation and response during crises or unexpected events result in panic and confusion among stakeholders.</a:t>
            </a:r>
          </a:p>
          <a:p>
            <a:pPr lvl="1">
              <a:buFont typeface="Arial" panose="020B0604020202020204" pitchFamily="34" charset="0"/>
              <a:buChar char="•"/>
            </a:pPr>
            <a:r>
              <a:rPr lang="en-AU" sz="1600" dirty="0"/>
              <a:t>Consequence: Increased project risks, damaged reputation, and loss of stakeholder trust.</a:t>
            </a:r>
          </a:p>
          <a:p>
            <a:pPr lvl="1">
              <a:buFont typeface="Arial" panose="020B0604020202020204" pitchFamily="34" charset="0"/>
              <a:buChar char="•"/>
            </a:pPr>
            <a:endParaRPr lang="en-AU" sz="1600" dirty="0"/>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82</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05023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A2E8118-8989-4D83-B0B6-3780317E104A}"/>
              </a:ext>
            </a:extLst>
          </p:cNvPr>
          <p:cNvSpPr>
            <a:spLocks noGrp="1"/>
          </p:cNvSpPr>
          <p:nvPr>
            <p:ph type="title"/>
          </p:nvPr>
        </p:nvSpPr>
        <p:spPr>
          <a:xfrm>
            <a:off x="342900" y="612775"/>
            <a:ext cx="8224838" cy="863600"/>
          </a:xfrm>
        </p:spPr>
        <p:txBody>
          <a:bodyPr>
            <a:noAutofit/>
          </a:bodyPr>
          <a:lstStyle/>
          <a:p>
            <a:pPr algn="ctr" eaLnBrk="1" fontAlgn="auto" hangingPunct="1">
              <a:spcAft>
                <a:spcPts val="0"/>
              </a:spcAft>
              <a:defRPr/>
            </a:pPr>
            <a:r>
              <a:rPr lang="en-AU" altLang="en-US" sz="3200" b="1" dirty="0">
                <a:solidFill>
                  <a:schemeClr val="accent2"/>
                </a:solidFill>
              </a:rPr>
              <a:t>Video: </a:t>
            </a:r>
            <a:r>
              <a:rPr lang="en-AU" sz="2800" b="1" dirty="0">
                <a:solidFill>
                  <a:schemeClr val="accent2"/>
                </a:solidFill>
              </a:rPr>
              <a:t>Project Communications Management Overview </a:t>
            </a:r>
            <a:endParaRPr lang="en-AU" altLang="en-US" sz="3200" b="1" dirty="0">
              <a:solidFill>
                <a:schemeClr val="accent2"/>
              </a:solidFill>
            </a:endParaRPr>
          </a:p>
        </p:txBody>
      </p:sp>
      <p:sp>
        <p:nvSpPr>
          <p:cNvPr id="3" name="Content Placeholder 2">
            <a:extLst>
              <a:ext uri="{FF2B5EF4-FFF2-40B4-BE49-F238E27FC236}">
                <a16:creationId xmlns:a16="http://schemas.microsoft.com/office/drawing/2014/main" id="{47E3A1D5-959A-49F9-AB1B-63563D526DDF}"/>
              </a:ext>
            </a:extLst>
          </p:cNvPr>
          <p:cNvSpPr>
            <a:spLocks noGrp="1" noChangeArrowheads="1"/>
          </p:cNvSpPr>
          <p:nvPr>
            <p:ph idx="1"/>
          </p:nvPr>
        </p:nvSpPr>
        <p:spPr>
          <a:xfrm>
            <a:off x="539750" y="1836738"/>
            <a:ext cx="8299450" cy="4043800"/>
          </a:xfrm>
        </p:spPr>
        <p:txBody>
          <a:bodyPr/>
          <a:lstStyle/>
          <a:p>
            <a:r>
              <a:rPr lang="en-AU" sz="2800" dirty="0"/>
              <a:t>Project Communications Management</a:t>
            </a:r>
            <a:endParaRPr lang="en-AU" sz="2200" dirty="0"/>
          </a:p>
          <a:p>
            <a:pPr>
              <a:buFont typeface="Arial" panose="020B0604020202020204" pitchFamily="34" charset="0"/>
              <a:buChar char="•"/>
            </a:pPr>
            <a:endParaRPr lang="en-AU" sz="1600" dirty="0">
              <a:solidFill>
                <a:srgbClr val="131313"/>
              </a:solidFill>
              <a:latin typeface="Roboto" panose="02000000000000000000" pitchFamily="2" charset="0"/>
            </a:endParaRPr>
          </a:p>
          <a:p>
            <a:r>
              <a:rPr lang="en-AU" sz="1800" b="0" i="0" u="none" strike="noStrike" baseline="0" dirty="0">
                <a:highlight>
                  <a:srgbClr val="93E3FF"/>
                </a:highlight>
                <a:latin typeface="Century Gothic" panose="020B0502020202020204" pitchFamily="34" charset="0"/>
              </a:rPr>
              <a:t>Watch this video to learn </a:t>
            </a:r>
            <a:r>
              <a:rPr lang="en-AU" sz="1800" dirty="0">
                <a:highlight>
                  <a:srgbClr val="93E3FF"/>
                </a:highlight>
                <a:latin typeface="Century Gothic" panose="020B0502020202020204" pitchFamily="34" charset="0"/>
              </a:rPr>
              <a:t>:</a:t>
            </a:r>
          </a:p>
          <a:p>
            <a:r>
              <a:rPr lang="en-AU" sz="1800" dirty="0">
                <a:solidFill>
                  <a:srgbClr val="131313"/>
                </a:solidFill>
                <a:latin typeface="Roboto" panose="02000000000000000000" pitchFamily="2" charset="0"/>
              </a:rPr>
              <a:t>https://www.youtube.com/watch?v=S2lLKYV4e6M</a:t>
            </a:r>
            <a:endParaRPr lang="en-AU" sz="1600" dirty="0">
              <a:solidFill>
                <a:srgbClr val="131313"/>
              </a:solidFill>
              <a:latin typeface="Roboto" panose="02000000000000000000" pitchFamily="2" charset="0"/>
            </a:endParaRPr>
          </a:p>
        </p:txBody>
      </p:sp>
      <p:sp>
        <p:nvSpPr>
          <p:cNvPr id="2" name="Footer Placeholder 1">
            <a:extLst>
              <a:ext uri="{FF2B5EF4-FFF2-40B4-BE49-F238E27FC236}">
                <a16:creationId xmlns:a16="http://schemas.microsoft.com/office/drawing/2014/main" id="{888A6C54-4984-4FE2-A1F7-5E325BF9B63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0485" name="Slide Number Placeholder 3">
            <a:extLst>
              <a:ext uri="{FF2B5EF4-FFF2-40B4-BE49-F238E27FC236}">
                <a16:creationId xmlns:a16="http://schemas.microsoft.com/office/drawing/2014/main" id="{8175A72A-0461-4916-970D-5B68915483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6E39B-1EF4-414B-B69D-68241CCB3A7A}" type="slidenum">
              <a:rPr lang="en-US" altLang="en-US" sz="900" smtClean="0">
                <a:solidFill>
                  <a:srgbClr val="FFFFFF"/>
                </a:solidFill>
              </a:rPr>
              <a:pPr/>
              <a:t>83</a:t>
            </a:fld>
            <a:endParaRPr lang="en-US" altLang="en-US" sz="900">
              <a:solidFill>
                <a:srgbClr val="FFFFFF"/>
              </a:solidFill>
            </a:endParaRPr>
          </a:p>
        </p:txBody>
      </p:sp>
      <p:pic>
        <p:nvPicPr>
          <p:cNvPr id="20486" name="Picture 5">
            <a:extLst>
              <a:ext uri="{FF2B5EF4-FFF2-40B4-BE49-F238E27FC236}">
                <a16:creationId xmlns:a16="http://schemas.microsoft.com/office/drawing/2014/main" id="{B099342E-B11F-456B-BC89-8A3ACDD1C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 name="Picture 1" descr="page2image2758544">
            <a:extLst>
              <a:ext uri="{FF2B5EF4-FFF2-40B4-BE49-F238E27FC236}">
                <a16:creationId xmlns:a16="http://schemas.microsoft.com/office/drawing/2014/main" id="{F3B360EF-CFFC-D0F2-0D14-3B48A4D37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568700" cy="90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7469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1</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840295"/>
            <a:ext cx="8643668" cy="4321533"/>
          </a:xfrm>
        </p:spPr>
        <p:txBody>
          <a:bodyPr/>
          <a:lstStyle/>
          <a:p>
            <a:r>
              <a:rPr lang="en-AU" sz="2400" b="1" dirty="0">
                <a:solidFill>
                  <a:srgbClr val="00B0F0"/>
                </a:solidFill>
              </a:rPr>
              <a:t>Scenario 1:</a:t>
            </a:r>
            <a:r>
              <a:rPr lang="en-AU" sz="2400" dirty="0">
                <a:solidFill>
                  <a:srgbClr val="00B0F0"/>
                </a:solidFill>
              </a:rPr>
              <a:t> </a:t>
            </a:r>
            <a:r>
              <a:rPr lang="en-AU" sz="2400" b="1" dirty="0">
                <a:solidFill>
                  <a:srgbClr val="00B0F0"/>
                </a:solidFill>
              </a:rPr>
              <a:t>Requirements Miscommunication </a:t>
            </a:r>
          </a:p>
          <a:p>
            <a:r>
              <a:rPr lang="en-AU" b="1" dirty="0"/>
              <a:t>Scenario: </a:t>
            </a:r>
            <a:r>
              <a:rPr lang="en-AU" dirty="0"/>
              <a:t>During the initial phase of developing a new CRM system for a client, the requirement's gathering session was conducted with key stakeholders from the client's sales and marketing teams. However, due to miscommunication and differing interpretations, the development team received conflicting information about the core functionalities needed. </a:t>
            </a:r>
          </a:p>
          <a:p>
            <a:r>
              <a:rPr lang="en-AU" b="1" dirty="0"/>
              <a:t>Discuss</a:t>
            </a:r>
            <a:r>
              <a:rPr lang="en-US" altLang="zh-CN" b="1" dirty="0"/>
              <a:t> in your groups</a:t>
            </a:r>
            <a:r>
              <a:rPr lang="en-AU" b="1" dirty="0"/>
              <a:t>:</a:t>
            </a:r>
            <a:endParaRPr lang="en-AU" dirty="0"/>
          </a:p>
          <a:p>
            <a:pPr>
              <a:buFont typeface="+mj-lt"/>
              <a:buAutoNum type="arabicPeriod"/>
            </a:pPr>
            <a:r>
              <a:rPr lang="en-AU" sz="1900" dirty="0"/>
              <a:t>What were the primary challenges encountered during the requirements gathering session? </a:t>
            </a:r>
          </a:p>
          <a:p>
            <a:pPr>
              <a:buFont typeface="+mj-lt"/>
              <a:buAutoNum type="arabicPeriod"/>
            </a:pPr>
            <a:r>
              <a:rPr lang="en-AU" sz="1900" dirty="0"/>
              <a:t>How did the miscommunication impact the project timeline and budget?</a:t>
            </a:r>
          </a:p>
          <a:p>
            <a:pPr>
              <a:buFont typeface="+mj-lt"/>
              <a:buAutoNum type="arabicPeriod"/>
            </a:pPr>
            <a:r>
              <a:rPr lang="en-AU" sz="1900" dirty="0"/>
              <a:t>What steps could have been taken to prevent or minimise requirements miscommunication?</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0709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2</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r>
              <a:rPr lang="en-AU" sz="2400" b="1" dirty="0">
                <a:solidFill>
                  <a:srgbClr val="00B0F0"/>
                </a:solidFill>
              </a:rPr>
              <a:t>Scenario 2: Cross-Functional Team Communication Breakdown </a:t>
            </a:r>
          </a:p>
          <a:p>
            <a:r>
              <a:rPr lang="en-AU" b="1" dirty="0"/>
              <a:t>Scenario:</a:t>
            </a:r>
            <a:r>
              <a:rPr lang="en-AU" dirty="0"/>
              <a:t> In a software development project involving multiple teams (development, QA, and operations), there was a breakdown in communication regarding a critical software update deployment timeline. The development team completed the update earlier than expected, but due to inadequate communication with the operations team, the deployment was delayed.</a:t>
            </a:r>
          </a:p>
          <a:p>
            <a:pPr marL="0" indent="0">
              <a:buNone/>
            </a:pPr>
            <a:r>
              <a:rPr lang="en-AU" b="1" dirty="0"/>
              <a:t>Discuss</a:t>
            </a:r>
            <a:r>
              <a:rPr lang="en-US" altLang="zh-CN" b="1" dirty="0"/>
              <a:t> in your groups</a:t>
            </a:r>
            <a:r>
              <a:rPr lang="en-AU" b="1" dirty="0"/>
              <a:t>:</a:t>
            </a:r>
            <a:endParaRPr lang="en-AU" dirty="0"/>
          </a:p>
          <a:p>
            <a:pPr>
              <a:buFont typeface="+mj-lt"/>
              <a:buAutoNum type="arabicPeriod"/>
            </a:pPr>
            <a:r>
              <a:rPr lang="en-AU" sz="1900" dirty="0"/>
              <a:t>What were the contributing factors to the breakdown in communication between the development and operations teams? </a:t>
            </a:r>
          </a:p>
          <a:p>
            <a:pPr>
              <a:buFont typeface="+mj-lt"/>
              <a:buAutoNum type="arabicPeriod"/>
            </a:pPr>
            <a:r>
              <a:rPr lang="en-AU" sz="1900" dirty="0"/>
              <a:t>How did the delayed deployment impact project delivery and stakeholder satisfaction?</a:t>
            </a:r>
          </a:p>
          <a:p>
            <a:pPr>
              <a:buFont typeface="+mj-lt"/>
              <a:buAutoNum type="arabicPeriod"/>
            </a:pPr>
            <a:r>
              <a:rPr lang="en-AU" sz="1900" dirty="0"/>
              <a:t>What strategies could be implemented to improve cross-functional communication in future projects?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01042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3: </a:t>
            </a:r>
            <a:br>
              <a:rPr lang="en-AU" sz="3600" b="1" dirty="0">
                <a:solidFill>
                  <a:schemeClr val="accent2"/>
                </a:solidFill>
              </a:rPr>
            </a:br>
            <a:r>
              <a:rPr lang="en-AU" sz="3600" b="1" dirty="0">
                <a:solidFill>
                  <a:schemeClr val="accent2"/>
                </a:solidFill>
              </a:rPr>
              <a:t>Open Questions</a:t>
            </a:r>
            <a:endParaRPr lang="en-AU" altLang="en-US" sz="3600" b="1" dirty="0">
              <a:solidFill>
                <a:schemeClr val="accent2"/>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99879" y="1557069"/>
            <a:ext cx="8386493" cy="4321533"/>
          </a:xfrm>
        </p:spPr>
        <p:txBody>
          <a:bodyPr/>
          <a:lstStyle/>
          <a:p>
            <a:pPr marL="0" indent="0">
              <a:buNone/>
            </a:pPr>
            <a:endParaRPr lang="en-AU" dirty="0">
              <a:solidFill>
                <a:srgbClr val="000000"/>
              </a:solidFill>
              <a:latin typeface="Arial" panose="020B0604020202020204" pitchFamily="34" charset="0"/>
            </a:endParaRPr>
          </a:p>
          <a:p>
            <a:pPr marL="0" indent="0">
              <a:buNone/>
            </a:pPr>
            <a:r>
              <a:rPr lang="en-AU" b="1" i="0" u="none" strike="noStrike" baseline="0" dirty="0">
                <a:solidFill>
                  <a:srgbClr val="00B0F0"/>
                </a:solidFill>
                <a:latin typeface="Arial" panose="020B0604020202020204" pitchFamily="34" charset="0"/>
              </a:rPr>
              <a:t>Discuss in your group with the help of an online search platform: </a:t>
            </a:r>
          </a:p>
          <a:p>
            <a:pPr>
              <a:buFont typeface="+mj-lt"/>
              <a:buAutoNum type="arabicPeriod"/>
            </a:pPr>
            <a:r>
              <a:rPr lang="en-AU" sz="1600" dirty="0"/>
              <a:t>How do you ensure effective communication among diverse team members with varying technical backgrounds in an IT project?</a:t>
            </a:r>
          </a:p>
          <a:p>
            <a:pPr>
              <a:buFont typeface="+mj-lt"/>
              <a:buAutoNum type="arabicPeriod"/>
            </a:pPr>
            <a:r>
              <a:rPr lang="en-AU" sz="1600" dirty="0"/>
              <a:t>What role does active listening play in resolving conflicts or misunderstandings during IT project execution?</a:t>
            </a:r>
          </a:p>
          <a:p>
            <a:pPr>
              <a:buFont typeface="+mj-lt"/>
              <a:buAutoNum type="arabicPeriod"/>
            </a:pPr>
            <a:r>
              <a:rPr lang="en-AU" sz="1600" dirty="0"/>
              <a:t>Can you share a scenario where poor communication negatively impacted an IT project? How was it resolved, and what lessons were learned?</a:t>
            </a:r>
          </a:p>
          <a:p>
            <a:pPr>
              <a:buFont typeface="+mj-lt"/>
              <a:buAutoNum type="arabicPeriod"/>
            </a:pPr>
            <a:r>
              <a:rPr lang="en-AU" sz="1600" dirty="0"/>
              <a:t>What communication challenges do you anticipate when working with remote or distributed teams in IT projects? How would you address these challenges?</a:t>
            </a:r>
          </a:p>
          <a:p>
            <a:pPr>
              <a:buFont typeface="+mj-lt"/>
              <a:buAutoNum type="arabicPeriod"/>
            </a:pPr>
            <a:r>
              <a:rPr lang="en-AU" sz="1600" dirty="0"/>
              <a:t>How do you prioritise transparency and clarity in communicating project updates and milestones to stakeholders in IT projects?</a:t>
            </a:r>
            <a:endParaRPr lang="en-AU" sz="1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24953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solidFill>
              </a:rPr>
              <a:t>Workshop Activity 4: Infographic summary</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0" indent="0">
              <a:buNone/>
            </a:pPr>
            <a:endParaRPr lang="en-AU" sz="1800" b="0" i="0" u="none" strike="noStrike" baseline="0" dirty="0">
              <a:latin typeface="Arial" panose="020B0604020202020204" pitchFamily="34" charset="0"/>
            </a:endParaRPr>
          </a:p>
          <a:p>
            <a:pPr marL="0" indent="0">
              <a:buNone/>
            </a:pPr>
            <a:r>
              <a:rPr lang="en-AU" sz="1800" dirty="0">
                <a:solidFill>
                  <a:srgbClr val="B31165"/>
                </a:solidFill>
                <a:latin typeface="Wingdings 3" panose="05040102010807070707" pitchFamily="18" charset="2"/>
              </a:rPr>
              <a:t> </a:t>
            </a:r>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Students are required to list the concepts that have been covered in the reading materials and lecture and group them by their category.  </a:t>
            </a:r>
          </a:p>
          <a:p>
            <a:r>
              <a:rPr lang="en-AU" sz="1800" b="0" i="0" u="none" strike="noStrike" baseline="0" dirty="0">
                <a:solidFill>
                  <a:srgbClr val="B31165"/>
                </a:solidFill>
                <a:latin typeface="Wingdings 3" panose="05040102010807070707" pitchFamily="18" charset="2"/>
              </a:rPr>
              <a:t> </a:t>
            </a:r>
            <a:r>
              <a:rPr lang="en-AU" sz="1800" b="0" i="0" u="none" strike="noStrike" baseline="0" dirty="0">
                <a:solidFill>
                  <a:srgbClr val="404040"/>
                </a:solidFill>
                <a:latin typeface="Arial" panose="020B0604020202020204" pitchFamily="34" charset="0"/>
              </a:rPr>
              <a:t>Use an online tool (such as https://www.canva.com/ ) to produce the infographic summary to be submitted and present to the class. </a:t>
            </a:r>
          </a:p>
          <a:p>
            <a:endParaRPr lang="en-AU" sz="1800" b="0" i="0" u="none" strike="noStrike" baseline="0" dirty="0">
              <a:solidFill>
                <a:srgbClr val="404040"/>
              </a:solidFill>
              <a:latin typeface="Arial" panose="020B0604020202020204" pitchFamily="34" charset="0"/>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47113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3767</TotalTime>
  <Words>4684</Words>
  <Application>Microsoft Office PowerPoint</Application>
  <PresentationFormat>On-screen Show (4:3)</PresentationFormat>
  <Paragraphs>700</Paragraphs>
  <Slides>87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87</vt:i4>
      </vt:variant>
    </vt:vector>
  </HeadingPairs>
  <TitlesOfParts>
    <vt:vector size="98" baseType="lpstr">
      <vt:lpstr>Arial</vt:lpstr>
      <vt:lpstr>Arial Narrow</vt:lpstr>
      <vt:lpstr>Calibri</vt:lpstr>
      <vt:lpstr>Calibri Light</vt:lpstr>
      <vt:lpstr>Century Gothic</vt:lpstr>
      <vt:lpstr>Roboto</vt:lpstr>
      <vt:lpstr>Symbol</vt:lpstr>
      <vt:lpstr>Times New Roman</vt:lpstr>
      <vt:lpstr>Wingdings</vt:lpstr>
      <vt:lpstr>Wingdings 3</vt:lpstr>
      <vt:lpstr>Retrospect</vt:lpstr>
      <vt:lpstr>PowerPoint Presentation</vt:lpstr>
      <vt:lpstr>What we learned last week</vt:lpstr>
      <vt:lpstr>Why Communication Fails</vt:lpstr>
      <vt:lpstr>Communication in Real IT Projects</vt:lpstr>
      <vt:lpstr>Communication in Real IT Projects</vt:lpstr>
      <vt:lpstr>Questions Students Can Ask NSW IT Support</vt:lpstr>
      <vt:lpstr>Communication Plan Example</vt:lpstr>
      <vt:lpstr>Professional Communication Tips</vt:lpstr>
      <vt:lpstr>Connecting Week 7 to Assessment 4</vt:lpstr>
      <vt:lpstr>FINAL RECOMMENDATION</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Pre-Class Readings</vt:lpstr>
      <vt:lpstr>Week 7 Topics</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Pre-Class Discussion</vt:lpstr>
      <vt:lpstr>Why Does Communication Fail in Project Management?</vt:lpstr>
      <vt:lpstr>  Significance of Communication in Managing Projects</vt:lpstr>
      <vt:lpstr>  Significance of Communication in Managing Projects (cont.)</vt:lpstr>
      <vt:lpstr>  Significance of Communication in Managing Projects (cont.)</vt:lpstr>
      <vt:lpstr>  Significance of Communication in Managing Projects (cont.)</vt:lpstr>
      <vt:lpstr>Types of Communication in Project Management</vt:lpstr>
      <vt:lpstr>Types of Communication in Project Management (cont.)</vt:lpstr>
      <vt:lpstr>Types of Communication in Project Management (cont.)</vt:lpstr>
      <vt:lpstr>Types of Communication in Project Management (cont.)</vt:lpstr>
      <vt:lpstr>Key Steps to Manage Communication in IT Projects: Establish a Communication Plan</vt:lpstr>
      <vt:lpstr>Establish a Communication Plan (cont.)</vt:lpstr>
      <vt:lpstr>Key Steps to Manage Communication in IT Projects: Utilise Effective Communication Tools</vt:lpstr>
      <vt:lpstr>Utilise Effective Communication Tools(cont.)</vt:lpstr>
      <vt:lpstr>Utilise Effective Communication Tools (cont.)</vt:lpstr>
      <vt:lpstr>Key Steps to Manage Communication in IT Projects: Conduct Regular Meetings</vt:lpstr>
      <vt:lpstr>Conduct Regular Meetings</vt:lpstr>
      <vt:lpstr>Key Steps to Manage Communication in IT Projects: Foster Open and Transparent Communication</vt:lpstr>
      <vt:lpstr>Foster Open and Transparent Communication:  Conflict Resolution</vt:lpstr>
      <vt:lpstr>Key Steps to Manage Communication in IT Projects: Monitor and Evaluate Communication Effectiveness</vt:lpstr>
      <vt:lpstr>Group Discussion Case Study </vt:lpstr>
      <vt:lpstr>Case Study: Discussion Points</vt:lpstr>
      <vt:lpstr>Case Study: Discussion Points</vt:lpstr>
      <vt:lpstr>Case Study: Discussion Points</vt:lpstr>
      <vt:lpstr>Summary</vt:lpstr>
      <vt:lpstr>Q&amp;A</vt:lpstr>
      <vt:lpstr>PowerPoint Presentation</vt:lpstr>
      <vt:lpstr>The Most In-Demand Skill: Communication</vt:lpstr>
      <vt:lpstr>Why Projects Fail Due to Communication Issues?</vt:lpstr>
      <vt:lpstr>Why Projects Fail Due to Communication Issues? (cont.)</vt:lpstr>
      <vt:lpstr>Why Projects Fail Due to Communication Issues? (cont.)</vt:lpstr>
      <vt:lpstr>Video: Project Communications Management Overview </vt:lpstr>
      <vt:lpstr>Workshop Activity 1</vt:lpstr>
      <vt:lpstr>Workshop Activity 2</vt:lpstr>
      <vt:lpstr>Workshop Activity 3:  Open Questions</vt:lpstr>
      <vt:lpstr>Workshop Activity 4: Infographic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301</cp:revision>
  <dcterms:created xsi:type="dcterms:W3CDTF">2009-10-28T23:36:30Z</dcterms:created>
  <dcterms:modified xsi:type="dcterms:W3CDTF">2026-05-10T15:56:41Z</dcterms:modified>
</cp:coreProperties>
</file>