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124"/>
  </p:notesMasterIdLst>
  <p:handoutMasterIdLst>
    <p:handoutMasterId r:id="rId125"/>
  </p:handoutMasterIdLst>
  <p:sldIdLst>
    <p:sldId id="260" r:id="rId2"/>
    <p:sldId id="286" r:id="rId3"/>
    <p:sldId id="304" r:id="rId4"/>
    <p:sldId id="412" r:id="rId5"/>
    <p:sldId id="413" r:id="rId6"/>
    <p:sldId id="414" r:id="rId7"/>
    <p:sldId id="415" r:id="rId8"/>
    <p:sldId id="416" r:id="rId9"/>
    <p:sldId id="417" r:id="rId10"/>
    <p:sldId id="418" r:id="rId11"/>
    <p:sldId id="420" r:id="rId12"/>
    <p:sldId id="419" r:id="rId13"/>
    <p:sldId id="421" r:id="rId14"/>
    <p:sldId id="422" r:id="rId15"/>
    <p:sldId id="423" r:id="rId16"/>
    <p:sldId id="424" r:id="rId17"/>
    <p:sldId id="425" r:id="rId18"/>
    <p:sldId id="426" r:id="rId19"/>
    <p:sldId id="427" r:id="rId20"/>
    <p:sldId id="428" r:id="rId21"/>
    <p:sldId id="429" r:id="rId22"/>
    <p:sldId id="430" r:id="rId23"/>
    <p:sldId id="431" r:id="rId24"/>
    <p:sldId id="432" r:id="rId25"/>
    <p:sldId id="433" r:id="rId26"/>
    <p:sldId id="434" r:id="rId27"/>
    <p:sldId id="435" r:id="rId28"/>
    <p:sldId id="436" r:id="rId29"/>
    <p:sldId id="437" r:id="rId30"/>
    <p:sldId id="438" r:id="rId31"/>
    <p:sldId id="439" r:id="rId32"/>
    <p:sldId id="440" r:id="rId33"/>
    <p:sldId id="441" r:id="rId34"/>
    <p:sldId id="442" r:id="rId35"/>
    <p:sldId id="443" r:id="rId36"/>
    <p:sldId id="444" r:id="rId37"/>
    <p:sldId id="445" r:id="rId38"/>
    <p:sldId id="446" r:id="rId39"/>
    <p:sldId id="447" r:id="rId40"/>
    <p:sldId id="448" r:id="rId41"/>
    <p:sldId id="449" r:id="rId42"/>
    <p:sldId id="450" r:id="rId43"/>
    <p:sldId id="451" r:id="rId44"/>
    <p:sldId id="452" r:id="rId45"/>
    <p:sldId id="453" r:id="rId46"/>
    <p:sldId id="454" r:id="rId47"/>
    <p:sldId id="305" r:id="rId48"/>
    <p:sldId id="411" r:id="rId49"/>
    <p:sldId id="455" r:id="rId50"/>
    <p:sldId id="456" r:id="rId51"/>
    <p:sldId id="457" r:id="rId52"/>
    <p:sldId id="459" r:id="rId53"/>
    <p:sldId id="460" r:id="rId54"/>
    <p:sldId id="461" r:id="rId55"/>
    <p:sldId id="289" r:id="rId56"/>
    <p:sldId id="462" r:id="rId57"/>
    <p:sldId id="463" r:id="rId58"/>
    <p:sldId id="464" r:id="rId59"/>
    <p:sldId id="465" r:id="rId60"/>
    <p:sldId id="466" r:id="rId61"/>
    <p:sldId id="467" r:id="rId62"/>
    <p:sldId id="468" r:id="rId63"/>
    <p:sldId id="469" r:id="rId64"/>
    <p:sldId id="470" r:id="rId65"/>
    <p:sldId id="365" r:id="rId66"/>
    <p:sldId id="287" r:id="rId67"/>
    <p:sldId id="392" r:id="rId68"/>
    <p:sldId id="394" r:id="rId69"/>
    <p:sldId id="395" r:id="rId70"/>
    <p:sldId id="366" r:id="rId71"/>
    <p:sldId id="396" r:id="rId72"/>
    <p:sldId id="397" r:id="rId73"/>
    <p:sldId id="402" r:id="rId74"/>
    <p:sldId id="398" r:id="rId75"/>
    <p:sldId id="399" r:id="rId76"/>
    <p:sldId id="400" r:id="rId77"/>
    <p:sldId id="401" r:id="rId78"/>
    <p:sldId id="367" r:id="rId79"/>
    <p:sldId id="403" r:id="rId80"/>
    <p:sldId id="368" r:id="rId81"/>
    <p:sldId id="407" r:id="rId82"/>
    <p:sldId id="404" r:id="rId83"/>
    <p:sldId id="406" r:id="rId84"/>
    <p:sldId id="408" r:id="rId85"/>
    <p:sldId id="292" r:id="rId86"/>
    <p:sldId id="471" r:id="rId87"/>
    <p:sldId id="472" r:id="rId88"/>
    <p:sldId id="473" r:id="rId89"/>
    <p:sldId id="363" r:id="rId90"/>
    <p:sldId id="295" r:id="rId91"/>
    <p:sldId id="296" r:id="rId92"/>
    <p:sldId id="409" r:id="rId93"/>
    <p:sldId id="353" r:id="rId94"/>
    <p:sldId id="261" r:id="rId95"/>
    <p:sldId id="357" r:id="rId96"/>
    <p:sldId id="350" r:id="rId97"/>
    <p:sldId id="474" r:id="rId98"/>
    <p:sldId id="475" r:id="rId99"/>
    <p:sldId id="476" r:id="rId100"/>
    <p:sldId id="477" r:id="rId101"/>
    <p:sldId id="478" r:id="rId102"/>
    <p:sldId id="479" r:id="rId103"/>
    <p:sldId id="480" r:id="rId104"/>
    <p:sldId id="481" r:id="rId105"/>
    <p:sldId id="482" r:id="rId106"/>
    <p:sldId id="483" r:id="rId107"/>
    <p:sldId id="484" r:id="rId108"/>
    <p:sldId id="485" r:id="rId109"/>
    <p:sldId id="486" r:id="rId110"/>
    <p:sldId id="487" r:id="rId111"/>
    <p:sldId id="495" r:id="rId112"/>
    <p:sldId id="496" r:id="rId113"/>
    <p:sldId id="497" r:id="rId114"/>
    <p:sldId id="498" r:id="rId115"/>
    <p:sldId id="499" r:id="rId116"/>
    <p:sldId id="500" r:id="rId117"/>
    <p:sldId id="501" r:id="rId118"/>
    <p:sldId id="502" r:id="rId119"/>
    <p:sldId id="343" r:id="rId120"/>
    <p:sldId id="410" r:id="rId121"/>
    <p:sldId id="344" r:id="rId122"/>
    <p:sldId id="306" r:id="rId123"/>
  </p:sldIdLst>
  <p:sldSz cx="9144000" cy="6858000" type="screen4x3"/>
  <p:notesSz cx="6858000" cy="9144000"/>
  <p:custDataLst>
    <p:tags r:id="rId126"/>
  </p:custDataLst>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ff 45"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B073"/>
    <a:srgbClr val="BD92DE"/>
    <a:srgbClr val="A7D971"/>
    <a:srgbClr val="93E3FF"/>
    <a:srgbClr val="65D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135F30-5CA7-4946-BCA2-4D42D6683931}" v="4" dt="2022-02-27T23:07:00.9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41" autoAdjust="0"/>
    <p:restoredTop sz="95714" autoAdjust="0"/>
  </p:normalViewPr>
  <p:slideViewPr>
    <p:cSldViewPr snapToGrid="0" snapToObjects="1">
      <p:cViewPr>
        <p:scale>
          <a:sx n="50" d="100"/>
          <a:sy n="50" d="100"/>
        </p:scale>
        <p:origin x="1281" y="498"/>
      </p:cViewPr>
      <p:guideLst>
        <p:guide orient="horz" pos="2160"/>
        <p:guide pos="2880"/>
      </p:guideLst>
    </p:cSldViewPr>
  </p:slideViewPr>
  <p:notesTextViewPr>
    <p:cViewPr>
      <p:scale>
        <a:sx n="100" d="100"/>
        <a:sy n="100" d="100"/>
      </p:scale>
      <p:origin x="0" y="0"/>
    </p:cViewPr>
  </p:notesTextViewPr>
  <p:notesViewPr>
    <p:cSldViewPr snapToGrid="0" snapToObjects="1">
      <p:cViewPr>
        <p:scale>
          <a:sx n="100" d="100"/>
          <a:sy n="100" d="100"/>
        </p:scale>
        <p:origin x="-1632" y="176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microsoft.com/office/2016/11/relationships/changesInfo" Target="changesInfos/changesInfo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McIntosh" userId="80c4542c76bccb85" providerId="LiveId" clId="{E8135F30-5CA7-4946-BCA2-4D42D6683931}"/>
    <pc:docChg chg="undo custSel modSld">
      <pc:chgData name="Tim McIntosh" userId="80c4542c76bccb85" providerId="LiveId" clId="{E8135F30-5CA7-4946-BCA2-4D42D6683931}" dt="2022-02-27T23:09:33.224" v="205" actId="20577"/>
      <pc:docMkLst>
        <pc:docMk/>
      </pc:docMkLst>
      <pc:sldChg chg="modSp mod">
        <pc:chgData name="Tim McIntosh" userId="80c4542c76bccb85" providerId="LiveId" clId="{E8135F30-5CA7-4946-BCA2-4D42D6683931}" dt="2022-02-27T22:37:24.804" v="5" actId="20577"/>
        <pc:sldMkLst>
          <pc:docMk/>
          <pc:sldMk cId="0" sldId="263"/>
        </pc:sldMkLst>
        <pc:spChg chg="mod">
          <ac:chgData name="Tim McIntosh" userId="80c4542c76bccb85" providerId="LiveId" clId="{E8135F30-5CA7-4946-BCA2-4D42D6683931}" dt="2022-02-27T22:36:09.572" v="0" actId="404"/>
          <ac:spMkLst>
            <pc:docMk/>
            <pc:sldMk cId="0" sldId="263"/>
            <ac:spMk id="6146" creationId="{190BDBBE-2518-4DC2-A8A5-7B1347851768}"/>
          </ac:spMkLst>
        </pc:spChg>
        <pc:spChg chg="mod">
          <ac:chgData name="Tim McIntosh" userId="80c4542c76bccb85" providerId="LiveId" clId="{E8135F30-5CA7-4946-BCA2-4D42D6683931}" dt="2022-02-27T22:37:24.804" v="5" actId="20577"/>
          <ac:spMkLst>
            <pc:docMk/>
            <pc:sldMk cId="0" sldId="263"/>
            <ac:spMk id="22531" creationId="{11F364B8-9E55-4D33-84A1-D572CD6C3E86}"/>
          </ac:spMkLst>
        </pc:spChg>
      </pc:sldChg>
      <pc:sldChg chg="modSp mod">
        <pc:chgData name="Tim McIntosh" userId="80c4542c76bccb85" providerId="LiveId" clId="{E8135F30-5CA7-4946-BCA2-4D42D6683931}" dt="2022-02-27T22:45:51.433" v="31" actId="255"/>
        <pc:sldMkLst>
          <pc:docMk/>
          <pc:sldMk cId="0" sldId="264"/>
        </pc:sldMkLst>
        <pc:spChg chg="mod">
          <ac:chgData name="Tim McIntosh" userId="80c4542c76bccb85" providerId="LiveId" clId="{E8135F30-5CA7-4946-BCA2-4D42D6683931}" dt="2022-02-27T22:45:51.433" v="31" actId="255"/>
          <ac:spMkLst>
            <pc:docMk/>
            <pc:sldMk cId="0" sldId="264"/>
            <ac:spMk id="6146" creationId="{23420AC8-E61C-458D-9532-7C3A2E114EAB}"/>
          </ac:spMkLst>
        </pc:spChg>
        <pc:spChg chg="mod">
          <ac:chgData name="Tim McIntosh" userId="80c4542c76bccb85" providerId="LiveId" clId="{E8135F30-5CA7-4946-BCA2-4D42D6683931}" dt="2022-02-27T22:45:39.379" v="30" actId="14100"/>
          <ac:spMkLst>
            <pc:docMk/>
            <pc:sldMk cId="0" sldId="264"/>
            <ac:spMk id="23555" creationId="{2D765F26-F4C3-4C79-A70A-3579B29A9517}"/>
          </ac:spMkLst>
        </pc:spChg>
      </pc:sldChg>
      <pc:sldChg chg="modSp mod">
        <pc:chgData name="Tim McIntosh" userId="80c4542c76bccb85" providerId="LiveId" clId="{E8135F30-5CA7-4946-BCA2-4D42D6683931}" dt="2022-02-27T22:49:07.922" v="125" actId="114"/>
        <pc:sldMkLst>
          <pc:docMk/>
          <pc:sldMk cId="3474458692" sldId="266"/>
        </pc:sldMkLst>
        <pc:spChg chg="mod">
          <ac:chgData name="Tim McIntosh" userId="80c4542c76bccb85" providerId="LiveId" clId="{E8135F30-5CA7-4946-BCA2-4D42D6683931}" dt="2022-02-27T22:49:07.922" v="125" actId="114"/>
          <ac:spMkLst>
            <pc:docMk/>
            <pc:sldMk cId="3474458692" sldId="266"/>
            <ac:spMk id="3" creationId="{2A54259D-0124-4F7C-8EC1-4968F0788F20}"/>
          </ac:spMkLst>
        </pc:spChg>
      </pc:sldChg>
      <pc:sldChg chg="modSp mod">
        <pc:chgData name="Tim McIntosh" userId="80c4542c76bccb85" providerId="LiveId" clId="{E8135F30-5CA7-4946-BCA2-4D42D6683931}" dt="2022-02-27T23:01:15.030" v="173" actId="313"/>
        <pc:sldMkLst>
          <pc:docMk/>
          <pc:sldMk cId="2436612075" sldId="267"/>
        </pc:sldMkLst>
        <pc:spChg chg="mod">
          <ac:chgData name="Tim McIntosh" userId="80c4542c76bccb85" providerId="LiveId" clId="{E8135F30-5CA7-4946-BCA2-4D42D6683931}" dt="2022-02-27T23:01:15.030" v="173" actId="313"/>
          <ac:spMkLst>
            <pc:docMk/>
            <pc:sldMk cId="2436612075" sldId="267"/>
            <ac:spMk id="26627" creationId="{C4946B8A-C445-4267-8FE9-0BEEA53361FB}"/>
          </ac:spMkLst>
        </pc:spChg>
      </pc:sldChg>
      <pc:sldChg chg="modSp mod">
        <pc:chgData name="Tim McIntosh" userId="80c4542c76bccb85" providerId="LiveId" clId="{E8135F30-5CA7-4946-BCA2-4D42D6683931}" dt="2022-02-27T23:07:48.068" v="188" actId="20577"/>
        <pc:sldMkLst>
          <pc:docMk/>
          <pc:sldMk cId="827405938" sldId="270"/>
        </pc:sldMkLst>
        <pc:spChg chg="mod">
          <ac:chgData name="Tim McIntosh" userId="80c4542c76bccb85" providerId="LiveId" clId="{E8135F30-5CA7-4946-BCA2-4D42D6683931}" dt="2022-02-27T23:07:48.068" v="188" actId="20577"/>
          <ac:spMkLst>
            <pc:docMk/>
            <pc:sldMk cId="827405938" sldId="270"/>
            <ac:spMk id="29699" creationId="{6234B5D1-3058-450E-9804-6D29F7E2F534}"/>
          </ac:spMkLst>
        </pc:spChg>
      </pc:sldChg>
      <pc:sldChg chg="modSp mod">
        <pc:chgData name="Tim McIntosh" userId="80c4542c76bccb85" providerId="LiveId" clId="{E8135F30-5CA7-4946-BCA2-4D42D6683931}" dt="2022-02-27T23:08:29.058" v="199" actId="20577"/>
        <pc:sldMkLst>
          <pc:docMk/>
          <pc:sldMk cId="2637239155" sldId="271"/>
        </pc:sldMkLst>
        <pc:spChg chg="mod">
          <ac:chgData name="Tim McIntosh" userId="80c4542c76bccb85" providerId="LiveId" clId="{E8135F30-5CA7-4946-BCA2-4D42D6683931}" dt="2022-02-27T23:08:29.058" v="199" actId="20577"/>
          <ac:spMkLst>
            <pc:docMk/>
            <pc:sldMk cId="2637239155" sldId="271"/>
            <ac:spMk id="3" creationId="{2A54259D-0124-4F7C-8EC1-4968F0788F20}"/>
          </ac:spMkLst>
        </pc:spChg>
      </pc:sldChg>
      <pc:sldChg chg="modSp mod">
        <pc:chgData name="Tim McIntosh" userId="80c4542c76bccb85" providerId="LiveId" clId="{E8135F30-5CA7-4946-BCA2-4D42D6683931}" dt="2022-02-27T23:06:28.642" v="175" actId="20577"/>
        <pc:sldMkLst>
          <pc:docMk/>
          <pc:sldMk cId="3171362680" sldId="272"/>
        </pc:sldMkLst>
        <pc:spChg chg="mod">
          <ac:chgData name="Tim McIntosh" userId="80c4542c76bccb85" providerId="LiveId" clId="{E8135F30-5CA7-4946-BCA2-4D42D6683931}" dt="2022-02-27T23:06:28.642" v="175" actId="20577"/>
          <ac:spMkLst>
            <pc:docMk/>
            <pc:sldMk cId="3171362680" sldId="272"/>
            <ac:spMk id="24579" creationId="{F3DF4269-9F66-4FF8-828C-9294965EF791}"/>
          </ac:spMkLst>
        </pc:spChg>
      </pc:sldChg>
      <pc:sldChg chg="modSp mod">
        <pc:chgData name="Tim McIntosh" userId="80c4542c76bccb85" providerId="LiveId" clId="{E8135F30-5CA7-4946-BCA2-4D42D6683931}" dt="2022-02-27T23:06:36.368" v="176" actId="2711"/>
        <pc:sldMkLst>
          <pc:docMk/>
          <pc:sldMk cId="270522772" sldId="273"/>
        </pc:sldMkLst>
        <pc:spChg chg="mod">
          <ac:chgData name="Tim McIntosh" userId="80c4542c76bccb85" providerId="LiveId" clId="{E8135F30-5CA7-4946-BCA2-4D42D6683931}" dt="2022-02-27T22:39:44.388" v="9" actId="404"/>
          <ac:spMkLst>
            <pc:docMk/>
            <pc:sldMk cId="270522772" sldId="273"/>
            <ac:spMk id="6146" creationId="{C12AEA32-63AB-4568-82D8-6CF1315EBB57}"/>
          </ac:spMkLst>
        </pc:spChg>
        <pc:spChg chg="mod">
          <ac:chgData name="Tim McIntosh" userId="80c4542c76bccb85" providerId="LiveId" clId="{E8135F30-5CA7-4946-BCA2-4D42D6683931}" dt="2022-02-27T23:06:36.368" v="176" actId="2711"/>
          <ac:spMkLst>
            <pc:docMk/>
            <pc:sldMk cId="270522772" sldId="273"/>
            <ac:spMk id="24579" creationId="{F3DF4269-9F66-4FF8-828C-9294965EF791}"/>
          </ac:spMkLst>
        </pc:spChg>
      </pc:sldChg>
      <pc:sldChg chg="modSp mod">
        <pc:chgData name="Tim McIntosh" userId="80c4542c76bccb85" providerId="LiveId" clId="{E8135F30-5CA7-4946-BCA2-4D42D6683931}" dt="2022-02-27T22:37:11.349" v="2" actId="27636"/>
        <pc:sldMkLst>
          <pc:docMk/>
          <pc:sldMk cId="3305548535" sldId="274"/>
        </pc:sldMkLst>
        <pc:spChg chg="mod">
          <ac:chgData name="Tim McIntosh" userId="80c4542c76bccb85" providerId="LiveId" clId="{E8135F30-5CA7-4946-BCA2-4D42D6683931}" dt="2022-02-27T22:37:11.349" v="2" actId="27636"/>
          <ac:spMkLst>
            <pc:docMk/>
            <pc:sldMk cId="3305548535" sldId="274"/>
            <ac:spMk id="6146" creationId="{C12AEA32-63AB-4568-82D8-6CF1315EBB57}"/>
          </ac:spMkLst>
        </pc:spChg>
      </pc:sldChg>
      <pc:sldChg chg="modSp mod">
        <pc:chgData name="Tim McIntosh" userId="80c4542c76bccb85" providerId="LiveId" clId="{E8135F30-5CA7-4946-BCA2-4D42D6683931}" dt="2022-02-27T23:07:00.993" v="179" actId="14100"/>
        <pc:sldMkLst>
          <pc:docMk/>
          <pc:sldMk cId="1710677828" sldId="275"/>
        </pc:sldMkLst>
        <pc:spChg chg="mod">
          <ac:chgData name="Tim McIntosh" userId="80c4542c76bccb85" providerId="LiveId" clId="{E8135F30-5CA7-4946-BCA2-4D42D6683931}" dt="2022-02-27T22:40:00.073" v="10" actId="255"/>
          <ac:spMkLst>
            <pc:docMk/>
            <pc:sldMk cId="1710677828" sldId="275"/>
            <ac:spMk id="6146" creationId="{C12AEA32-63AB-4568-82D8-6CF1315EBB57}"/>
          </ac:spMkLst>
        </pc:spChg>
        <pc:spChg chg="mod">
          <ac:chgData name="Tim McIntosh" userId="80c4542c76bccb85" providerId="LiveId" clId="{E8135F30-5CA7-4946-BCA2-4D42D6683931}" dt="2022-02-27T23:07:00.993" v="179" actId="14100"/>
          <ac:spMkLst>
            <pc:docMk/>
            <pc:sldMk cId="1710677828" sldId="275"/>
            <ac:spMk id="24579" creationId="{F3DF4269-9F66-4FF8-828C-9294965EF791}"/>
          </ac:spMkLst>
        </pc:spChg>
      </pc:sldChg>
      <pc:sldChg chg="modSp mod">
        <pc:chgData name="Tim McIntosh" userId="80c4542c76bccb85" providerId="LiveId" clId="{E8135F30-5CA7-4946-BCA2-4D42D6683931}" dt="2022-02-27T23:07:08.295" v="180" actId="2711"/>
        <pc:sldMkLst>
          <pc:docMk/>
          <pc:sldMk cId="1968581442" sldId="276"/>
        </pc:sldMkLst>
        <pc:spChg chg="mod">
          <ac:chgData name="Tim McIntosh" userId="80c4542c76bccb85" providerId="LiveId" clId="{E8135F30-5CA7-4946-BCA2-4D42D6683931}" dt="2022-02-27T23:07:08.295" v="180" actId="2711"/>
          <ac:spMkLst>
            <pc:docMk/>
            <pc:sldMk cId="1968581442" sldId="276"/>
            <ac:spMk id="24579" creationId="{F3DF4269-9F66-4FF8-828C-9294965EF791}"/>
          </ac:spMkLst>
        </pc:spChg>
      </pc:sldChg>
      <pc:sldChg chg="modSp mod">
        <pc:chgData name="Tim McIntosh" userId="80c4542c76bccb85" providerId="LiveId" clId="{E8135F30-5CA7-4946-BCA2-4D42D6683931}" dt="2022-02-27T22:40:35.299" v="11" actId="255"/>
        <pc:sldMkLst>
          <pc:docMk/>
          <pc:sldMk cId="1987218006" sldId="278"/>
        </pc:sldMkLst>
        <pc:spChg chg="mod">
          <ac:chgData name="Tim McIntosh" userId="80c4542c76bccb85" providerId="LiveId" clId="{E8135F30-5CA7-4946-BCA2-4D42D6683931}" dt="2022-02-27T22:40:35.299" v="11" actId="255"/>
          <ac:spMkLst>
            <pc:docMk/>
            <pc:sldMk cId="1987218006" sldId="278"/>
            <ac:spMk id="22531" creationId="{11F364B8-9E55-4D33-84A1-D572CD6C3E86}"/>
          </ac:spMkLst>
        </pc:spChg>
      </pc:sldChg>
      <pc:sldChg chg="modSp mod">
        <pc:chgData name="Tim McIntosh" userId="80c4542c76bccb85" providerId="LiveId" clId="{E8135F30-5CA7-4946-BCA2-4D42D6683931}" dt="2022-02-27T23:09:33.224" v="205" actId="20577"/>
        <pc:sldMkLst>
          <pc:docMk/>
          <pc:sldMk cId="1363475473" sldId="280"/>
        </pc:sldMkLst>
        <pc:spChg chg="mod">
          <ac:chgData name="Tim McIntosh" userId="80c4542c76bccb85" providerId="LiveId" clId="{E8135F30-5CA7-4946-BCA2-4D42D6683931}" dt="2022-02-27T23:09:33.224" v="205" actId="20577"/>
          <ac:spMkLst>
            <pc:docMk/>
            <pc:sldMk cId="1363475473" sldId="280"/>
            <ac:spMk id="6146" creationId="{23420AC8-E61C-458D-9532-7C3A2E114EAB}"/>
          </ac:spMkLst>
        </pc:spChg>
      </pc:sldChg>
      <pc:sldChg chg="modSp mod">
        <pc:chgData name="Tim McIntosh" userId="80c4542c76bccb85" providerId="LiveId" clId="{E8135F30-5CA7-4946-BCA2-4D42D6683931}" dt="2022-02-27T22:46:19.911" v="93" actId="20577"/>
        <pc:sldMkLst>
          <pc:docMk/>
          <pc:sldMk cId="3265590034" sldId="283"/>
        </pc:sldMkLst>
        <pc:spChg chg="mod">
          <ac:chgData name="Tim McIntosh" userId="80c4542c76bccb85" providerId="LiveId" clId="{E8135F30-5CA7-4946-BCA2-4D42D6683931}" dt="2022-02-27T22:46:19.911" v="93" actId="20577"/>
          <ac:spMkLst>
            <pc:docMk/>
            <pc:sldMk cId="3265590034" sldId="283"/>
            <ac:spMk id="23555" creationId="{2D765F26-F4C3-4C79-A70A-3579B29A9517}"/>
          </ac:spMkLst>
        </pc:spChg>
      </pc:sldChg>
      <pc:sldChg chg="modSp mod">
        <pc:chgData name="Tim McIntosh" userId="80c4542c76bccb85" providerId="LiveId" clId="{E8135F30-5CA7-4946-BCA2-4D42D6683931}" dt="2022-02-27T22:37:51.620" v="6" actId="255"/>
        <pc:sldMkLst>
          <pc:docMk/>
          <pc:sldMk cId="2228163726" sldId="286"/>
        </pc:sldMkLst>
        <pc:spChg chg="mod">
          <ac:chgData name="Tim McIntosh" userId="80c4542c76bccb85" providerId="LiveId" clId="{E8135F30-5CA7-4946-BCA2-4D42D6683931}" dt="2022-02-27T22:37:51.620" v="6" actId="255"/>
          <ac:spMkLst>
            <pc:docMk/>
            <pc:sldMk cId="2228163726" sldId="286"/>
            <ac:spMk id="22531" creationId="{11F364B8-9E55-4D33-84A1-D572CD6C3E86}"/>
          </ac:spMkLst>
        </pc:spChg>
      </pc:sldChg>
      <pc:sldChg chg="modSp mod">
        <pc:chgData name="Tim McIntosh" userId="80c4542c76bccb85" providerId="LiveId" clId="{E8135F30-5CA7-4946-BCA2-4D42D6683931}" dt="2022-02-27T22:45:09.402" v="27" actId="20577"/>
        <pc:sldMkLst>
          <pc:docMk/>
          <pc:sldMk cId="1472689301" sldId="314"/>
        </pc:sldMkLst>
        <pc:spChg chg="mod">
          <ac:chgData name="Tim McIntosh" userId="80c4542c76bccb85" providerId="LiveId" clId="{E8135F30-5CA7-4946-BCA2-4D42D6683931}" dt="2022-02-27T22:45:09.402" v="27" actId="20577"/>
          <ac:spMkLst>
            <pc:docMk/>
            <pc:sldMk cId="1472689301" sldId="314"/>
            <ac:spMk id="22531" creationId="{11F364B8-9E55-4D33-84A1-D572CD6C3E86}"/>
          </ac:spMkLst>
        </pc:spChg>
      </pc:sldChg>
    </pc:docChg>
  </pc:docChgLst>
  <pc:docChgLst>
    <pc:chgData name="Tim McIntosh" userId="80c4542c76bccb85" providerId="LiveId" clId="{DB6B0DCF-422C-4353-A4F8-7E457B1A928B}"/>
    <pc:docChg chg="undo custSel addSld delSld modSld delMainMaster modMainMaster">
      <pc:chgData name="Tim McIntosh" userId="80c4542c76bccb85" providerId="LiveId" clId="{DB6B0DCF-422C-4353-A4F8-7E457B1A928B}" dt="2022-02-14T08:27:05.043" v="3576"/>
      <pc:docMkLst>
        <pc:docMk/>
      </pc:docMkLst>
      <pc:sldChg chg="modSp mod">
        <pc:chgData name="Tim McIntosh" userId="80c4542c76bccb85" providerId="LiveId" clId="{DB6B0DCF-422C-4353-A4F8-7E457B1A928B}" dt="2022-02-14T08:25:00.153" v="3545" actId="20577"/>
        <pc:sldMkLst>
          <pc:docMk/>
          <pc:sldMk cId="0" sldId="260"/>
        </pc:sldMkLst>
        <pc:spChg chg="mod">
          <ac:chgData name="Tim McIntosh" userId="80c4542c76bccb85" providerId="LiveId" clId="{DB6B0DCF-422C-4353-A4F8-7E457B1A928B}" dt="2022-02-12T01:55:19.366" v="217" actId="20577"/>
          <ac:spMkLst>
            <pc:docMk/>
            <pc:sldMk cId="0" sldId="260"/>
            <ac:spMk id="18434" creationId="{7011D958-7B17-483C-B07B-1B379F607C55}"/>
          </ac:spMkLst>
        </pc:spChg>
        <pc:spChg chg="mod">
          <ac:chgData name="Tim McIntosh" userId="80c4542c76bccb85" providerId="LiveId" clId="{DB6B0DCF-422C-4353-A4F8-7E457B1A928B}" dt="2022-02-14T08:25:00.153" v="3545" actId="20577"/>
          <ac:spMkLst>
            <pc:docMk/>
            <pc:sldMk cId="0" sldId="260"/>
            <ac:spMk id="18436" creationId="{B585785C-A56D-4F54-80A4-ABEA8B982C83}"/>
          </ac:spMkLst>
        </pc:spChg>
      </pc:sldChg>
      <pc:sldChg chg="modSp mod modAnim">
        <pc:chgData name="Tim McIntosh" userId="80c4542c76bccb85" providerId="LiveId" clId="{DB6B0DCF-422C-4353-A4F8-7E457B1A928B}" dt="2022-02-14T08:25:05.024" v="3546"/>
        <pc:sldMkLst>
          <pc:docMk/>
          <pc:sldMk cId="0" sldId="261"/>
        </pc:sldMkLst>
        <pc:spChg chg="mod">
          <ac:chgData name="Tim McIntosh" userId="80c4542c76bccb85" providerId="LiveId" clId="{DB6B0DCF-422C-4353-A4F8-7E457B1A928B}" dt="2022-02-14T08:25:05.024" v="3546"/>
          <ac:spMkLst>
            <pc:docMk/>
            <pc:sldMk cId="0" sldId="261"/>
            <ac:spMk id="2" creationId="{888A6C54-4984-4FE2-A1F7-5E325BF9B63A}"/>
          </ac:spMkLst>
        </pc:spChg>
        <pc:spChg chg="mod">
          <ac:chgData name="Tim McIntosh" userId="80c4542c76bccb85" providerId="LiveId" clId="{DB6B0DCF-422C-4353-A4F8-7E457B1A928B}" dt="2022-02-12T01:54:27.753" v="215" actId="20577"/>
          <ac:spMkLst>
            <pc:docMk/>
            <pc:sldMk cId="0" sldId="261"/>
            <ac:spMk id="3" creationId="{47E3A1D5-959A-49F9-AB1B-63563D526DDF}"/>
          </ac:spMkLst>
        </pc:spChg>
      </pc:sldChg>
      <pc:sldChg chg="addSp delSp modSp mod">
        <pc:chgData name="Tim McIntosh" userId="80c4542c76bccb85" providerId="LiveId" clId="{DB6B0DCF-422C-4353-A4F8-7E457B1A928B}" dt="2022-02-14T08:25:08.942" v="3547"/>
        <pc:sldMkLst>
          <pc:docMk/>
          <pc:sldMk cId="0" sldId="263"/>
        </pc:sldMkLst>
        <pc:spChg chg="mod">
          <ac:chgData name="Tim McIntosh" userId="80c4542c76bccb85" providerId="LiveId" clId="{DB6B0DCF-422C-4353-A4F8-7E457B1A928B}" dt="2022-02-14T08:25:08.942" v="3547"/>
          <ac:spMkLst>
            <pc:docMk/>
            <pc:sldMk cId="0" sldId="263"/>
            <ac:spMk id="2" creationId="{72275A1D-7D1B-4E23-BF1C-0D30325F6EE6}"/>
          </ac:spMkLst>
        </pc:spChg>
        <pc:graphicFrameChg chg="del mod">
          <ac:chgData name="Tim McIntosh" userId="80c4542c76bccb85" providerId="LiveId" clId="{DB6B0DCF-422C-4353-A4F8-7E457B1A928B}" dt="2022-02-12T05:15:30.757" v="1766"/>
          <ac:graphicFrameMkLst>
            <pc:docMk/>
            <pc:sldMk cId="0" sldId="263"/>
            <ac:graphicFrameMk id="3" creationId="{AAA47554-90B5-425F-832C-8D173D0EFD8E}"/>
          </ac:graphicFrameMkLst>
        </pc:graphicFrameChg>
        <pc:graphicFrameChg chg="add del mod">
          <ac:chgData name="Tim McIntosh" userId="80c4542c76bccb85" providerId="LiveId" clId="{DB6B0DCF-422C-4353-A4F8-7E457B1A928B}" dt="2022-02-12T05:15:30.757" v="1766"/>
          <ac:graphicFrameMkLst>
            <pc:docMk/>
            <pc:sldMk cId="0" sldId="263"/>
            <ac:graphicFrameMk id="4" creationId="{75A6B5F1-3951-4A20-981B-FA32B085647C}"/>
          </ac:graphicFrameMkLst>
        </pc:graphicFrameChg>
        <pc:graphicFrameChg chg="add del mod">
          <ac:chgData name="Tim McIntosh" userId="80c4542c76bccb85" providerId="LiveId" clId="{DB6B0DCF-422C-4353-A4F8-7E457B1A928B}" dt="2022-02-12T05:15:30.757" v="1766"/>
          <ac:graphicFrameMkLst>
            <pc:docMk/>
            <pc:sldMk cId="0" sldId="263"/>
            <ac:graphicFrameMk id="5" creationId="{2C7752D3-E0D0-42EB-91A2-E77C03357F82}"/>
          </ac:graphicFrameMkLst>
        </pc:graphicFrameChg>
        <pc:graphicFrameChg chg="add del mod">
          <ac:chgData name="Tim McIntosh" userId="80c4542c76bccb85" providerId="LiveId" clId="{DB6B0DCF-422C-4353-A4F8-7E457B1A928B}" dt="2022-02-12T05:15:30.757" v="1766"/>
          <ac:graphicFrameMkLst>
            <pc:docMk/>
            <pc:sldMk cId="0" sldId="263"/>
            <ac:graphicFrameMk id="6" creationId="{788F2770-15FD-45CB-9E47-2356AE914965}"/>
          </ac:graphicFrameMkLst>
        </pc:graphicFrameChg>
        <pc:graphicFrameChg chg="add del mod">
          <ac:chgData name="Tim McIntosh" userId="80c4542c76bccb85" providerId="LiveId" clId="{DB6B0DCF-422C-4353-A4F8-7E457B1A928B}" dt="2022-02-12T05:15:30.757" v="1766"/>
          <ac:graphicFrameMkLst>
            <pc:docMk/>
            <pc:sldMk cId="0" sldId="263"/>
            <ac:graphicFrameMk id="7" creationId="{9DD7A245-6BC3-4AEF-A55A-A31D18A78206}"/>
          </ac:graphicFrameMkLst>
        </pc:graphicFrameChg>
        <pc:graphicFrameChg chg="add del mod">
          <ac:chgData name="Tim McIntosh" userId="80c4542c76bccb85" providerId="LiveId" clId="{DB6B0DCF-422C-4353-A4F8-7E457B1A928B}" dt="2022-02-12T05:15:30.757" v="1766"/>
          <ac:graphicFrameMkLst>
            <pc:docMk/>
            <pc:sldMk cId="0" sldId="263"/>
            <ac:graphicFrameMk id="8" creationId="{5F49BDE1-E628-4DEB-9461-CC5B7595F261}"/>
          </ac:graphicFrameMkLst>
        </pc:graphicFrameChg>
        <pc:graphicFrameChg chg="add del mod">
          <ac:chgData name="Tim McIntosh" userId="80c4542c76bccb85" providerId="LiveId" clId="{DB6B0DCF-422C-4353-A4F8-7E457B1A928B}" dt="2022-02-12T05:15:30.757" v="1766"/>
          <ac:graphicFrameMkLst>
            <pc:docMk/>
            <pc:sldMk cId="0" sldId="263"/>
            <ac:graphicFrameMk id="9" creationId="{8E2DE260-BF3A-4E5C-888E-E3AD104FA430}"/>
          </ac:graphicFrameMkLst>
        </pc:graphicFrameChg>
        <pc:graphicFrameChg chg="add del mod">
          <ac:chgData name="Tim McIntosh" userId="80c4542c76bccb85" providerId="LiveId" clId="{DB6B0DCF-422C-4353-A4F8-7E457B1A928B}" dt="2022-02-12T05:15:30.757" v="1766"/>
          <ac:graphicFrameMkLst>
            <pc:docMk/>
            <pc:sldMk cId="0" sldId="263"/>
            <ac:graphicFrameMk id="10" creationId="{B508BF46-BC35-4AF8-BA2F-26ACE2FA3377}"/>
          </ac:graphicFrameMkLst>
        </pc:graphicFrameChg>
        <pc:graphicFrameChg chg="add del mod">
          <ac:chgData name="Tim McIntosh" userId="80c4542c76bccb85" providerId="LiveId" clId="{DB6B0DCF-422C-4353-A4F8-7E457B1A928B}" dt="2022-02-12T05:15:30.757" v="1766"/>
          <ac:graphicFrameMkLst>
            <pc:docMk/>
            <pc:sldMk cId="0" sldId="263"/>
            <ac:graphicFrameMk id="11" creationId="{CD1522F5-1A97-4216-982E-88577D9C3854}"/>
          </ac:graphicFrameMkLst>
        </pc:graphicFrameChg>
        <pc:graphicFrameChg chg="add del mod">
          <ac:chgData name="Tim McIntosh" userId="80c4542c76bccb85" providerId="LiveId" clId="{DB6B0DCF-422C-4353-A4F8-7E457B1A928B}" dt="2022-02-12T05:15:30.757" v="1766"/>
          <ac:graphicFrameMkLst>
            <pc:docMk/>
            <pc:sldMk cId="0" sldId="263"/>
            <ac:graphicFrameMk id="12" creationId="{D40152F1-2F95-401A-8547-50B0B3CB315E}"/>
          </ac:graphicFrameMkLst>
        </pc:graphicFrameChg>
        <pc:graphicFrameChg chg="add del mod">
          <ac:chgData name="Tim McIntosh" userId="80c4542c76bccb85" providerId="LiveId" clId="{DB6B0DCF-422C-4353-A4F8-7E457B1A928B}" dt="2022-02-12T05:15:30.757" v="1766"/>
          <ac:graphicFrameMkLst>
            <pc:docMk/>
            <pc:sldMk cId="0" sldId="263"/>
            <ac:graphicFrameMk id="13" creationId="{52198001-8D95-4209-A9AA-448C0B05D4C8}"/>
          </ac:graphicFrameMkLst>
        </pc:graphicFrameChg>
        <pc:graphicFrameChg chg="add del mod">
          <ac:chgData name="Tim McIntosh" userId="80c4542c76bccb85" providerId="LiveId" clId="{DB6B0DCF-422C-4353-A4F8-7E457B1A928B}" dt="2022-02-12T05:15:30.757" v="1766"/>
          <ac:graphicFrameMkLst>
            <pc:docMk/>
            <pc:sldMk cId="0" sldId="263"/>
            <ac:graphicFrameMk id="14" creationId="{483F1F5D-9724-46F1-9382-85C9ACF23B6F}"/>
          </ac:graphicFrameMkLst>
        </pc:graphicFrameChg>
        <pc:graphicFrameChg chg="add del mod">
          <ac:chgData name="Tim McIntosh" userId="80c4542c76bccb85" providerId="LiveId" clId="{DB6B0DCF-422C-4353-A4F8-7E457B1A928B}" dt="2022-02-12T05:15:30.757" v="1766"/>
          <ac:graphicFrameMkLst>
            <pc:docMk/>
            <pc:sldMk cId="0" sldId="263"/>
            <ac:graphicFrameMk id="15" creationId="{34433375-F247-4CE3-9FA6-ABC58FF4B7BB}"/>
          </ac:graphicFrameMkLst>
        </pc:graphicFrameChg>
      </pc:sldChg>
      <pc:sldChg chg="modSp mod">
        <pc:chgData name="Tim McIntosh" userId="80c4542c76bccb85" providerId="LiveId" clId="{DB6B0DCF-422C-4353-A4F8-7E457B1A928B}" dt="2022-02-14T08:26:23.505" v="3562"/>
        <pc:sldMkLst>
          <pc:docMk/>
          <pc:sldMk cId="0" sldId="264"/>
        </pc:sldMkLst>
        <pc:spChg chg="mod">
          <ac:chgData name="Tim McIntosh" userId="80c4542c76bccb85" providerId="LiveId" clId="{DB6B0DCF-422C-4353-A4F8-7E457B1A928B}" dt="2022-02-14T08:26:23.505" v="3562"/>
          <ac:spMkLst>
            <pc:docMk/>
            <pc:sldMk cId="0" sldId="264"/>
            <ac:spMk id="2" creationId="{46717AA1-E9E7-4C43-9D90-AC614EC90791}"/>
          </ac:spMkLst>
        </pc:spChg>
        <pc:spChg chg="mod">
          <ac:chgData name="Tim McIntosh" userId="80c4542c76bccb85" providerId="LiveId" clId="{DB6B0DCF-422C-4353-A4F8-7E457B1A928B}" dt="2022-02-12T02:24:12.739" v="741" actId="255"/>
          <ac:spMkLst>
            <pc:docMk/>
            <pc:sldMk cId="0" sldId="264"/>
            <ac:spMk id="6146" creationId="{23420AC8-E61C-458D-9532-7C3A2E114EAB}"/>
          </ac:spMkLst>
        </pc:spChg>
      </pc:sldChg>
      <pc:sldChg chg="modSp mod">
        <pc:chgData name="Tim McIntosh" userId="80c4542c76bccb85" providerId="LiveId" clId="{DB6B0DCF-422C-4353-A4F8-7E457B1A928B}" dt="2022-02-14T08:26:29.961" v="3564"/>
        <pc:sldMkLst>
          <pc:docMk/>
          <pc:sldMk cId="2078771512" sldId="265"/>
        </pc:sldMkLst>
        <pc:spChg chg="mod">
          <ac:chgData name="Tim McIntosh" userId="80c4542c76bccb85" providerId="LiveId" clId="{DB6B0DCF-422C-4353-A4F8-7E457B1A928B}" dt="2022-02-14T08:26:29.961" v="3564"/>
          <ac:spMkLst>
            <pc:docMk/>
            <pc:sldMk cId="2078771512" sldId="265"/>
            <ac:spMk id="2" creationId="{8E146CB4-A571-4314-8366-1907D5010492}"/>
          </ac:spMkLst>
        </pc:spChg>
      </pc:sldChg>
      <pc:sldChg chg="modSp mod">
        <pc:chgData name="Tim McIntosh" userId="80c4542c76bccb85" providerId="LiveId" clId="{DB6B0DCF-422C-4353-A4F8-7E457B1A928B}" dt="2022-02-14T08:26:32.362" v="3565"/>
        <pc:sldMkLst>
          <pc:docMk/>
          <pc:sldMk cId="3474458692" sldId="266"/>
        </pc:sldMkLst>
        <pc:spChg chg="mod">
          <ac:chgData name="Tim McIntosh" userId="80c4542c76bccb85" providerId="LiveId" clId="{DB6B0DCF-422C-4353-A4F8-7E457B1A928B}" dt="2022-02-14T08:26:32.362" v="3565"/>
          <ac:spMkLst>
            <pc:docMk/>
            <pc:sldMk cId="3474458692" sldId="266"/>
            <ac:spMk id="2" creationId="{96614E2B-3819-4631-BA16-DAAAE805593B}"/>
          </ac:spMkLst>
        </pc:spChg>
      </pc:sldChg>
      <pc:sldChg chg="modSp mod">
        <pc:chgData name="Tim McIntosh" userId="80c4542c76bccb85" providerId="LiveId" clId="{DB6B0DCF-422C-4353-A4F8-7E457B1A928B}" dt="2022-02-14T08:26:35.490" v="3566"/>
        <pc:sldMkLst>
          <pc:docMk/>
          <pc:sldMk cId="2436612075" sldId="267"/>
        </pc:sldMkLst>
        <pc:spChg chg="mod">
          <ac:chgData name="Tim McIntosh" userId="80c4542c76bccb85" providerId="LiveId" clId="{DB6B0DCF-422C-4353-A4F8-7E457B1A928B}" dt="2022-02-14T08:26:35.490" v="3566"/>
          <ac:spMkLst>
            <pc:docMk/>
            <pc:sldMk cId="2436612075" sldId="267"/>
            <ac:spMk id="2" creationId="{19388A29-881D-41F3-87C8-44FF9ED36BFF}"/>
          </ac:spMkLst>
        </pc:spChg>
      </pc:sldChg>
      <pc:sldChg chg="modSp mod">
        <pc:chgData name="Tim McIntosh" userId="80c4542c76bccb85" providerId="LiveId" clId="{DB6B0DCF-422C-4353-A4F8-7E457B1A928B}" dt="2022-02-14T08:26:38.618" v="3567"/>
        <pc:sldMkLst>
          <pc:docMk/>
          <pc:sldMk cId="3124040730" sldId="268"/>
        </pc:sldMkLst>
        <pc:spChg chg="mod">
          <ac:chgData name="Tim McIntosh" userId="80c4542c76bccb85" providerId="LiveId" clId="{DB6B0DCF-422C-4353-A4F8-7E457B1A928B}" dt="2022-02-14T08:26:38.618" v="3567"/>
          <ac:spMkLst>
            <pc:docMk/>
            <pc:sldMk cId="3124040730" sldId="268"/>
            <ac:spMk id="2" creationId="{049D23F1-A8BA-456D-B994-C1B860EFB956}"/>
          </ac:spMkLst>
        </pc:spChg>
      </pc:sldChg>
      <pc:sldChg chg="modSp mod">
        <pc:chgData name="Tim McIntosh" userId="80c4542c76bccb85" providerId="LiveId" clId="{DB6B0DCF-422C-4353-A4F8-7E457B1A928B}" dt="2022-02-14T08:26:41.707" v="3568"/>
        <pc:sldMkLst>
          <pc:docMk/>
          <pc:sldMk cId="827405938" sldId="270"/>
        </pc:sldMkLst>
        <pc:spChg chg="mod">
          <ac:chgData name="Tim McIntosh" userId="80c4542c76bccb85" providerId="LiveId" clId="{DB6B0DCF-422C-4353-A4F8-7E457B1A928B}" dt="2022-02-14T08:26:41.707" v="3568"/>
          <ac:spMkLst>
            <pc:docMk/>
            <pc:sldMk cId="827405938" sldId="270"/>
            <ac:spMk id="2" creationId="{43987819-6D44-4A2E-8E3F-B21177806249}"/>
          </ac:spMkLst>
        </pc:spChg>
      </pc:sldChg>
      <pc:sldChg chg="modSp mod">
        <pc:chgData name="Tim McIntosh" userId="80c4542c76bccb85" providerId="LiveId" clId="{DB6B0DCF-422C-4353-A4F8-7E457B1A928B}" dt="2022-02-14T08:26:44.331" v="3569"/>
        <pc:sldMkLst>
          <pc:docMk/>
          <pc:sldMk cId="2637239155" sldId="271"/>
        </pc:sldMkLst>
        <pc:spChg chg="mod">
          <ac:chgData name="Tim McIntosh" userId="80c4542c76bccb85" providerId="LiveId" clId="{DB6B0DCF-422C-4353-A4F8-7E457B1A928B}" dt="2022-02-14T08:26:44.331" v="3569"/>
          <ac:spMkLst>
            <pc:docMk/>
            <pc:sldMk cId="2637239155" sldId="271"/>
            <ac:spMk id="2" creationId="{96614E2B-3819-4631-BA16-DAAAE805593B}"/>
          </ac:spMkLst>
        </pc:spChg>
      </pc:sldChg>
      <pc:sldChg chg="add del">
        <pc:chgData name="Tim McIntosh" userId="80c4542c76bccb85" providerId="LiveId" clId="{DB6B0DCF-422C-4353-A4F8-7E457B1A928B}" dt="2022-02-12T05:16:46.018" v="1925" actId="2696"/>
        <pc:sldMkLst>
          <pc:docMk/>
          <pc:sldMk cId="503074749" sldId="272"/>
        </pc:sldMkLst>
      </pc:sldChg>
      <pc:sldChg chg="del">
        <pc:chgData name="Tim McIntosh" userId="80c4542c76bccb85" providerId="LiveId" clId="{DB6B0DCF-422C-4353-A4F8-7E457B1A928B}" dt="2022-02-12T05:16:32.626" v="1923" actId="2696"/>
        <pc:sldMkLst>
          <pc:docMk/>
          <pc:sldMk cId="2602595201" sldId="272"/>
        </pc:sldMkLst>
      </pc:sldChg>
      <pc:sldChg chg="modSp add mod">
        <pc:chgData name="Tim McIntosh" userId="80c4542c76bccb85" providerId="LiveId" clId="{DB6B0DCF-422C-4353-A4F8-7E457B1A928B}" dt="2022-02-14T08:25:54.352" v="3552"/>
        <pc:sldMkLst>
          <pc:docMk/>
          <pc:sldMk cId="3171362680" sldId="272"/>
        </pc:sldMkLst>
        <pc:spChg chg="mod">
          <ac:chgData name="Tim McIntosh" userId="80c4542c76bccb85" providerId="LiveId" clId="{DB6B0DCF-422C-4353-A4F8-7E457B1A928B}" dt="2022-02-14T08:25:54.352" v="3552"/>
          <ac:spMkLst>
            <pc:docMk/>
            <pc:sldMk cId="3171362680" sldId="272"/>
            <ac:spMk id="2" creationId="{8E146CB4-A571-4314-8366-1907D5010492}"/>
          </ac:spMkLst>
        </pc:spChg>
      </pc:sldChg>
      <pc:sldChg chg="modSp add mod">
        <pc:chgData name="Tim McIntosh" userId="80c4542c76bccb85" providerId="LiveId" clId="{DB6B0DCF-422C-4353-A4F8-7E457B1A928B}" dt="2022-02-14T08:25:56.911" v="3553"/>
        <pc:sldMkLst>
          <pc:docMk/>
          <pc:sldMk cId="270522772" sldId="273"/>
        </pc:sldMkLst>
        <pc:spChg chg="mod">
          <ac:chgData name="Tim McIntosh" userId="80c4542c76bccb85" providerId="LiveId" clId="{DB6B0DCF-422C-4353-A4F8-7E457B1A928B}" dt="2022-02-14T08:25:56.911" v="3553"/>
          <ac:spMkLst>
            <pc:docMk/>
            <pc:sldMk cId="270522772" sldId="273"/>
            <ac:spMk id="2" creationId="{8E146CB4-A571-4314-8366-1907D5010492}"/>
          </ac:spMkLst>
        </pc:spChg>
      </pc:sldChg>
      <pc:sldChg chg="del">
        <pc:chgData name="Tim McIntosh" userId="80c4542c76bccb85" providerId="LiveId" clId="{DB6B0DCF-422C-4353-A4F8-7E457B1A928B}" dt="2022-02-12T05:16:32.626" v="1923" actId="2696"/>
        <pc:sldMkLst>
          <pc:docMk/>
          <pc:sldMk cId="1093417344" sldId="273"/>
        </pc:sldMkLst>
      </pc:sldChg>
      <pc:sldChg chg="add del">
        <pc:chgData name="Tim McIntosh" userId="80c4542c76bccb85" providerId="LiveId" clId="{DB6B0DCF-422C-4353-A4F8-7E457B1A928B}" dt="2022-02-12T05:16:46.018" v="1925" actId="2696"/>
        <pc:sldMkLst>
          <pc:docMk/>
          <pc:sldMk cId="3315111992" sldId="273"/>
        </pc:sldMkLst>
      </pc:sldChg>
      <pc:sldChg chg="add del">
        <pc:chgData name="Tim McIntosh" userId="80c4542c76bccb85" providerId="LiveId" clId="{DB6B0DCF-422C-4353-A4F8-7E457B1A928B}" dt="2022-02-12T05:16:46.018" v="1925" actId="2696"/>
        <pc:sldMkLst>
          <pc:docMk/>
          <pc:sldMk cId="412851474" sldId="274"/>
        </pc:sldMkLst>
      </pc:sldChg>
      <pc:sldChg chg="del">
        <pc:chgData name="Tim McIntosh" userId="80c4542c76bccb85" providerId="LiveId" clId="{DB6B0DCF-422C-4353-A4F8-7E457B1A928B}" dt="2022-02-12T05:16:32.626" v="1923" actId="2696"/>
        <pc:sldMkLst>
          <pc:docMk/>
          <pc:sldMk cId="1577203092" sldId="274"/>
        </pc:sldMkLst>
      </pc:sldChg>
      <pc:sldChg chg="modSp add mod">
        <pc:chgData name="Tim McIntosh" userId="80c4542c76bccb85" providerId="LiveId" clId="{DB6B0DCF-422C-4353-A4F8-7E457B1A928B}" dt="2022-02-14T08:25:48.495" v="3551"/>
        <pc:sldMkLst>
          <pc:docMk/>
          <pc:sldMk cId="3305548535" sldId="274"/>
        </pc:sldMkLst>
        <pc:spChg chg="mod">
          <ac:chgData name="Tim McIntosh" userId="80c4542c76bccb85" providerId="LiveId" clId="{DB6B0DCF-422C-4353-A4F8-7E457B1A928B}" dt="2022-02-14T08:25:48.495" v="3551"/>
          <ac:spMkLst>
            <pc:docMk/>
            <pc:sldMk cId="3305548535" sldId="274"/>
            <ac:spMk id="2" creationId="{8E146CB4-A571-4314-8366-1907D5010492}"/>
          </ac:spMkLst>
        </pc:spChg>
      </pc:sldChg>
      <pc:sldChg chg="modSp add mod">
        <pc:chgData name="Tim McIntosh" userId="80c4542c76bccb85" providerId="LiveId" clId="{DB6B0DCF-422C-4353-A4F8-7E457B1A928B}" dt="2022-02-14T08:25:59.473" v="3554"/>
        <pc:sldMkLst>
          <pc:docMk/>
          <pc:sldMk cId="1710677828" sldId="275"/>
        </pc:sldMkLst>
        <pc:spChg chg="mod">
          <ac:chgData name="Tim McIntosh" userId="80c4542c76bccb85" providerId="LiveId" clId="{DB6B0DCF-422C-4353-A4F8-7E457B1A928B}" dt="2022-02-14T08:25:59.473" v="3554"/>
          <ac:spMkLst>
            <pc:docMk/>
            <pc:sldMk cId="1710677828" sldId="275"/>
            <ac:spMk id="2" creationId="{8E146CB4-A571-4314-8366-1907D5010492}"/>
          </ac:spMkLst>
        </pc:spChg>
      </pc:sldChg>
      <pc:sldChg chg="add del">
        <pc:chgData name="Tim McIntosh" userId="80c4542c76bccb85" providerId="LiveId" clId="{DB6B0DCF-422C-4353-A4F8-7E457B1A928B}" dt="2022-02-12T05:16:46.018" v="1925" actId="2696"/>
        <pc:sldMkLst>
          <pc:docMk/>
          <pc:sldMk cId="2344319240" sldId="275"/>
        </pc:sldMkLst>
      </pc:sldChg>
      <pc:sldChg chg="del">
        <pc:chgData name="Tim McIntosh" userId="80c4542c76bccb85" providerId="LiveId" clId="{DB6B0DCF-422C-4353-A4F8-7E457B1A928B}" dt="2022-02-12T05:16:32.626" v="1923" actId="2696"/>
        <pc:sldMkLst>
          <pc:docMk/>
          <pc:sldMk cId="2446935371" sldId="275"/>
        </pc:sldMkLst>
      </pc:sldChg>
      <pc:sldChg chg="del">
        <pc:chgData name="Tim McIntosh" userId="80c4542c76bccb85" providerId="LiveId" clId="{DB6B0DCF-422C-4353-A4F8-7E457B1A928B}" dt="2022-02-12T05:16:32.626" v="1923" actId="2696"/>
        <pc:sldMkLst>
          <pc:docMk/>
          <pc:sldMk cId="642007176" sldId="276"/>
        </pc:sldMkLst>
      </pc:sldChg>
      <pc:sldChg chg="modSp add mod">
        <pc:chgData name="Tim McIntosh" userId="80c4542c76bccb85" providerId="LiveId" clId="{DB6B0DCF-422C-4353-A4F8-7E457B1A928B}" dt="2022-02-14T08:26:02.720" v="3555"/>
        <pc:sldMkLst>
          <pc:docMk/>
          <pc:sldMk cId="1968581442" sldId="276"/>
        </pc:sldMkLst>
        <pc:spChg chg="mod">
          <ac:chgData name="Tim McIntosh" userId="80c4542c76bccb85" providerId="LiveId" clId="{DB6B0DCF-422C-4353-A4F8-7E457B1A928B}" dt="2022-02-14T08:26:02.720" v="3555"/>
          <ac:spMkLst>
            <pc:docMk/>
            <pc:sldMk cId="1968581442" sldId="276"/>
            <ac:spMk id="2" creationId="{8E146CB4-A571-4314-8366-1907D5010492}"/>
          </ac:spMkLst>
        </pc:spChg>
      </pc:sldChg>
      <pc:sldChg chg="add del">
        <pc:chgData name="Tim McIntosh" userId="80c4542c76bccb85" providerId="LiveId" clId="{DB6B0DCF-422C-4353-A4F8-7E457B1A928B}" dt="2022-02-12T05:16:46.018" v="1925" actId="2696"/>
        <pc:sldMkLst>
          <pc:docMk/>
          <pc:sldMk cId="4125751430" sldId="276"/>
        </pc:sldMkLst>
      </pc:sldChg>
      <pc:sldChg chg="modSp mod">
        <pc:chgData name="Tim McIntosh" userId="80c4542c76bccb85" providerId="LiveId" clId="{DB6B0DCF-422C-4353-A4F8-7E457B1A928B}" dt="2022-02-14T08:26:50.653" v="3571"/>
        <pc:sldMkLst>
          <pc:docMk/>
          <pc:sldMk cId="2634690509" sldId="277"/>
        </pc:sldMkLst>
        <pc:spChg chg="mod">
          <ac:chgData name="Tim McIntosh" userId="80c4542c76bccb85" providerId="LiveId" clId="{DB6B0DCF-422C-4353-A4F8-7E457B1A928B}" dt="2022-02-14T08:26:50.653" v="3571"/>
          <ac:spMkLst>
            <pc:docMk/>
            <pc:sldMk cId="2634690509" sldId="277"/>
            <ac:spMk id="2" creationId="{46717AA1-E9E7-4C43-9D90-AC614EC90791}"/>
          </ac:spMkLst>
        </pc:spChg>
      </pc:sldChg>
      <pc:sldChg chg="modSp mod">
        <pc:chgData name="Tim McIntosh" userId="80c4542c76bccb85" providerId="LiveId" clId="{DB6B0DCF-422C-4353-A4F8-7E457B1A928B}" dt="2022-02-14T08:26:06.273" v="3556"/>
        <pc:sldMkLst>
          <pc:docMk/>
          <pc:sldMk cId="1987218006" sldId="278"/>
        </pc:sldMkLst>
        <pc:spChg chg="mod">
          <ac:chgData name="Tim McIntosh" userId="80c4542c76bccb85" providerId="LiveId" clId="{DB6B0DCF-422C-4353-A4F8-7E457B1A928B}" dt="2022-02-14T08:26:06.273" v="3556"/>
          <ac:spMkLst>
            <pc:docMk/>
            <pc:sldMk cId="1987218006" sldId="278"/>
            <ac:spMk id="2" creationId="{72275A1D-7D1B-4E23-BF1C-0D30325F6EE6}"/>
          </ac:spMkLst>
        </pc:spChg>
      </pc:sldChg>
      <pc:sldChg chg="modSp mod">
        <pc:chgData name="Tim McIntosh" userId="80c4542c76bccb85" providerId="LiveId" clId="{DB6B0DCF-422C-4353-A4F8-7E457B1A928B}" dt="2022-02-14T08:26:12.792" v="3558"/>
        <pc:sldMkLst>
          <pc:docMk/>
          <pc:sldMk cId="2480749934" sldId="279"/>
        </pc:sldMkLst>
        <pc:spChg chg="mod">
          <ac:chgData name="Tim McIntosh" userId="80c4542c76bccb85" providerId="LiveId" clId="{DB6B0DCF-422C-4353-A4F8-7E457B1A928B}" dt="2022-02-14T08:26:12.792" v="3558"/>
          <ac:spMkLst>
            <pc:docMk/>
            <pc:sldMk cId="2480749934" sldId="279"/>
            <ac:spMk id="2" creationId="{72275A1D-7D1B-4E23-BF1C-0D30325F6EE6}"/>
          </ac:spMkLst>
        </pc:spChg>
      </pc:sldChg>
      <pc:sldChg chg="modSp mod">
        <pc:chgData name="Tim McIntosh" userId="80c4542c76bccb85" providerId="LiveId" clId="{DB6B0DCF-422C-4353-A4F8-7E457B1A928B}" dt="2022-02-14T08:27:05.043" v="3576"/>
        <pc:sldMkLst>
          <pc:docMk/>
          <pc:sldMk cId="1363475473" sldId="280"/>
        </pc:sldMkLst>
        <pc:spChg chg="mod">
          <ac:chgData name="Tim McIntosh" userId="80c4542c76bccb85" providerId="LiveId" clId="{DB6B0DCF-422C-4353-A4F8-7E457B1A928B}" dt="2022-02-14T08:27:05.043" v="3576"/>
          <ac:spMkLst>
            <pc:docMk/>
            <pc:sldMk cId="1363475473" sldId="280"/>
            <ac:spMk id="2" creationId="{46717AA1-E9E7-4C43-9D90-AC614EC90791}"/>
          </ac:spMkLst>
        </pc:spChg>
        <pc:spChg chg="mod">
          <ac:chgData name="Tim McIntosh" userId="80c4542c76bccb85" providerId="LiveId" clId="{DB6B0DCF-422C-4353-A4F8-7E457B1A928B}" dt="2022-02-12T05:48:50.720" v="2637" actId="20577"/>
          <ac:spMkLst>
            <pc:docMk/>
            <pc:sldMk cId="1363475473" sldId="280"/>
            <ac:spMk id="23555" creationId="{2D765F26-F4C3-4C79-A70A-3579B29A9517}"/>
          </ac:spMkLst>
        </pc:spChg>
      </pc:sldChg>
      <pc:sldChg chg="modSp mod">
        <pc:chgData name="Tim McIntosh" userId="80c4542c76bccb85" providerId="LiveId" clId="{DB6B0DCF-422C-4353-A4F8-7E457B1A928B}" dt="2022-02-14T08:26:47.996" v="3570"/>
        <pc:sldMkLst>
          <pc:docMk/>
          <pc:sldMk cId="2873145535" sldId="281"/>
        </pc:sldMkLst>
        <pc:spChg chg="mod">
          <ac:chgData name="Tim McIntosh" userId="80c4542c76bccb85" providerId="LiveId" clId="{DB6B0DCF-422C-4353-A4F8-7E457B1A928B}" dt="2022-02-14T08:26:47.996" v="3570"/>
          <ac:spMkLst>
            <pc:docMk/>
            <pc:sldMk cId="2873145535" sldId="281"/>
            <ac:spMk id="2" creationId="{96614E2B-3819-4631-BA16-DAAAE805593B}"/>
          </ac:spMkLst>
        </pc:spChg>
      </pc:sldChg>
      <pc:sldChg chg="modSp add mod">
        <pc:chgData name="Tim McIntosh" userId="80c4542c76bccb85" providerId="LiveId" clId="{DB6B0DCF-422C-4353-A4F8-7E457B1A928B}" dt="2022-02-14T08:26:09.480" v="3557"/>
        <pc:sldMkLst>
          <pc:docMk/>
          <pc:sldMk cId="1747997659" sldId="282"/>
        </pc:sldMkLst>
        <pc:spChg chg="mod">
          <ac:chgData name="Tim McIntosh" userId="80c4542c76bccb85" providerId="LiveId" clId="{DB6B0DCF-422C-4353-A4F8-7E457B1A928B}" dt="2022-02-14T08:26:09.480" v="3557"/>
          <ac:spMkLst>
            <pc:docMk/>
            <pc:sldMk cId="1747997659" sldId="282"/>
            <ac:spMk id="2" creationId="{72275A1D-7D1B-4E23-BF1C-0D30325F6EE6}"/>
          </ac:spMkLst>
        </pc:spChg>
        <pc:spChg chg="mod">
          <ac:chgData name="Tim McIntosh" userId="80c4542c76bccb85" providerId="LiveId" clId="{DB6B0DCF-422C-4353-A4F8-7E457B1A928B}" dt="2022-02-12T01:56:01.081" v="258" actId="20577"/>
          <ac:spMkLst>
            <pc:docMk/>
            <pc:sldMk cId="1747997659" sldId="282"/>
            <ac:spMk id="6146" creationId="{190BDBBE-2518-4DC2-A8A5-7B1347851768}"/>
          </ac:spMkLst>
        </pc:spChg>
        <pc:spChg chg="mod">
          <ac:chgData name="Tim McIntosh" userId="80c4542c76bccb85" providerId="LiveId" clId="{DB6B0DCF-422C-4353-A4F8-7E457B1A928B}" dt="2022-02-12T02:03:21.303" v="540" actId="255"/>
          <ac:spMkLst>
            <pc:docMk/>
            <pc:sldMk cId="1747997659" sldId="282"/>
            <ac:spMk id="22531" creationId="{11F364B8-9E55-4D33-84A1-D572CD6C3E86}"/>
          </ac:spMkLst>
        </pc:spChg>
      </pc:sldChg>
      <pc:sldChg chg="modSp add del mod">
        <pc:chgData name="Tim McIntosh" userId="80c4542c76bccb85" providerId="LiveId" clId="{DB6B0DCF-422C-4353-A4F8-7E457B1A928B}" dt="2022-02-12T02:23:41.686" v="704" actId="2696"/>
        <pc:sldMkLst>
          <pc:docMk/>
          <pc:sldMk cId="1632801012" sldId="283"/>
        </pc:sldMkLst>
        <pc:spChg chg="mod">
          <ac:chgData name="Tim McIntosh" userId="80c4542c76bccb85" providerId="LiveId" clId="{DB6B0DCF-422C-4353-A4F8-7E457B1A928B}" dt="2022-02-12T02:04:18.181" v="616" actId="20577"/>
          <ac:spMkLst>
            <pc:docMk/>
            <pc:sldMk cId="1632801012" sldId="283"/>
            <ac:spMk id="6146" creationId="{190BDBBE-2518-4DC2-A8A5-7B1347851768}"/>
          </ac:spMkLst>
        </pc:spChg>
        <pc:spChg chg="mod">
          <ac:chgData name="Tim McIntosh" userId="80c4542c76bccb85" providerId="LiveId" clId="{DB6B0DCF-422C-4353-A4F8-7E457B1A928B}" dt="2022-02-12T02:23:37.672" v="703" actId="20577"/>
          <ac:spMkLst>
            <pc:docMk/>
            <pc:sldMk cId="1632801012" sldId="283"/>
            <ac:spMk id="22531" creationId="{11F364B8-9E55-4D33-84A1-D572CD6C3E86}"/>
          </ac:spMkLst>
        </pc:spChg>
      </pc:sldChg>
      <pc:sldChg chg="modSp add mod">
        <pc:chgData name="Tim McIntosh" userId="80c4542c76bccb85" providerId="LiveId" clId="{DB6B0DCF-422C-4353-A4F8-7E457B1A928B}" dt="2022-02-14T08:26:26.193" v="3563"/>
        <pc:sldMkLst>
          <pc:docMk/>
          <pc:sldMk cId="3265590034" sldId="283"/>
        </pc:sldMkLst>
        <pc:spChg chg="mod">
          <ac:chgData name="Tim McIntosh" userId="80c4542c76bccb85" providerId="LiveId" clId="{DB6B0DCF-422C-4353-A4F8-7E457B1A928B}" dt="2022-02-14T08:26:26.193" v="3563"/>
          <ac:spMkLst>
            <pc:docMk/>
            <pc:sldMk cId="3265590034" sldId="283"/>
            <ac:spMk id="2" creationId="{46717AA1-E9E7-4C43-9D90-AC614EC90791}"/>
          </ac:spMkLst>
        </pc:spChg>
        <pc:spChg chg="mod">
          <ac:chgData name="Tim McIntosh" userId="80c4542c76bccb85" providerId="LiveId" clId="{DB6B0DCF-422C-4353-A4F8-7E457B1A928B}" dt="2022-02-12T02:24:47.497" v="765" actId="20577"/>
          <ac:spMkLst>
            <pc:docMk/>
            <pc:sldMk cId="3265590034" sldId="283"/>
            <ac:spMk id="6146" creationId="{23420AC8-E61C-458D-9532-7C3A2E114EAB}"/>
          </ac:spMkLst>
        </pc:spChg>
        <pc:spChg chg="mod">
          <ac:chgData name="Tim McIntosh" userId="80c4542c76bccb85" providerId="LiveId" clId="{DB6B0DCF-422C-4353-A4F8-7E457B1A928B}" dt="2022-02-12T05:17:13.470" v="1927" actId="11"/>
          <ac:spMkLst>
            <pc:docMk/>
            <pc:sldMk cId="3265590034" sldId="283"/>
            <ac:spMk id="23555" creationId="{2D765F26-F4C3-4C79-A70A-3579B29A9517}"/>
          </ac:spMkLst>
        </pc:spChg>
      </pc:sldChg>
      <pc:sldChg chg="modSp add mod">
        <pc:chgData name="Tim McIntosh" userId="80c4542c76bccb85" providerId="LiveId" clId="{DB6B0DCF-422C-4353-A4F8-7E457B1A928B}" dt="2022-02-14T08:26:53.172" v="3572"/>
        <pc:sldMkLst>
          <pc:docMk/>
          <pc:sldMk cId="953012337" sldId="284"/>
        </pc:sldMkLst>
        <pc:spChg chg="mod">
          <ac:chgData name="Tim McIntosh" userId="80c4542c76bccb85" providerId="LiveId" clId="{DB6B0DCF-422C-4353-A4F8-7E457B1A928B}" dt="2022-02-14T08:26:53.172" v="3572"/>
          <ac:spMkLst>
            <pc:docMk/>
            <pc:sldMk cId="953012337" sldId="284"/>
            <ac:spMk id="2" creationId="{46717AA1-E9E7-4C43-9D90-AC614EC90791}"/>
          </ac:spMkLst>
        </pc:spChg>
        <pc:spChg chg="mod">
          <ac:chgData name="Tim McIntosh" userId="80c4542c76bccb85" providerId="LiveId" clId="{DB6B0DCF-422C-4353-A4F8-7E457B1A928B}" dt="2022-02-12T02:53:17.472" v="1121" actId="20577"/>
          <ac:spMkLst>
            <pc:docMk/>
            <pc:sldMk cId="953012337" sldId="284"/>
            <ac:spMk id="6146" creationId="{23420AC8-E61C-458D-9532-7C3A2E114EAB}"/>
          </ac:spMkLst>
        </pc:spChg>
        <pc:spChg chg="mod">
          <ac:chgData name="Tim McIntosh" userId="80c4542c76bccb85" providerId="LiveId" clId="{DB6B0DCF-422C-4353-A4F8-7E457B1A928B}" dt="2022-02-12T02:59:48.717" v="1757" actId="20577"/>
          <ac:spMkLst>
            <pc:docMk/>
            <pc:sldMk cId="953012337" sldId="284"/>
            <ac:spMk id="23555" creationId="{2D765F26-F4C3-4C79-A70A-3579B29A9517}"/>
          </ac:spMkLst>
        </pc:spChg>
      </pc:sldChg>
      <pc:sldChg chg="modSp add del mod">
        <pc:chgData name="Tim McIntosh" userId="80c4542c76bccb85" providerId="LiveId" clId="{DB6B0DCF-422C-4353-A4F8-7E457B1A928B}" dt="2022-02-14T08:26:56.563" v="3573"/>
        <pc:sldMkLst>
          <pc:docMk/>
          <pc:sldMk cId="3230552907" sldId="285"/>
        </pc:sldMkLst>
        <pc:spChg chg="mod">
          <ac:chgData name="Tim McIntosh" userId="80c4542c76bccb85" providerId="LiveId" clId="{DB6B0DCF-422C-4353-A4F8-7E457B1A928B}" dt="2022-02-14T08:26:56.563" v="3573"/>
          <ac:spMkLst>
            <pc:docMk/>
            <pc:sldMk cId="3230552907" sldId="285"/>
            <ac:spMk id="2" creationId="{46717AA1-E9E7-4C43-9D90-AC614EC90791}"/>
          </ac:spMkLst>
        </pc:spChg>
        <pc:spChg chg="mod">
          <ac:chgData name="Tim McIntosh" userId="80c4542c76bccb85" providerId="LiveId" clId="{DB6B0DCF-422C-4353-A4F8-7E457B1A928B}" dt="2022-02-12T05:17:37.143" v="1963" actId="20577"/>
          <ac:spMkLst>
            <pc:docMk/>
            <pc:sldMk cId="3230552907" sldId="285"/>
            <ac:spMk id="6146" creationId="{23420AC8-E61C-458D-9532-7C3A2E114EAB}"/>
          </ac:spMkLst>
        </pc:spChg>
        <pc:spChg chg="mod">
          <ac:chgData name="Tim McIntosh" userId="80c4542c76bccb85" providerId="LiveId" clId="{DB6B0DCF-422C-4353-A4F8-7E457B1A928B}" dt="2022-02-12T06:28:08.793" v="3494" actId="20577"/>
          <ac:spMkLst>
            <pc:docMk/>
            <pc:sldMk cId="3230552907" sldId="285"/>
            <ac:spMk id="23555" creationId="{2D765F26-F4C3-4C79-A70A-3579B29A9517}"/>
          </ac:spMkLst>
        </pc:spChg>
      </pc:sldChg>
      <pc:sldChg chg="modSp add mod">
        <pc:chgData name="Tim McIntosh" userId="80c4542c76bccb85" providerId="LiveId" clId="{DB6B0DCF-422C-4353-A4F8-7E457B1A928B}" dt="2022-02-12T05:16:14.889" v="1922" actId="11"/>
        <pc:sldMkLst>
          <pc:docMk/>
          <pc:sldMk cId="2228163726" sldId="286"/>
        </pc:sldMkLst>
        <pc:spChg chg="mod">
          <ac:chgData name="Tim McIntosh" userId="80c4542c76bccb85" providerId="LiveId" clId="{DB6B0DCF-422C-4353-A4F8-7E457B1A928B}" dt="2022-02-12T05:15:40.816" v="1787" actId="20577"/>
          <ac:spMkLst>
            <pc:docMk/>
            <pc:sldMk cId="2228163726" sldId="286"/>
            <ac:spMk id="6146" creationId="{190BDBBE-2518-4DC2-A8A5-7B1347851768}"/>
          </ac:spMkLst>
        </pc:spChg>
        <pc:spChg chg="mod">
          <ac:chgData name="Tim McIntosh" userId="80c4542c76bccb85" providerId="LiveId" clId="{DB6B0DCF-422C-4353-A4F8-7E457B1A928B}" dt="2022-02-12T05:16:14.889" v="1922" actId="11"/>
          <ac:spMkLst>
            <pc:docMk/>
            <pc:sldMk cId="2228163726" sldId="286"/>
            <ac:spMk id="22531" creationId="{11F364B8-9E55-4D33-84A1-D572CD6C3E86}"/>
          </ac:spMkLst>
        </pc:spChg>
      </pc:sldChg>
      <pc:sldChg chg="add del">
        <pc:chgData name="Tim McIntosh" userId="80c4542c76bccb85" providerId="LiveId" clId="{DB6B0DCF-422C-4353-A4F8-7E457B1A928B}" dt="2022-02-12T05:43:12.119" v="2257" actId="2696"/>
        <pc:sldMkLst>
          <pc:docMk/>
          <pc:sldMk cId="771953093" sldId="287"/>
        </pc:sldMkLst>
      </pc:sldChg>
      <pc:sldChg chg="modSp add mod">
        <pc:chgData name="Tim McIntosh" userId="80c4542c76bccb85" providerId="LiveId" clId="{DB6B0DCF-422C-4353-A4F8-7E457B1A928B}" dt="2022-02-14T08:26:59.020" v="3574"/>
        <pc:sldMkLst>
          <pc:docMk/>
          <pc:sldMk cId="1196611232" sldId="287"/>
        </pc:sldMkLst>
        <pc:spChg chg="mod">
          <ac:chgData name="Tim McIntosh" userId="80c4542c76bccb85" providerId="LiveId" clId="{DB6B0DCF-422C-4353-A4F8-7E457B1A928B}" dt="2022-02-14T08:26:59.020" v="3574"/>
          <ac:spMkLst>
            <pc:docMk/>
            <pc:sldMk cId="1196611232" sldId="287"/>
            <ac:spMk id="2" creationId="{46717AA1-E9E7-4C43-9D90-AC614EC90791}"/>
          </ac:spMkLst>
        </pc:spChg>
        <pc:spChg chg="mod">
          <ac:chgData name="Tim McIntosh" userId="80c4542c76bccb85" providerId="LiveId" clId="{DB6B0DCF-422C-4353-A4F8-7E457B1A928B}" dt="2022-02-12T05:52:37.143" v="2776" actId="20577"/>
          <ac:spMkLst>
            <pc:docMk/>
            <pc:sldMk cId="1196611232" sldId="287"/>
            <ac:spMk id="6146" creationId="{23420AC8-E61C-458D-9532-7C3A2E114EAB}"/>
          </ac:spMkLst>
        </pc:spChg>
        <pc:spChg chg="mod">
          <ac:chgData name="Tim McIntosh" userId="80c4542c76bccb85" providerId="LiveId" clId="{DB6B0DCF-422C-4353-A4F8-7E457B1A928B}" dt="2022-02-12T05:53:35.170" v="2958" actId="11"/>
          <ac:spMkLst>
            <pc:docMk/>
            <pc:sldMk cId="1196611232" sldId="287"/>
            <ac:spMk id="23555" creationId="{2D765F26-F4C3-4C79-A70A-3579B29A9517}"/>
          </ac:spMkLst>
        </pc:spChg>
      </pc:sldChg>
      <pc:sldChg chg="modSp add del mod">
        <pc:chgData name="Tim McIntosh" userId="80c4542c76bccb85" providerId="LiveId" clId="{DB6B0DCF-422C-4353-A4F8-7E457B1A928B}" dt="2022-02-12T06:08:44.434" v="3092" actId="2696"/>
        <pc:sldMkLst>
          <pc:docMk/>
          <pc:sldMk cId="4052069835" sldId="288"/>
        </pc:sldMkLst>
        <pc:spChg chg="mod">
          <ac:chgData name="Tim McIntosh" userId="80c4542c76bccb85" providerId="LiveId" clId="{DB6B0DCF-422C-4353-A4F8-7E457B1A928B}" dt="2022-02-12T05:54:06.957" v="3076" actId="20577"/>
          <ac:spMkLst>
            <pc:docMk/>
            <pc:sldMk cId="4052069835" sldId="288"/>
            <ac:spMk id="23555" creationId="{2D765F26-F4C3-4C79-A70A-3579B29A9517}"/>
          </ac:spMkLst>
        </pc:spChg>
      </pc:sldChg>
      <pc:sldChg chg="addSp delSp modSp add mod">
        <pc:chgData name="Tim McIntosh" userId="80c4542c76bccb85" providerId="LiveId" clId="{DB6B0DCF-422C-4353-A4F8-7E457B1A928B}" dt="2022-02-14T08:27:01.583" v="3575"/>
        <pc:sldMkLst>
          <pc:docMk/>
          <pc:sldMk cId="869496650" sldId="289"/>
        </pc:sldMkLst>
        <pc:spChg chg="mod">
          <ac:chgData name="Tim McIntosh" userId="80c4542c76bccb85" providerId="LiveId" clId="{DB6B0DCF-422C-4353-A4F8-7E457B1A928B}" dt="2022-02-14T08:27:01.583" v="3575"/>
          <ac:spMkLst>
            <pc:docMk/>
            <pc:sldMk cId="869496650" sldId="289"/>
            <ac:spMk id="2" creationId="{46717AA1-E9E7-4C43-9D90-AC614EC90791}"/>
          </ac:spMkLst>
        </pc:spChg>
        <pc:spChg chg="add del mod">
          <ac:chgData name="Tim McIntosh" userId="80c4542c76bccb85" providerId="LiveId" clId="{DB6B0DCF-422C-4353-A4F8-7E457B1A928B}" dt="2022-02-12T05:54:20.589" v="3079" actId="478"/>
          <ac:spMkLst>
            <pc:docMk/>
            <pc:sldMk cId="869496650" sldId="289"/>
            <ac:spMk id="3" creationId="{16DE7AA4-2367-4C8D-ABF8-AFF2045507B5}"/>
          </ac:spMkLst>
        </pc:spChg>
        <pc:spChg chg="add del mod">
          <ac:chgData name="Tim McIntosh" userId="80c4542c76bccb85" providerId="LiveId" clId="{DB6B0DCF-422C-4353-A4F8-7E457B1A928B}" dt="2022-02-12T05:54:27.790" v="3081" actId="478"/>
          <ac:spMkLst>
            <pc:docMk/>
            <pc:sldMk cId="869496650" sldId="289"/>
            <ac:spMk id="5" creationId="{ED16F417-4F4F-42E2-89F6-C1E692E12C29}"/>
          </ac:spMkLst>
        </pc:spChg>
        <pc:spChg chg="del">
          <ac:chgData name="Tim McIntosh" userId="80c4542c76bccb85" providerId="LiveId" clId="{DB6B0DCF-422C-4353-A4F8-7E457B1A928B}" dt="2022-02-12T05:54:23.412" v="3080" actId="478"/>
          <ac:spMkLst>
            <pc:docMk/>
            <pc:sldMk cId="869496650" sldId="289"/>
            <ac:spMk id="6146" creationId="{23420AC8-E61C-458D-9532-7C3A2E114EAB}"/>
          </ac:spMkLst>
        </pc:spChg>
        <pc:spChg chg="del">
          <ac:chgData name="Tim McIntosh" userId="80c4542c76bccb85" providerId="LiveId" clId="{DB6B0DCF-422C-4353-A4F8-7E457B1A928B}" dt="2022-02-12T05:54:18.021" v="3078" actId="478"/>
          <ac:spMkLst>
            <pc:docMk/>
            <pc:sldMk cId="869496650" sldId="289"/>
            <ac:spMk id="23555" creationId="{2D765F26-F4C3-4C79-A70A-3579B29A9517}"/>
          </ac:spMkLst>
        </pc:spChg>
        <pc:picChg chg="add mod">
          <ac:chgData name="Tim McIntosh" userId="80c4542c76bccb85" providerId="LiveId" clId="{DB6B0DCF-422C-4353-A4F8-7E457B1A928B}" dt="2022-02-12T05:56:47.444" v="3091" actId="1076"/>
          <ac:picMkLst>
            <pc:docMk/>
            <pc:sldMk cId="869496650" sldId="289"/>
            <ac:picMk id="7" creationId="{E2CB0594-1FBA-4ACE-B352-DE8902D424B5}"/>
          </ac:picMkLst>
        </pc:picChg>
        <pc:picChg chg="add del mod">
          <ac:chgData name="Tim McIntosh" userId="80c4542c76bccb85" providerId="LiveId" clId="{DB6B0DCF-422C-4353-A4F8-7E457B1A928B}" dt="2022-02-12T05:56:20.143" v="3087" actId="478"/>
          <ac:picMkLst>
            <pc:docMk/>
            <pc:sldMk cId="869496650" sldId="289"/>
            <ac:picMk id="9" creationId="{C0403EC1-5DF7-4CD5-951A-DADCA03E5636}"/>
          </ac:picMkLst>
        </pc:picChg>
        <pc:picChg chg="add mod">
          <ac:chgData name="Tim McIntosh" userId="80c4542c76bccb85" providerId="LiveId" clId="{DB6B0DCF-422C-4353-A4F8-7E457B1A928B}" dt="2022-02-12T05:56:43.242" v="3089" actId="1076"/>
          <ac:picMkLst>
            <pc:docMk/>
            <pc:sldMk cId="869496650" sldId="289"/>
            <ac:picMk id="11" creationId="{2176D69D-69A5-4844-982D-E51CEF8DD19F}"/>
          </ac:picMkLst>
        </pc:picChg>
      </pc:sldChg>
      <pc:sldChg chg="modSp add mod">
        <pc:chgData name="Tim McIntosh" userId="80c4542c76bccb85" providerId="LiveId" clId="{DB6B0DCF-422C-4353-A4F8-7E457B1A928B}" dt="2022-02-14T08:25:23.519" v="3548"/>
        <pc:sldMkLst>
          <pc:docMk/>
          <pc:sldMk cId="704369733" sldId="290"/>
        </pc:sldMkLst>
        <pc:spChg chg="mod">
          <ac:chgData name="Tim McIntosh" userId="80c4542c76bccb85" providerId="LiveId" clId="{DB6B0DCF-422C-4353-A4F8-7E457B1A928B}" dt="2022-02-14T08:25:23.519" v="3548"/>
          <ac:spMkLst>
            <pc:docMk/>
            <pc:sldMk cId="704369733" sldId="290"/>
            <ac:spMk id="2" creationId="{72275A1D-7D1B-4E23-BF1C-0D30325F6EE6}"/>
          </ac:spMkLst>
        </pc:spChg>
      </pc:sldChg>
      <pc:sldChg chg="modSp add mod">
        <pc:chgData name="Tim McIntosh" userId="80c4542c76bccb85" providerId="LiveId" clId="{DB6B0DCF-422C-4353-A4F8-7E457B1A928B}" dt="2022-02-14T08:25:34.213" v="3550"/>
        <pc:sldMkLst>
          <pc:docMk/>
          <pc:sldMk cId="2322794807" sldId="291"/>
        </pc:sldMkLst>
        <pc:spChg chg="mod">
          <ac:chgData name="Tim McIntosh" userId="80c4542c76bccb85" providerId="LiveId" clId="{DB6B0DCF-422C-4353-A4F8-7E457B1A928B}" dt="2022-02-14T08:25:34.213" v="3550"/>
          <ac:spMkLst>
            <pc:docMk/>
            <pc:sldMk cId="2322794807" sldId="291"/>
            <ac:spMk id="2" creationId="{72275A1D-7D1B-4E23-BF1C-0D30325F6EE6}"/>
          </ac:spMkLst>
        </pc:spChg>
        <pc:spChg chg="mod">
          <ac:chgData name="Tim McIntosh" userId="80c4542c76bccb85" providerId="LiveId" clId="{DB6B0DCF-422C-4353-A4F8-7E457B1A928B}" dt="2022-02-14T08:25:32.078" v="3549" actId="1076"/>
          <ac:spMkLst>
            <pc:docMk/>
            <pc:sldMk cId="2322794807" sldId="291"/>
            <ac:spMk id="5" creationId="{1C5CC246-7355-4614-AB6C-AD183AAD8A78}"/>
          </ac:spMkLst>
        </pc:spChg>
      </pc:sldChg>
      <pc:sldChg chg="modSp add mod">
        <pc:chgData name="Tim McIntosh" userId="80c4542c76bccb85" providerId="LiveId" clId="{DB6B0DCF-422C-4353-A4F8-7E457B1A928B}" dt="2022-02-14T08:26:15.426" v="3559"/>
        <pc:sldMkLst>
          <pc:docMk/>
          <pc:sldMk cId="2705798789" sldId="292"/>
        </pc:sldMkLst>
        <pc:spChg chg="mod">
          <ac:chgData name="Tim McIntosh" userId="80c4542c76bccb85" providerId="LiveId" clId="{DB6B0DCF-422C-4353-A4F8-7E457B1A928B}" dt="2022-02-14T08:26:15.426" v="3559"/>
          <ac:spMkLst>
            <pc:docMk/>
            <pc:sldMk cId="2705798789" sldId="292"/>
            <ac:spMk id="2" creationId="{72275A1D-7D1B-4E23-BF1C-0D30325F6EE6}"/>
          </ac:spMkLst>
        </pc:spChg>
      </pc:sldChg>
      <pc:sldChg chg="modSp add mod">
        <pc:chgData name="Tim McIntosh" userId="80c4542c76bccb85" providerId="LiveId" clId="{DB6B0DCF-422C-4353-A4F8-7E457B1A928B}" dt="2022-02-14T08:26:17.825" v="3560"/>
        <pc:sldMkLst>
          <pc:docMk/>
          <pc:sldMk cId="511951508" sldId="293"/>
        </pc:sldMkLst>
        <pc:spChg chg="mod">
          <ac:chgData name="Tim McIntosh" userId="80c4542c76bccb85" providerId="LiveId" clId="{DB6B0DCF-422C-4353-A4F8-7E457B1A928B}" dt="2022-02-14T08:26:17.825" v="3560"/>
          <ac:spMkLst>
            <pc:docMk/>
            <pc:sldMk cId="511951508" sldId="293"/>
            <ac:spMk id="2" creationId="{72275A1D-7D1B-4E23-BF1C-0D30325F6EE6}"/>
          </ac:spMkLst>
        </pc:spChg>
      </pc:sldChg>
      <pc:sldChg chg="modSp add mod">
        <pc:chgData name="Tim McIntosh" userId="80c4542c76bccb85" providerId="LiveId" clId="{DB6B0DCF-422C-4353-A4F8-7E457B1A928B}" dt="2022-02-14T08:26:21.273" v="3561"/>
        <pc:sldMkLst>
          <pc:docMk/>
          <pc:sldMk cId="1472689301" sldId="314"/>
        </pc:sldMkLst>
        <pc:spChg chg="mod">
          <ac:chgData name="Tim McIntosh" userId="80c4542c76bccb85" providerId="LiveId" clId="{DB6B0DCF-422C-4353-A4F8-7E457B1A928B}" dt="2022-02-14T08:26:21.273" v="3561"/>
          <ac:spMkLst>
            <pc:docMk/>
            <pc:sldMk cId="1472689301" sldId="314"/>
            <ac:spMk id="2" creationId="{72275A1D-7D1B-4E23-BF1C-0D30325F6EE6}"/>
          </ac:spMkLst>
        </pc:spChg>
      </pc:sldChg>
      <pc:sldMasterChg chg="del delSldLayout">
        <pc:chgData name="Tim McIntosh" userId="80c4542c76bccb85" providerId="LiveId" clId="{DB6B0DCF-422C-4353-A4F8-7E457B1A928B}" dt="2022-02-14T08:23:28.408" v="3500" actId="2696"/>
        <pc:sldMasterMkLst>
          <pc:docMk/>
          <pc:sldMasterMk cId="0" sldId="2147483651"/>
        </pc:sldMasterMkLst>
        <pc:sldLayoutChg chg="del">
          <pc:chgData name="Tim McIntosh" userId="80c4542c76bccb85" providerId="LiveId" clId="{DB6B0DCF-422C-4353-A4F8-7E457B1A928B}" dt="2022-02-14T08:23:28.402" v="3498" actId="2696"/>
          <pc:sldLayoutMkLst>
            <pc:docMk/>
            <pc:sldMasterMk cId="0" sldId="2147483651"/>
            <pc:sldLayoutMk cId="1686131074" sldId="2147483968"/>
          </pc:sldLayoutMkLst>
        </pc:sldLayoutChg>
        <pc:sldLayoutChg chg="del">
          <pc:chgData name="Tim McIntosh" userId="80c4542c76bccb85" providerId="LiveId" clId="{DB6B0DCF-422C-4353-A4F8-7E457B1A928B}" dt="2022-02-14T08:23:28.404" v="3499" actId="2696"/>
          <pc:sldLayoutMkLst>
            <pc:docMk/>
            <pc:sldMasterMk cId="0" sldId="2147483651"/>
            <pc:sldLayoutMk cId="66218245" sldId="2147483969"/>
          </pc:sldLayoutMkLst>
        </pc:sldLayoutChg>
      </pc:sldMasterChg>
      <pc:sldMasterChg chg="del delSldLayout">
        <pc:chgData name="Tim McIntosh" userId="80c4542c76bccb85" providerId="LiveId" clId="{DB6B0DCF-422C-4353-A4F8-7E457B1A928B}" dt="2022-02-14T08:23:28.391" v="3497" actId="2696"/>
        <pc:sldMasterMkLst>
          <pc:docMk/>
          <pc:sldMasterMk cId="0" sldId="2147483654"/>
        </pc:sldMasterMkLst>
        <pc:sldLayoutChg chg="del">
          <pc:chgData name="Tim McIntosh" userId="80c4542c76bccb85" providerId="LiveId" clId="{DB6B0DCF-422C-4353-A4F8-7E457B1A928B}" dt="2022-02-14T08:23:28.387" v="3496" actId="2696"/>
          <pc:sldLayoutMkLst>
            <pc:docMk/>
            <pc:sldMasterMk cId="0" sldId="2147483654"/>
            <pc:sldLayoutMk cId="3406083966" sldId="2147483967"/>
          </pc:sldLayoutMkLst>
        </pc:sldLayoutChg>
      </pc:sldMasterChg>
      <pc:sldMasterChg chg="modSp mod delSldLayout modSldLayout">
        <pc:chgData name="Tim McIntosh" userId="80c4542c76bccb85" providerId="LiveId" clId="{DB6B0DCF-422C-4353-A4F8-7E457B1A928B}" dt="2022-02-14T08:24:44.013" v="3537" actId="2696"/>
        <pc:sldMasterMkLst>
          <pc:docMk/>
          <pc:sldMasterMk cId="0" sldId="2147483658"/>
        </pc:sldMasterMkLst>
        <pc:spChg chg="mod">
          <ac:chgData name="Tim McIntosh" userId="80c4542c76bccb85" providerId="LiveId" clId="{DB6B0DCF-422C-4353-A4F8-7E457B1A928B}" dt="2022-02-14T08:23:42.107" v="3508"/>
          <ac:spMkLst>
            <pc:docMk/>
            <pc:sldMasterMk cId="0" sldId="2147483658"/>
            <ac:spMk id="5" creationId="{EFEE9959-195D-4693-AA37-953BDC04C6FE}"/>
          </ac:spMkLst>
        </pc:spChg>
        <pc:sldLayoutChg chg="modSp del mod">
          <pc:chgData name="Tim McIntosh" userId="80c4542c76bccb85" providerId="LiveId" clId="{DB6B0DCF-422C-4353-A4F8-7E457B1A928B}" dt="2022-02-14T08:24:44.013" v="3537" actId="2696"/>
          <pc:sldLayoutMkLst>
            <pc:docMk/>
            <pc:sldMasterMk cId="0" sldId="2147483658"/>
            <pc:sldLayoutMk cId="3241405307" sldId="2147483970"/>
          </pc:sldLayoutMkLst>
          <pc:spChg chg="mod">
            <ac:chgData name="Tim McIntosh" userId="80c4542c76bccb85" providerId="LiveId" clId="{DB6B0DCF-422C-4353-A4F8-7E457B1A928B}" dt="2022-02-14T08:23:54.906" v="3519"/>
            <ac:spMkLst>
              <pc:docMk/>
              <pc:sldMasterMk cId="0" sldId="2147483658"/>
              <pc:sldLayoutMk cId="3241405307" sldId="2147483970"/>
              <ac:spMk id="8" creationId="{F997CA58-90FD-4D2F-B023-D0AC0627E8AE}"/>
            </ac:spMkLst>
          </pc:spChg>
        </pc:sldLayoutChg>
        <pc:sldLayoutChg chg="modSp mod">
          <pc:chgData name="Tim McIntosh" userId="80c4542c76bccb85" providerId="LiveId" clId="{DB6B0DCF-422C-4353-A4F8-7E457B1A928B}" dt="2022-02-14T08:24:06.218" v="3527"/>
          <pc:sldLayoutMkLst>
            <pc:docMk/>
            <pc:sldMasterMk cId="0" sldId="2147483658"/>
            <pc:sldLayoutMk cId="3092058568" sldId="2147483971"/>
          </pc:sldLayoutMkLst>
          <pc:spChg chg="mod">
            <ac:chgData name="Tim McIntosh" userId="80c4542c76bccb85" providerId="LiveId" clId="{DB6B0DCF-422C-4353-A4F8-7E457B1A928B}" dt="2022-02-14T08:24:06.218" v="3527"/>
            <ac:spMkLst>
              <pc:docMk/>
              <pc:sldMasterMk cId="0" sldId="2147483658"/>
              <pc:sldLayoutMk cId="3092058568" sldId="2147483971"/>
              <ac:spMk id="5" creationId="{81279088-81E5-42AE-A449-F335DB56FCF5}"/>
            </ac:spMkLst>
          </pc:spChg>
        </pc:sldLayoutChg>
        <pc:sldLayoutChg chg="del">
          <pc:chgData name="Tim McIntosh" userId="80c4542c76bccb85" providerId="LiveId" clId="{DB6B0DCF-422C-4353-A4F8-7E457B1A928B}" dt="2022-02-14T08:24:39.600" v="3536" actId="2696"/>
          <pc:sldLayoutMkLst>
            <pc:docMk/>
            <pc:sldMasterMk cId="0" sldId="2147483658"/>
            <pc:sldLayoutMk cId="3767248618" sldId="2147483972"/>
          </pc:sldLayoutMkLst>
        </pc:sldLayoutChg>
        <pc:sldLayoutChg chg="del">
          <pc:chgData name="Tim McIntosh" userId="80c4542c76bccb85" providerId="LiveId" clId="{DB6B0DCF-422C-4353-A4F8-7E457B1A928B}" dt="2022-02-14T08:24:37.699" v="3535" actId="2696"/>
          <pc:sldLayoutMkLst>
            <pc:docMk/>
            <pc:sldMasterMk cId="0" sldId="2147483658"/>
            <pc:sldLayoutMk cId="1551832678" sldId="2147483973"/>
          </pc:sldLayoutMkLst>
        </pc:sldLayoutChg>
        <pc:sldLayoutChg chg="del">
          <pc:chgData name="Tim McIntosh" userId="80c4542c76bccb85" providerId="LiveId" clId="{DB6B0DCF-422C-4353-A4F8-7E457B1A928B}" dt="2022-02-14T08:24:35.900" v="3534" actId="2696"/>
          <pc:sldLayoutMkLst>
            <pc:docMk/>
            <pc:sldMasterMk cId="0" sldId="2147483658"/>
            <pc:sldLayoutMk cId="3262363800" sldId="2147483974"/>
          </pc:sldLayoutMkLst>
        </pc:sldLayoutChg>
        <pc:sldLayoutChg chg="del">
          <pc:chgData name="Tim McIntosh" userId="80c4542c76bccb85" providerId="LiveId" clId="{DB6B0DCF-422C-4353-A4F8-7E457B1A928B}" dt="2022-02-14T08:24:33.904" v="3533" actId="2696"/>
          <pc:sldLayoutMkLst>
            <pc:docMk/>
            <pc:sldMasterMk cId="0" sldId="2147483658"/>
            <pc:sldLayoutMk cId="2265036269" sldId="2147483975"/>
          </pc:sldLayoutMkLst>
        </pc:sldLayoutChg>
        <pc:sldLayoutChg chg="del">
          <pc:chgData name="Tim McIntosh" userId="80c4542c76bccb85" providerId="LiveId" clId="{DB6B0DCF-422C-4353-A4F8-7E457B1A928B}" dt="2022-02-14T08:24:31.633" v="3532" actId="2696"/>
          <pc:sldLayoutMkLst>
            <pc:docMk/>
            <pc:sldMasterMk cId="0" sldId="2147483658"/>
            <pc:sldLayoutMk cId="2848908576" sldId="2147483976"/>
          </pc:sldLayoutMkLst>
        </pc:sldLayoutChg>
        <pc:sldLayoutChg chg="del">
          <pc:chgData name="Tim McIntosh" userId="80c4542c76bccb85" providerId="LiveId" clId="{DB6B0DCF-422C-4353-A4F8-7E457B1A928B}" dt="2022-02-14T08:24:29.700" v="3531" actId="2696"/>
          <pc:sldLayoutMkLst>
            <pc:docMk/>
            <pc:sldMasterMk cId="0" sldId="2147483658"/>
            <pc:sldLayoutMk cId="259065860" sldId="2147483977"/>
          </pc:sldLayoutMkLst>
        </pc:sldLayoutChg>
        <pc:sldLayoutChg chg="del">
          <pc:chgData name="Tim McIntosh" userId="80c4542c76bccb85" providerId="LiveId" clId="{DB6B0DCF-422C-4353-A4F8-7E457B1A928B}" dt="2022-02-14T08:24:18.437" v="3528" actId="2696"/>
          <pc:sldLayoutMkLst>
            <pc:docMk/>
            <pc:sldMasterMk cId="0" sldId="2147483658"/>
            <pc:sldLayoutMk cId="4224716668" sldId="2147483978"/>
          </pc:sldLayoutMkLst>
        </pc:sldLayoutChg>
        <pc:sldLayoutChg chg="del">
          <pc:chgData name="Tim McIntosh" userId="80c4542c76bccb85" providerId="LiveId" clId="{DB6B0DCF-422C-4353-A4F8-7E457B1A928B}" dt="2022-02-14T08:24:18.453" v="3529" actId="2696"/>
          <pc:sldLayoutMkLst>
            <pc:docMk/>
            <pc:sldMasterMk cId="0" sldId="2147483658"/>
            <pc:sldLayoutMk cId="2694374494" sldId="2147483979"/>
          </pc:sldLayoutMkLst>
        </pc:sldLayoutChg>
        <pc:sldLayoutChg chg="del">
          <pc:chgData name="Tim McIntosh" userId="80c4542c76bccb85" providerId="LiveId" clId="{DB6B0DCF-422C-4353-A4F8-7E457B1A928B}" dt="2022-02-14T08:24:18.467" v="3530" actId="2696"/>
          <pc:sldLayoutMkLst>
            <pc:docMk/>
            <pc:sldMasterMk cId="0" sldId="2147483658"/>
            <pc:sldLayoutMk cId="1158625596" sldId="2147483980"/>
          </pc:sldLayoutMkLst>
        </pc:sldLayoutChg>
      </pc:sldMasterChg>
    </pc:docChg>
  </pc:docChgLst>
  <pc:docChgLst>
    <pc:chgData name="Tim McIntosh" userId="80c4542c76bccb85" providerId="LiveId" clId="{40026388-F5B8-43E0-A5A0-22659BCCBDB5}"/>
    <pc:docChg chg="undo redo custSel addSld delSld modSld sldOrd">
      <pc:chgData name="Tim McIntosh" userId="80c4542c76bccb85" providerId="LiveId" clId="{40026388-F5B8-43E0-A5A0-22659BCCBDB5}" dt="2022-02-09T01:04:12.421" v="4144" actId="14100"/>
      <pc:docMkLst>
        <pc:docMk/>
      </pc:docMkLst>
      <pc:sldChg chg="modSp">
        <pc:chgData name="Tim McIntosh" userId="80c4542c76bccb85" providerId="LiveId" clId="{40026388-F5B8-43E0-A5A0-22659BCCBDB5}" dt="2022-02-09T01:04:12.421" v="4144" actId="14100"/>
        <pc:sldMkLst>
          <pc:docMk/>
          <pc:sldMk cId="0" sldId="260"/>
        </pc:sldMkLst>
        <pc:spChg chg="mod">
          <ac:chgData name="Tim McIntosh" userId="80c4542c76bccb85" providerId="LiveId" clId="{40026388-F5B8-43E0-A5A0-22659BCCBDB5}" dt="2022-02-09T01:04:12.421" v="4144" actId="14100"/>
          <ac:spMkLst>
            <pc:docMk/>
            <pc:sldMk cId="0" sldId="260"/>
            <ac:spMk id="18434" creationId="{7011D958-7B17-483C-B07B-1B379F607C55}"/>
          </ac:spMkLst>
        </pc:spChg>
      </pc:sldChg>
      <pc:sldChg chg="del">
        <pc:chgData name="Tim McIntosh" userId="80c4542c76bccb85" providerId="LiveId" clId="{40026388-F5B8-43E0-A5A0-22659BCCBDB5}" dt="2022-01-12T04:04:44.460" v="3610" actId="47"/>
        <pc:sldMkLst>
          <pc:docMk/>
          <pc:sldMk cId="0" sldId="262"/>
        </pc:sldMkLst>
      </pc:sldChg>
      <pc:sldChg chg="modSp mod">
        <pc:chgData name="Tim McIntosh" userId="80c4542c76bccb85" providerId="LiveId" clId="{40026388-F5B8-43E0-A5A0-22659BCCBDB5}" dt="2022-02-09T00:52:32.989" v="3615" actId="1076"/>
        <pc:sldMkLst>
          <pc:docMk/>
          <pc:sldMk cId="0" sldId="263"/>
        </pc:sldMkLst>
        <pc:spChg chg="mod">
          <ac:chgData name="Tim McIntosh" userId="80c4542c76bccb85" providerId="LiveId" clId="{40026388-F5B8-43E0-A5A0-22659BCCBDB5}" dt="2022-02-09T00:52:32.989" v="3615" actId="1076"/>
          <ac:spMkLst>
            <pc:docMk/>
            <pc:sldMk cId="0" sldId="263"/>
            <ac:spMk id="22531" creationId="{11F364B8-9E55-4D33-84A1-D572CD6C3E86}"/>
          </ac:spMkLst>
        </pc:spChg>
      </pc:sldChg>
      <pc:sldChg chg="modSp mod">
        <pc:chgData name="Tim McIntosh" userId="80c4542c76bccb85" providerId="LiveId" clId="{40026388-F5B8-43E0-A5A0-22659BCCBDB5}" dt="2022-02-09T00:53:55.232" v="3633" actId="313"/>
        <pc:sldMkLst>
          <pc:docMk/>
          <pc:sldMk cId="0" sldId="264"/>
        </pc:sldMkLst>
        <pc:spChg chg="mod">
          <ac:chgData name="Tim McIntosh" userId="80c4542c76bccb85" providerId="LiveId" clId="{40026388-F5B8-43E0-A5A0-22659BCCBDB5}" dt="2022-02-09T00:53:24.654" v="3620"/>
          <ac:spMkLst>
            <pc:docMk/>
            <pc:sldMk cId="0" sldId="264"/>
            <ac:spMk id="6146" creationId="{23420AC8-E61C-458D-9532-7C3A2E114EAB}"/>
          </ac:spMkLst>
        </pc:spChg>
        <pc:spChg chg="mod">
          <ac:chgData name="Tim McIntosh" userId="80c4542c76bccb85" providerId="LiveId" clId="{40026388-F5B8-43E0-A5A0-22659BCCBDB5}" dt="2022-02-09T00:53:55.232" v="3633" actId="313"/>
          <ac:spMkLst>
            <pc:docMk/>
            <pc:sldMk cId="0" sldId="264"/>
            <ac:spMk id="23555" creationId="{2D765F26-F4C3-4C79-A70A-3579B29A9517}"/>
          </ac:spMkLst>
        </pc:spChg>
      </pc:sldChg>
      <pc:sldChg chg="modSp del mod">
        <pc:chgData name="Tim McIntosh" userId="80c4542c76bccb85" providerId="LiveId" clId="{40026388-F5B8-43E0-A5A0-22659BCCBDB5}" dt="2022-01-11T00:15:28.254" v="1042" actId="2696"/>
        <pc:sldMkLst>
          <pc:docMk/>
          <pc:sldMk cId="2078771512" sldId="265"/>
        </pc:sldMkLst>
        <pc:spChg chg="mod">
          <ac:chgData name="Tim McIntosh" userId="80c4542c76bccb85" providerId="LiveId" clId="{40026388-F5B8-43E0-A5A0-22659BCCBDB5}" dt="2022-01-10T10:30:02.170" v="516" actId="1076"/>
          <ac:spMkLst>
            <pc:docMk/>
            <pc:sldMk cId="2078771512" sldId="265"/>
            <ac:spMk id="24579" creationId="{F3DF4269-9F66-4FF8-828C-9294965EF791}"/>
          </ac:spMkLst>
        </pc:spChg>
      </pc:sldChg>
      <pc:sldChg chg="modSp add mod">
        <pc:chgData name="Tim McIntosh" userId="80c4542c76bccb85" providerId="LiveId" clId="{40026388-F5B8-43E0-A5A0-22659BCCBDB5}" dt="2022-02-09T00:56:18.092" v="3697" actId="20577"/>
        <pc:sldMkLst>
          <pc:docMk/>
          <pc:sldMk cId="3474458692" sldId="266"/>
        </pc:sldMkLst>
        <pc:spChg chg="mod">
          <ac:chgData name="Tim McIntosh" userId="80c4542c76bccb85" providerId="LiveId" clId="{40026388-F5B8-43E0-A5A0-22659BCCBDB5}" dt="2022-02-09T00:56:18.092" v="3697" actId="20577"/>
          <ac:spMkLst>
            <pc:docMk/>
            <pc:sldMk cId="3474458692" sldId="266"/>
            <ac:spMk id="3" creationId="{2A54259D-0124-4F7C-8EC1-4968F0788F20}"/>
          </ac:spMkLst>
        </pc:spChg>
        <pc:spChg chg="mod">
          <ac:chgData name="Tim McIntosh" userId="80c4542c76bccb85" providerId="LiveId" clId="{40026388-F5B8-43E0-A5A0-22659BCCBDB5}" dt="2022-02-09T00:55:45.641" v="3652" actId="20577"/>
          <ac:spMkLst>
            <pc:docMk/>
            <pc:sldMk cId="3474458692" sldId="266"/>
            <ac:spMk id="6146" creationId="{4B96BD86-4D61-4E04-837A-26BBE7A7E152}"/>
          </ac:spMkLst>
        </pc:spChg>
      </pc:sldChg>
      <pc:sldChg chg="modSp del mod">
        <pc:chgData name="Tim McIntosh" userId="80c4542c76bccb85" providerId="LiveId" clId="{40026388-F5B8-43E0-A5A0-22659BCCBDB5}" dt="2022-02-09T00:59:27.674" v="3960" actId="20577"/>
        <pc:sldMkLst>
          <pc:docMk/>
          <pc:sldMk cId="2436612075" sldId="267"/>
        </pc:sldMkLst>
        <pc:spChg chg="mod">
          <ac:chgData name="Tim McIntosh" userId="80c4542c76bccb85" providerId="LiveId" clId="{40026388-F5B8-43E0-A5A0-22659BCCBDB5}" dt="2022-02-09T00:59:05.824" v="3840" actId="20577"/>
          <ac:spMkLst>
            <pc:docMk/>
            <pc:sldMk cId="2436612075" sldId="267"/>
            <ac:spMk id="6146" creationId="{BCA2ADD3-2E34-4DC0-8AC9-1F2AA6AB2E88}"/>
          </ac:spMkLst>
        </pc:spChg>
        <pc:spChg chg="mod">
          <ac:chgData name="Tim McIntosh" userId="80c4542c76bccb85" providerId="LiveId" clId="{40026388-F5B8-43E0-A5A0-22659BCCBDB5}" dt="2022-02-09T00:59:27.674" v="3960" actId="20577"/>
          <ac:spMkLst>
            <pc:docMk/>
            <pc:sldMk cId="2436612075" sldId="267"/>
            <ac:spMk id="26627" creationId="{C4946B8A-C445-4267-8FE9-0BEEA53361FB}"/>
          </ac:spMkLst>
        </pc:spChg>
      </pc:sldChg>
      <pc:sldChg chg="del">
        <pc:chgData name="Tim McIntosh" userId="80c4542c76bccb85" providerId="LiveId" clId="{40026388-F5B8-43E0-A5A0-22659BCCBDB5}" dt="2022-01-11T00:15:28.254" v="1042" actId="2696"/>
        <pc:sldMkLst>
          <pc:docMk/>
          <pc:sldMk cId="3124040730" sldId="268"/>
        </pc:sldMkLst>
      </pc:sldChg>
      <pc:sldChg chg="modSp add mod">
        <pc:chgData name="Tim McIntosh" userId="80c4542c76bccb85" providerId="LiveId" clId="{40026388-F5B8-43E0-A5A0-22659BCCBDB5}" dt="2022-02-09T01:01:22.025" v="4029" actId="948"/>
        <pc:sldMkLst>
          <pc:docMk/>
          <pc:sldMk cId="827405938" sldId="270"/>
        </pc:sldMkLst>
        <pc:spChg chg="mod">
          <ac:chgData name="Tim McIntosh" userId="80c4542c76bccb85" providerId="LiveId" clId="{40026388-F5B8-43E0-A5A0-22659BCCBDB5}" dt="2022-02-09T00:59:40.874" v="3961" actId="20577"/>
          <ac:spMkLst>
            <pc:docMk/>
            <pc:sldMk cId="827405938" sldId="270"/>
            <ac:spMk id="6146" creationId="{24205FA9-038C-4104-80FA-C7DA3010DF7C}"/>
          </ac:spMkLst>
        </pc:spChg>
        <pc:spChg chg="mod">
          <ac:chgData name="Tim McIntosh" userId="80c4542c76bccb85" providerId="LiveId" clId="{40026388-F5B8-43E0-A5A0-22659BCCBDB5}" dt="2022-02-09T01:01:22.025" v="4029" actId="948"/>
          <ac:spMkLst>
            <pc:docMk/>
            <pc:sldMk cId="827405938" sldId="270"/>
            <ac:spMk id="29699" creationId="{6234B5D1-3058-450E-9804-6D29F7E2F534}"/>
          </ac:spMkLst>
        </pc:spChg>
      </pc:sldChg>
      <pc:sldChg chg="modSp add mod">
        <pc:chgData name="Tim McIntosh" userId="80c4542c76bccb85" providerId="LiveId" clId="{40026388-F5B8-43E0-A5A0-22659BCCBDB5}" dt="2022-02-09T01:03:13.491" v="4140" actId="207"/>
        <pc:sldMkLst>
          <pc:docMk/>
          <pc:sldMk cId="2637239155" sldId="271"/>
        </pc:sldMkLst>
        <pc:spChg chg="mod">
          <ac:chgData name="Tim McIntosh" userId="80c4542c76bccb85" providerId="LiveId" clId="{40026388-F5B8-43E0-A5A0-22659BCCBDB5}" dt="2022-02-09T01:03:13.491" v="4140" actId="207"/>
          <ac:spMkLst>
            <pc:docMk/>
            <pc:sldMk cId="2637239155" sldId="271"/>
            <ac:spMk id="3" creationId="{2A54259D-0124-4F7C-8EC1-4968F0788F20}"/>
          </ac:spMkLst>
        </pc:spChg>
      </pc:sldChg>
      <pc:sldChg chg="del">
        <pc:chgData name="Tim McIntosh" userId="80c4542c76bccb85" providerId="LiveId" clId="{40026388-F5B8-43E0-A5A0-22659BCCBDB5}" dt="2022-01-11T00:15:28.254" v="1042" actId="2696"/>
        <pc:sldMkLst>
          <pc:docMk/>
          <pc:sldMk cId="2999577684" sldId="271"/>
        </pc:sldMkLst>
      </pc:sldChg>
      <pc:sldChg chg="modSp add del mod">
        <pc:chgData name="Tim McIntosh" userId="80c4542c76bccb85" providerId="LiveId" clId="{40026388-F5B8-43E0-A5A0-22659BCCBDB5}" dt="2022-01-10T22:51:39.179" v="517" actId="2696"/>
        <pc:sldMkLst>
          <pc:docMk/>
          <pc:sldMk cId="1373153215" sldId="272"/>
        </pc:sldMkLst>
        <pc:spChg chg="mod">
          <ac:chgData name="Tim McIntosh" userId="80c4542c76bccb85" providerId="LiveId" clId="{40026388-F5B8-43E0-A5A0-22659BCCBDB5}" dt="2022-01-10T10:20:36.225" v="182" actId="27636"/>
          <ac:spMkLst>
            <pc:docMk/>
            <pc:sldMk cId="1373153215" sldId="272"/>
            <ac:spMk id="6146" creationId="{C12AEA32-63AB-4568-82D8-6CF1315EBB57}"/>
          </ac:spMkLst>
        </pc:spChg>
        <pc:spChg chg="mod">
          <ac:chgData name="Tim McIntosh" userId="80c4542c76bccb85" providerId="LiveId" clId="{40026388-F5B8-43E0-A5A0-22659BCCBDB5}" dt="2022-01-10T10:22:27.065" v="294" actId="20577"/>
          <ac:spMkLst>
            <pc:docMk/>
            <pc:sldMk cId="1373153215" sldId="272"/>
            <ac:spMk id="24579" creationId="{F3DF4269-9F66-4FF8-828C-9294965EF791}"/>
          </ac:spMkLst>
        </pc:spChg>
      </pc:sldChg>
      <pc:sldChg chg="modSp add mod">
        <pc:chgData name="Tim McIntosh" userId="80c4542c76bccb85" providerId="LiveId" clId="{40026388-F5B8-43E0-A5A0-22659BCCBDB5}" dt="2022-01-11T00:37:18.293" v="1522" actId="20577"/>
        <pc:sldMkLst>
          <pc:docMk/>
          <pc:sldMk cId="2602595201" sldId="272"/>
        </pc:sldMkLst>
        <pc:spChg chg="mod">
          <ac:chgData name="Tim McIntosh" userId="80c4542c76bccb85" providerId="LiveId" clId="{40026388-F5B8-43E0-A5A0-22659BCCBDB5}" dt="2022-01-11T00:37:18.293" v="1522" actId="20577"/>
          <ac:spMkLst>
            <pc:docMk/>
            <pc:sldMk cId="2602595201" sldId="272"/>
            <ac:spMk id="6146" creationId="{C12AEA32-63AB-4568-82D8-6CF1315EBB57}"/>
          </ac:spMkLst>
        </pc:spChg>
      </pc:sldChg>
      <pc:sldChg chg="modSp add mod">
        <pc:chgData name="Tim McIntosh" userId="80c4542c76bccb85" providerId="LiveId" clId="{40026388-F5B8-43E0-A5A0-22659BCCBDB5}" dt="2022-02-09T00:54:59.023" v="3640" actId="20577"/>
        <pc:sldMkLst>
          <pc:docMk/>
          <pc:sldMk cId="1093417344" sldId="273"/>
        </pc:sldMkLst>
        <pc:spChg chg="mod">
          <ac:chgData name="Tim McIntosh" userId="80c4542c76bccb85" providerId="LiveId" clId="{40026388-F5B8-43E0-A5A0-22659BCCBDB5}" dt="2022-01-11T00:37:25.431" v="1540" actId="20577"/>
          <ac:spMkLst>
            <pc:docMk/>
            <pc:sldMk cId="1093417344" sldId="273"/>
            <ac:spMk id="6146" creationId="{C12AEA32-63AB-4568-82D8-6CF1315EBB57}"/>
          </ac:spMkLst>
        </pc:spChg>
        <pc:spChg chg="mod">
          <ac:chgData name="Tim McIntosh" userId="80c4542c76bccb85" providerId="LiveId" clId="{40026388-F5B8-43E0-A5A0-22659BCCBDB5}" dt="2022-02-09T00:54:59.023" v="3640" actId="20577"/>
          <ac:spMkLst>
            <pc:docMk/>
            <pc:sldMk cId="1093417344" sldId="273"/>
            <ac:spMk id="24579" creationId="{F3DF4269-9F66-4FF8-828C-9294965EF791}"/>
          </ac:spMkLst>
        </pc:spChg>
      </pc:sldChg>
      <pc:sldChg chg="modSp add del mod">
        <pc:chgData name="Tim McIntosh" userId="80c4542c76bccb85" providerId="LiveId" clId="{40026388-F5B8-43E0-A5A0-22659BCCBDB5}" dt="2022-01-10T22:51:39.179" v="517" actId="2696"/>
        <pc:sldMkLst>
          <pc:docMk/>
          <pc:sldMk cId="2067347682" sldId="273"/>
        </pc:sldMkLst>
        <pc:spChg chg="mod">
          <ac:chgData name="Tim McIntosh" userId="80c4542c76bccb85" providerId="LiveId" clId="{40026388-F5B8-43E0-A5A0-22659BCCBDB5}" dt="2022-01-10T10:27:56.552" v="416" actId="20577"/>
          <ac:spMkLst>
            <pc:docMk/>
            <pc:sldMk cId="2067347682" sldId="273"/>
            <ac:spMk id="24579" creationId="{F3DF4269-9F66-4FF8-828C-9294965EF791}"/>
          </ac:spMkLst>
        </pc:spChg>
      </pc:sldChg>
      <pc:sldChg chg="addSp delSp modSp add mod ord">
        <pc:chgData name="Tim McIntosh" userId="80c4542c76bccb85" providerId="LiveId" clId="{40026388-F5B8-43E0-A5A0-22659BCCBDB5}" dt="2022-02-09T00:54:28.799" v="3639" actId="14100"/>
        <pc:sldMkLst>
          <pc:docMk/>
          <pc:sldMk cId="1577203092" sldId="274"/>
        </pc:sldMkLst>
        <pc:spChg chg="add del mod">
          <ac:chgData name="Tim McIntosh" userId="80c4542c76bccb85" providerId="LiveId" clId="{40026388-F5B8-43E0-A5A0-22659BCCBDB5}" dt="2022-01-10T22:53:21.112" v="580" actId="3680"/>
          <ac:spMkLst>
            <pc:docMk/>
            <pc:sldMk cId="1577203092" sldId="274"/>
            <ac:spMk id="3" creationId="{29E8137E-FAA0-4853-8B89-A5E1678D5C8A}"/>
          </ac:spMkLst>
        </pc:spChg>
        <pc:spChg chg="add mod">
          <ac:chgData name="Tim McIntosh" userId="80c4542c76bccb85" providerId="LiveId" clId="{40026388-F5B8-43E0-A5A0-22659BCCBDB5}" dt="2022-01-11T00:14:09.127" v="1041" actId="255"/>
          <ac:spMkLst>
            <pc:docMk/>
            <pc:sldMk cId="1577203092" sldId="274"/>
            <ac:spMk id="3" creationId="{657C257C-4756-4CFA-802E-09CB101C92CE}"/>
          </ac:spMkLst>
        </pc:spChg>
        <pc:spChg chg="mod">
          <ac:chgData name="Tim McIntosh" userId="80c4542c76bccb85" providerId="LiveId" clId="{40026388-F5B8-43E0-A5A0-22659BCCBDB5}" dt="2022-02-09T00:54:28.799" v="3639" actId="14100"/>
          <ac:spMkLst>
            <pc:docMk/>
            <pc:sldMk cId="1577203092" sldId="274"/>
            <ac:spMk id="6146" creationId="{C12AEA32-63AB-4568-82D8-6CF1315EBB57}"/>
          </ac:spMkLst>
        </pc:spChg>
        <pc:spChg chg="del">
          <ac:chgData name="Tim McIntosh" userId="80c4542c76bccb85" providerId="LiveId" clId="{40026388-F5B8-43E0-A5A0-22659BCCBDB5}" dt="2022-01-10T22:52:50.521" v="577" actId="478"/>
          <ac:spMkLst>
            <pc:docMk/>
            <pc:sldMk cId="1577203092" sldId="274"/>
            <ac:spMk id="24579" creationId="{F3DF4269-9F66-4FF8-828C-9294965EF791}"/>
          </ac:spMkLst>
        </pc:spChg>
        <pc:graphicFrameChg chg="add del mod ord modGraphic">
          <ac:chgData name="Tim McIntosh" userId="80c4542c76bccb85" providerId="LiveId" clId="{40026388-F5B8-43E0-A5A0-22659BCCBDB5}" dt="2022-01-10T22:53:16.220" v="579" actId="3680"/>
          <ac:graphicFrameMkLst>
            <pc:docMk/>
            <pc:sldMk cId="1577203092" sldId="274"/>
            <ac:graphicFrameMk id="4" creationId="{D451FFE8-11FC-4CBB-89ED-13DFC2F62243}"/>
          </ac:graphicFrameMkLst>
        </pc:graphicFrameChg>
        <pc:graphicFrameChg chg="add mod ord modGraphic">
          <ac:chgData name="Tim McIntosh" userId="80c4542c76bccb85" providerId="LiveId" clId="{40026388-F5B8-43E0-A5A0-22659BCCBDB5}" dt="2022-01-11T00:14:02.226" v="1038" actId="1076"/>
          <ac:graphicFrameMkLst>
            <pc:docMk/>
            <pc:sldMk cId="1577203092" sldId="274"/>
            <ac:graphicFrameMk id="5" creationId="{6A9E95DA-6B5A-4499-B24C-DA75458A81A3}"/>
          </ac:graphicFrameMkLst>
        </pc:graphicFrameChg>
      </pc:sldChg>
      <pc:sldChg chg="modSp add del mod">
        <pc:chgData name="Tim McIntosh" userId="80c4542c76bccb85" providerId="LiveId" clId="{40026388-F5B8-43E0-A5A0-22659BCCBDB5}" dt="2022-01-11T00:31:23.070" v="1081" actId="2696"/>
        <pc:sldMkLst>
          <pc:docMk/>
          <pc:sldMk cId="1139084609" sldId="275"/>
        </pc:sldMkLst>
        <pc:spChg chg="mod">
          <ac:chgData name="Tim McIntosh" userId="80c4542c76bccb85" providerId="LiveId" clId="{40026388-F5B8-43E0-A5A0-22659BCCBDB5}" dt="2022-01-11T00:31:07.820" v="1080" actId="20577"/>
          <ac:spMkLst>
            <pc:docMk/>
            <pc:sldMk cId="1139084609" sldId="275"/>
            <ac:spMk id="6146" creationId="{C12AEA32-63AB-4568-82D8-6CF1315EBB57}"/>
          </ac:spMkLst>
        </pc:spChg>
      </pc:sldChg>
      <pc:sldChg chg="addSp delSp modSp add mod">
        <pc:chgData name="Tim McIntosh" userId="80c4542c76bccb85" providerId="LiveId" clId="{40026388-F5B8-43E0-A5A0-22659BCCBDB5}" dt="2022-01-11T09:19:18.430" v="3596" actId="14100"/>
        <pc:sldMkLst>
          <pc:docMk/>
          <pc:sldMk cId="2446935371" sldId="275"/>
        </pc:sldMkLst>
        <pc:spChg chg="add del">
          <ac:chgData name="Tim McIntosh" userId="80c4542c76bccb85" providerId="LiveId" clId="{40026388-F5B8-43E0-A5A0-22659BCCBDB5}" dt="2022-01-11T00:32:32.079" v="1157"/>
          <ac:spMkLst>
            <pc:docMk/>
            <pc:sldMk cId="2446935371" sldId="275"/>
            <ac:spMk id="3" creationId="{B6BA37EE-4DBE-4F5E-BABA-3AB2E8ECDAAC}"/>
          </ac:spMkLst>
        </pc:spChg>
        <pc:spChg chg="mod">
          <ac:chgData name="Tim McIntosh" userId="80c4542c76bccb85" providerId="LiveId" clId="{40026388-F5B8-43E0-A5A0-22659BCCBDB5}" dt="2022-01-11T09:19:18.430" v="3596" actId="14100"/>
          <ac:spMkLst>
            <pc:docMk/>
            <pc:sldMk cId="2446935371" sldId="275"/>
            <ac:spMk id="6146" creationId="{C12AEA32-63AB-4568-82D8-6CF1315EBB57}"/>
          </ac:spMkLst>
        </pc:spChg>
        <pc:spChg chg="mod">
          <ac:chgData name="Tim McIntosh" userId="80c4542c76bccb85" providerId="LiveId" clId="{40026388-F5B8-43E0-A5A0-22659BCCBDB5}" dt="2022-01-11T00:33:33.917" v="1250" actId="14100"/>
          <ac:spMkLst>
            <pc:docMk/>
            <pc:sldMk cId="2446935371" sldId="275"/>
            <ac:spMk id="24579" creationId="{F3DF4269-9F66-4FF8-828C-9294965EF791}"/>
          </ac:spMkLst>
        </pc:spChg>
      </pc:sldChg>
      <pc:sldChg chg="modSp add mod">
        <pc:chgData name="Tim McIntosh" userId="80c4542c76bccb85" providerId="LiveId" clId="{40026388-F5B8-43E0-A5A0-22659BCCBDB5}" dt="2022-02-09T00:55:20.017" v="3641" actId="20577"/>
        <pc:sldMkLst>
          <pc:docMk/>
          <pc:sldMk cId="642007176" sldId="276"/>
        </pc:sldMkLst>
        <pc:spChg chg="mod">
          <ac:chgData name="Tim McIntosh" userId="80c4542c76bccb85" providerId="LiveId" clId="{40026388-F5B8-43E0-A5A0-22659BCCBDB5}" dt="2022-01-11T09:19:45.172" v="3609" actId="255"/>
          <ac:spMkLst>
            <pc:docMk/>
            <pc:sldMk cId="642007176" sldId="276"/>
            <ac:spMk id="6146" creationId="{C12AEA32-63AB-4568-82D8-6CF1315EBB57}"/>
          </ac:spMkLst>
        </pc:spChg>
        <pc:spChg chg="mod">
          <ac:chgData name="Tim McIntosh" userId="80c4542c76bccb85" providerId="LiveId" clId="{40026388-F5B8-43E0-A5A0-22659BCCBDB5}" dt="2022-02-09T00:55:20.017" v="3641" actId="20577"/>
          <ac:spMkLst>
            <pc:docMk/>
            <pc:sldMk cId="642007176" sldId="276"/>
            <ac:spMk id="24579" creationId="{F3DF4269-9F66-4FF8-828C-9294965EF791}"/>
          </ac:spMkLst>
        </pc:spChg>
      </pc:sldChg>
      <pc:sldChg chg="add del">
        <pc:chgData name="Tim McIntosh" userId="80c4542c76bccb85" providerId="LiveId" clId="{40026388-F5B8-43E0-A5A0-22659BCCBDB5}" dt="2022-01-11T00:33:42.748" v="1252" actId="47"/>
        <pc:sldMkLst>
          <pc:docMk/>
          <pc:sldMk cId="2551129213" sldId="277"/>
        </pc:sldMkLst>
      </pc:sldChg>
      <pc:sldChg chg="modSp add mod">
        <pc:chgData name="Tim McIntosh" userId="80c4542c76bccb85" providerId="LiveId" clId="{40026388-F5B8-43E0-A5A0-22659BCCBDB5}" dt="2022-02-09T01:03:51.757" v="4143" actId="1076"/>
        <pc:sldMkLst>
          <pc:docMk/>
          <pc:sldMk cId="2634690509" sldId="277"/>
        </pc:sldMkLst>
        <pc:spChg chg="mod">
          <ac:chgData name="Tim McIntosh" userId="80c4542c76bccb85" providerId="LiveId" clId="{40026388-F5B8-43E0-A5A0-22659BCCBDB5}" dt="2022-02-09T01:03:51.757" v="4143" actId="1076"/>
          <ac:spMkLst>
            <pc:docMk/>
            <pc:sldMk cId="2634690509" sldId="277"/>
            <ac:spMk id="6146" creationId="{23420AC8-E61C-458D-9532-7C3A2E114EAB}"/>
          </ac:spMkLst>
        </pc:spChg>
        <pc:spChg chg="mod">
          <ac:chgData name="Tim McIntosh" userId="80c4542c76bccb85" providerId="LiveId" clId="{40026388-F5B8-43E0-A5A0-22659BCCBDB5}" dt="2022-02-09T01:03:38.528" v="4141" actId="14100"/>
          <ac:spMkLst>
            <pc:docMk/>
            <pc:sldMk cId="2634690509" sldId="277"/>
            <ac:spMk id="23555" creationId="{2D765F26-F4C3-4C79-A70A-3579B29A9517}"/>
          </ac:spMkLst>
        </pc:spChg>
      </pc:sldChg>
      <pc:sldChg chg="add del">
        <pc:chgData name="Tim McIntosh" userId="80c4542c76bccb85" providerId="LiveId" clId="{40026388-F5B8-43E0-A5A0-22659BCCBDB5}" dt="2022-01-11T00:45:09.362" v="2109"/>
        <pc:sldMkLst>
          <pc:docMk/>
          <pc:sldMk cId="488027510" sldId="278"/>
        </pc:sldMkLst>
      </pc:sldChg>
      <pc:sldChg chg="modSp add mod">
        <pc:chgData name="Tim McIntosh" userId="80c4542c76bccb85" providerId="LiveId" clId="{40026388-F5B8-43E0-A5A0-22659BCCBDB5}" dt="2022-02-09T00:52:50.410" v="3617" actId="114"/>
        <pc:sldMkLst>
          <pc:docMk/>
          <pc:sldMk cId="1987218006" sldId="278"/>
        </pc:sldMkLst>
        <pc:spChg chg="mod">
          <ac:chgData name="Tim McIntosh" userId="80c4542c76bccb85" providerId="LiveId" clId="{40026388-F5B8-43E0-A5A0-22659BCCBDB5}" dt="2022-01-11T00:48:13.367" v="2521" actId="20577"/>
          <ac:spMkLst>
            <pc:docMk/>
            <pc:sldMk cId="1987218006" sldId="278"/>
            <ac:spMk id="6146" creationId="{190BDBBE-2518-4DC2-A8A5-7B1347851768}"/>
          </ac:spMkLst>
        </pc:spChg>
        <pc:spChg chg="mod">
          <ac:chgData name="Tim McIntosh" userId="80c4542c76bccb85" providerId="LiveId" clId="{40026388-F5B8-43E0-A5A0-22659BCCBDB5}" dt="2022-02-09T00:52:50.410" v="3617" actId="114"/>
          <ac:spMkLst>
            <pc:docMk/>
            <pc:sldMk cId="1987218006" sldId="278"/>
            <ac:spMk id="22531" creationId="{11F364B8-9E55-4D33-84A1-D572CD6C3E86}"/>
          </ac:spMkLst>
        </pc:spChg>
      </pc:sldChg>
      <pc:sldChg chg="modSp add mod">
        <pc:chgData name="Tim McIntosh" userId="80c4542c76bccb85" providerId="LiveId" clId="{40026388-F5B8-43E0-A5A0-22659BCCBDB5}" dt="2022-02-09T00:53:13.812" v="3619" actId="1076"/>
        <pc:sldMkLst>
          <pc:docMk/>
          <pc:sldMk cId="2480749934" sldId="279"/>
        </pc:sldMkLst>
        <pc:spChg chg="mod">
          <ac:chgData name="Tim McIntosh" userId="80c4542c76bccb85" providerId="LiveId" clId="{40026388-F5B8-43E0-A5A0-22659BCCBDB5}" dt="2022-01-11T00:48:39.118" v="2528" actId="20577"/>
          <ac:spMkLst>
            <pc:docMk/>
            <pc:sldMk cId="2480749934" sldId="279"/>
            <ac:spMk id="6146" creationId="{190BDBBE-2518-4DC2-A8A5-7B1347851768}"/>
          </ac:spMkLst>
        </pc:spChg>
        <pc:spChg chg="mod">
          <ac:chgData name="Tim McIntosh" userId="80c4542c76bccb85" providerId="LiveId" clId="{40026388-F5B8-43E0-A5A0-22659BCCBDB5}" dt="2022-02-09T00:53:13.812" v="3619" actId="1076"/>
          <ac:spMkLst>
            <pc:docMk/>
            <pc:sldMk cId="2480749934" sldId="279"/>
            <ac:spMk id="22531" creationId="{11F364B8-9E55-4D33-84A1-D572CD6C3E86}"/>
          </ac:spMkLst>
        </pc:spChg>
      </pc:sldChg>
      <pc:sldChg chg="modSp add mod">
        <pc:chgData name="Tim McIntosh" userId="80c4542c76bccb85" providerId="LiveId" clId="{40026388-F5B8-43E0-A5A0-22659BCCBDB5}" dt="2022-01-11T00:53:43.698" v="3068" actId="1076"/>
        <pc:sldMkLst>
          <pc:docMk/>
          <pc:sldMk cId="1363475473" sldId="280"/>
        </pc:sldMkLst>
        <pc:spChg chg="mod">
          <ac:chgData name="Tim McIntosh" userId="80c4542c76bccb85" providerId="LiveId" clId="{40026388-F5B8-43E0-A5A0-22659BCCBDB5}" dt="2022-01-11T00:51:10.665" v="2772" actId="20577"/>
          <ac:spMkLst>
            <pc:docMk/>
            <pc:sldMk cId="1363475473" sldId="280"/>
            <ac:spMk id="6146" creationId="{23420AC8-E61C-458D-9532-7C3A2E114EAB}"/>
          </ac:spMkLst>
        </pc:spChg>
        <pc:spChg chg="mod">
          <ac:chgData name="Tim McIntosh" userId="80c4542c76bccb85" providerId="LiveId" clId="{40026388-F5B8-43E0-A5A0-22659BCCBDB5}" dt="2022-01-11T00:53:43.698" v="3068" actId="1076"/>
          <ac:spMkLst>
            <pc:docMk/>
            <pc:sldMk cId="1363475473" sldId="280"/>
            <ac:spMk id="23555" creationId="{2D765F26-F4C3-4C79-A70A-3579B29A9517}"/>
          </ac:spMkLst>
        </pc:spChg>
      </pc:sldChg>
      <pc:sldChg chg="modSp add del mod">
        <pc:chgData name="Tim McIntosh" userId="80c4542c76bccb85" providerId="LiveId" clId="{40026388-F5B8-43E0-A5A0-22659BCCBDB5}" dt="2022-01-11T09:15:02.830" v="3214" actId="2696"/>
        <pc:sldMkLst>
          <pc:docMk/>
          <pc:sldMk cId="124540111" sldId="281"/>
        </pc:sldMkLst>
        <pc:spChg chg="mod">
          <ac:chgData name="Tim McIntosh" userId="80c4542c76bccb85" providerId="LiveId" clId="{40026388-F5B8-43E0-A5A0-22659BCCBDB5}" dt="2022-01-11T09:14:54.911" v="3213" actId="20577"/>
          <ac:spMkLst>
            <pc:docMk/>
            <pc:sldMk cId="124540111" sldId="281"/>
            <ac:spMk id="3" creationId="{2A54259D-0124-4F7C-8EC1-4968F0788F20}"/>
          </ac:spMkLst>
        </pc:spChg>
        <pc:spChg chg="mod">
          <ac:chgData name="Tim McIntosh" userId="80c4542c76bccb85" providerId="LiveId" clId="{40026388-F5B8-43E0-A5A0-22659BCCBDB5}" dt="2022-01-11T09:14:25.510" v="3096" actId="20577"/>
          <ac:spMkLst>
            <pc:docMk/>
            <pc:sldMk cId="124540111" sldId="281"/>
            <ac:spMk id="6146" creationId="{4B96BD86-4D61-4E04-837A-26BBE7A7E152}"/>
          </ac:spMkLst>
        </pc:spChg>
      </pc:sldChg>
      <pc:sldChg chg="modSp add mod">
        <pc:chgData name="Tim McIntosh" userId="80c4542c76bccb85" providerId="LiveId" clId="{40026388-F5B8-43E0-A5A0-22659BCCBDB5}" dt="2022-01-11T09:18:48.239" v="3562" actId="207"/>
        <pc:sldMkLst>
          <pc:docMk/>
          <pc:sldMk cId="2873145535" sldId="281"/>
        </pc:sldMkLst>
        <pc:spChg chg="mod">
          <ac:chgData name="Tim McIntosh" userId="80c4542c76bccb85" providerId="LiveId" clId="{40026388-F5B8-43E0-A5A0-22659BCCBDB5}" dt="2022-01-11T09:18:48.239" v="3562" actId="207"/>
          <ac:spMkLst>
            <pc:docMk/>
            <pc:sldMk cId="2873145535" sldId="281"/>
            <ac:spMk id="3" creationId="{2A54259D-0124-4F7C-8EC1-4968F0788F20}"/>
          </ac:spMkLst>
        </pc:spChg>
        <pc:spChg chg="mod">
          <ac:chgData name="Tim McIntosh" userId="80c4542c76bccb85" providerId="LiveId" clId="{40026388-F5B8-43E0-A5A0-22659BCCBDB5}" dt="2022-01-11T09:15:25.362" v="3269" actId="20577"/>
          <ac:spMkLst>
            <pc:docMk/>
            <pc:sldMk cId="2873145535" sldId="281"/>
            <ac:spMk id="6146" creationId="{4B96BD86-4D61-4E04-837A-26BBE7A7E15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D888D3-E0B3-4EC8-A0F8-AF7221993A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AU"/>
          </a:p>
        </p:txBody>
      </p:sp>
      <p:sp>
        <p:nvSpPr>
          <p:cNvPr id="3" name="Date Placeholder 2">
            <a:extLst>
              <a:ext uri="{FF2B5EF4-FFF2-40B4-BE49-F238E27FC236}">
                <a16:creationId xmlns:a16="http://schemas.microsoft.com/office/drawing/2014/main" id="{C38706D2-77D8-407C-A72D-20BBC22DB2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38AF6E5-6A99-4991-BBC1-EAD7CBCD643F}" type="datetimeFigureOut">
              <a:rPr lang="en-AU"/>
              <a:pPr>
                <a:defRPr/>
              </a:pPr>
              <a:t>2/05/2026</a:t>
            </a:fld>
            <a:endParaRPr lang="en-AU"/>
          </a:p>
        </p:txBody>
      </p:sp>
      <p:sp>
        <p:nvSpPr>
          <p:cNvPr id="4" name="Footer Placeholder 3">
            <a:extLst>
              <a:ext uri="{FF2B5EF4-FFF2-40B4-BE49-F238E27FC236}">
                <a16:creationId xmlns:a16="http://schemas.microsoft.com/office/drawing/2014/main" id="{075AA8F4-8CE8-419C-93D9-32E6EB8748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r>
              <a:rPr lang="en-AU"/>
              <a:t>MGM1201 Introduction to Management</a:t>
            </a:r>
          </a:p>
        </p:txBody>
      </p:sp>
      <p:sp>
        <p:nvSpPr>
          <p:cNvPr id="5" name="Slide Number Placeholder 4">
            <a:extLst>
              <a:ext uri="{FF2B5EF4-FFF2-40B4-BE49-F238E27FC236}">
                <a16:creationId xmlns:a16="http://schemas.microsoft.com/office/drawing/2014/main" id="{B7FAE922-90BD-4BEB-B517-77994FA7133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8EB6C266-7148-4A73-9792-6361C0E7D9CE}"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C9D7FC-AE7B-4171-9664-F81F340972E2}"/>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Narrow" pitchFamily="34" charset="0"/>
                <a:cs typeface="Arial" charset="0"/>
              </a:defRPr>
            </a:lvl1pPr>
          </a:lstStyle>
          <a:p>
            <a:pPr>
              <a:defRPr/>
            </a:pPr>
            <a:endParaRPr lang="en-AU"/>
          </a:p>
        </p:txBody>
      </p:sp>
      <p:sp>
        <p:nvSpPr>
          <p:cNvPr id="3" name="Date Placeholder 2">
            <a:extLst>
              <a:ext uri="{FF2B5EF4-FFF2-40B4-BE49-F238E27FC236}">
                <a16:creationId xmlns:a16="http://schemas.microsoft.com/office/drawing/2014/main" id="{A570DDF3-705A-4AD4-BB96-1812D9EDCDBE}"/>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Narrow" pitchFamily="34" charset="0"/>
                <a:cs typeface="Arial" charset="0"/>
              </a:defRPr>
            </a:lvl1pPr>
          </a:lstStyle>
          <a:p>
            <a:pPr>
              <a:defRPr/>
            </a:pPr>
            <a:fld id="{91F64CF8-3EFE-421F-BD7A-0A9B398E75CD}" type="datetimeFigureOut">
              <a:rPr lang="en-US"/>
              <a:pPr>
                <a:defRPr/>
              </a:pPr>
              <a:t>5/2/2026</a:t>
            </a:fld>
            <a:endParaRPr lang="en-AU"/>
          </a:p>
        </p:txBody>
      </p:sp>
      <p:sp>
        <p:nvSpPr>
          <p:cNvPr id="4" name="Slide Image Placeholder 3">
            <a:extLst>
              <a:ext uri="{FF2B5EF4-FFF2-40B4-BE49-F238E27FC236}">
                <a16:creationId xmlns:a16="http://schemas.microsoft.com/office/drawing/2014/main" id="{D28F1839-C53D-4FDD-9833-C60E30978FE9}"/>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dirty="0"/>
          </a:p>
        </p:txBody>
      </p:sp>
      <p:sp>
        <p:nvSpPr>
          <p:cNvPr id="5" name="Notes Placeholder 4">
            <a:extLst>
              <a:ext uri="{FF2B5EF4-FFF2-40B4-BE49-F238E27FC236}">
                <a16:creationId xmlns:a16="http://schemas.microsoft.com/office/drawing/2014/main" id="{FB5005B8-2463-4395-A223-76E74F3A1BCD}"/>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a:extLst>
              <a:ext uri="{FF2B5EF4-FFF2-40B4-BE49-F238E27FC236}">
                <a16:creationId xmlns:a16="http://schemas.microsoft.com/office/drawing/2014/main" id="{8EAB34A1-0E20-4E59-AEDA-1BEB43815DAE}"/>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Narrow" pitchFamily="34" charset="0"/>
                <a:cs typeface="Arial" charset="0"/>
              </a:defRPr>
            </a:lvl1pPr>
          </a:lstStyle>
          <a:p>
            <a:pPr>
              <a:defRPr/>
            </a:pPr>
            <a:r>
              <a:rPr lang="en-AU"/>
              <a:t>MGM1201 Introduction to Management</a:t>
            </a:r>
          </a:p>
        </p:txBody>
      </p:sp>
      <p:sp>
        <p:nvSpPr>
          <p:cNvPr id="7" name="Slide Number Placeholder 6">
            <a:extLst>
              <a:ext uri="{FF2B5EF4-FFF2-40B4-BE49-F238E27FC236}">
                <a16:creationId xmlns:a16="http://schemas.microsoft.com/office/drawing/2014/main" id="{573234FB-833F-4B2C-A50C-511DF918317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Narrow" panose="020B0606020202030204" pitchFamily="34" charset="0"/>
              </a:defRPr>
            </a:lvl1pPr>
          </a:lstStyle>
          <a:p>
            <a:pPr>
              <a:defRPr/>
            </a:pPr>
            <a:fld id="{D02EFCD8-A2D0-4328-B179-5217C2DCF70B}"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Narrow"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Narrow"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Narrow"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Narrow"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Narrow"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1</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92</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D18DDF8-BBAF-4CA3-8385-C9F26D1FA90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1279088-81E5-42AE-A449-F335DB56FCF5}"/>
              </a:ext>
            </a:extLst>
          </p:cNvPr>
          <p:cNvSpPr>
            <a:spLocks noGrp="1"/>
          </p:cNvSpPr>
          <p:nvPr>
            <p:ph type="ftr" sz="quarter" idx="11"/>
          </p:nvPr>
        </p:nvSpPr>
        <p:spPr/>
        <p:txBody>
          <a:bodyPr/>
          <a:lstStyle>
            <a:lvl1pPr>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0FDB2800-BB2A-42FC-A1F7-6D65D43264BF}"/>
              </a:ext>
            </a:extLst>
          </p:cNvPr>
          <p:cNvSpPr>
            <a:spLocks noGrp="1"/>
          </p:cNvSpPr>
          <p:nvPr>
            <p:ph type="sldNum" sz="quarter" idx="12"/>
          </p:nvPr>
        </p:nvSpPr>
        <p:spPr/>
        <p:txBody>
          <a:bodyPr/>
          <a:lstStyle>
            <a:lvl1pPr>
              <a:defRPr/>
            </a:lvl1pPr>
          </a:lstStyle>
          <a:p>
            <a:pPr>
              <a:defRPr/>
            </a:pPr>
            <a:fld id="{D195665D-46DE-48AA-A147-583A9E243055}" type="slidenum">
              <a:rPr lang="en-US" altLang="en-US"/>
              <a:pPr>
                <a:defRPr/>
              </a:pPr>
              <a:t>‹#›</a:t>
            </a:fld>
            <a:endParaRPr lang="en-US" altLang="en-US"/>
          </a:p>
        </p:txBody>
      </p:sp>
    </p:spTree>
    <p:extLst>
      <p:ext uri="{BB962C8B-B14F-4D97-AF65-F5344CB8AC3E}">
        <p14:creationId xmlns:p14="http://schemas.microsoft.com/office/powerpoint/2010/main" val="3092058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987425" y="2424114"/>
            <a:ext cx="4208463" cy="754516"/>
          </a:xfrm>
        </p:spPr>
        <p:txBody>
          <a:bodyPr>
            <a:normAutofit/>
          </a:bodyPr>
          <a:lstStyle>
            <a:lvl1pPr>
              <a:buNone/>
              <a:defRPr sz="4000" b="1">
                <a:solidFill>
                  <a:schemeClr val="accent3">
                    <a:lumMod val="75000"/>
                  </a:schemeClr>
                </a:solidFill>
              </a:defRPr>
            </a:lvl1pPr>
          </a:lstStyle>
          <a:p>
            <a:pPr lvl="0"/>
            <a:r>
              <a:rPr lang="en-US"/>
              <a:t>Click to edit Master text styles</a:t>
            </a:r>
          </a:p>
        </p:txBody>
      </p:sp>
      <p:sp>
        <p:nvSpPr>
          <p:cNvPr id="11" name="Text Placeholder 10"/>
          <p:cNvSpPr>
            <a:spLocks noGrp="1"/>
          </p:cNvSpPr>
          <p:nvPr>
            <p:ph type="body" sz="quarter" idx="14"/>
          </p:nvPr>
        </p:nvSpPr>
        <p:spPr>
          <a:xfrm>
            <a:off x="987425" y="3429000"/>
            <a:ext cx="7300913" cy="2565400"/>
          </a:xfrm>
        </p:spPr>
        <p:txBody>
          <a:bodyPr>
            <a:normAutofit/>
          </a:bodyPr>
          <a:lstStyle>
            <a:lvl1pPr>
              <a:buNone/>
              <a:defRPr sz="4000">
                <a:solidFill>
                  <a:schemeClr val="accent3">
                    <a:lumMod val="75000"/>
                  </a:schemeClr>
                </a:solidFill>
                <a:latin typeface="Arial Narrow" pitchFamily="34" charset="0"/>
              </a:defRPr>
            </a:lvl1pPr>
          </a:lstStyle>
          <a:p>
            <a:pPr lvl="0"/>
            <a:endParaRPr lang="en-AU" dirty="0"/>
          </a:p>
        </p:txBody>
      </p:sp>
    </p:spTree>
    <p:extLst>
      <p:ext uri="{BB962C8B-B14F-4D97-AF65-F5344CB8AC3E}">
        <p14:creationId xmlns:p14="http://schemas.microsoft.com/office/powerpoint/2010/main" val="9700685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AF0ADA-31EF-4C37-BFB4-6846F8CC73AD}"/>
              </a:ext>
            </a:extLst>
          </p:cNvPr>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D5F093B2-0F82-47F8-A8E7-F20180BAC978}"/>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C97CA925-85C2-4A83-ADE3-8FCC18A86A36}"/>
              </a:ext>
            </a:extLst>
          </p:cNvPr>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077" name="Text Placeholder 2">
            <a:extLst>
              <a:ext uri="{FF2B5EF4-FFF2-40B4-BE49-F238E27FC236}">
                <a16:creationId xmlns:a16="http://schemas.microsoft.com/office/drawing/2014/main" id="{2D186389-A230-473D-BE88-C2B1FB76B0D3}"/>
              </a:ext>
            </a:extLst>
          </p:cNvPr>
          <p:cNvSpPr>
            <a:spLocks noGrp="1" noChangeArrowheads="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9CAD95A-D7C1-4161-B153-68D2FB5531E3}"/>
              </a:ext>
            </a:extLst>
          </p:cNvPr>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a:extLst>
              <a:ext uri="{FF2B5EF4-FFF2-40B4-BE49-F238E27FC236}">
                <a16:creationId xmlns:a16="http://schemas.microsoft.com/office/drawing/2014/main" id="{EFEE9959-195D-4693-AA37-953BDC04C6FE}"/>
              </a:ext>
            </a:extLst>
          </p:cNvPr>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87BDC37D-D0BA-42B9-9D61-2CF676F40B33}"/>
              </a:ext>
            </a:extLst>
          </p:cNvPr>
          <p:cNvSpPr>
            <a:spLocks noGrp="1"/>
          </p:cNvSpPr>
          <p:nvPr>
            <p:ph type="sldNum" sz="quarter" idx="4"/>
          </p:nvPr>
        </p:nvSpPr>
        <p:spPr>
          <a:xfrm>
            <a:off x="7424738" y="6459538"/>
            <a:ext cx="984250"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FFFFFF"/>
                </a:solidFill>
              </a:defRPr>
            </a:lvl1pPr>
          </a:lstStyle>
          <a:p>
            <a:pPr>
              <a:defRPr/>
            </a:pPr>
            <a:fld id="{55BE3CB0-5624-47F4-A482-33D6D62E6D59}"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8FB8F089-64D3-47EA-93ED-A369A77005E1}"/>
              </a:ext>
            </a:extLst>
          </p:cNvPr>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71" r:id="rId1"/>
    <p:sldLayoutId id="2147483981" r:id="rId2"/>
  </p:sldLayoutIdLst>
  <p:hf hd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RmE8FFTk0L8"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9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SIys2AOzw"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www.youtube.com/watch?v=MuSIys2AOzw" TargetMode="External"/></Relationships>
</file>

<file path=ppt/slides/_rels/slide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538956" y="1143664"/>
            <a:ext cx="8066087" cy="3788019"/>
          </a:xfrm>
        </p:spPr>
        <p:txBody>
          <a:bodyPr anchor="ctr"/>
          <a:lstStyle/>
          <a:p>
            <a:pPr algn="ctr" eaLnBrk="1" hangingPunct="1">
              <a:spcBef>
                <a:spcPts val="600"/>
              </a:spcBef>
              <a:spcAft>
                <a:spcPts val="2400"/>
              </a:spcAft>
            </a:pPr>
            <a:r>
              <a:rPr lang="en-AU" altLang="en-US" sz="5400" dirty="0">
                <a:solidFill>
                  <a:srgbClr val="00B0F0"/>
                </a:solidFill>
              </a:rPr>
              <a:t>ICT</a:t>
            </a:r>
            <a:r>
              <a:rPr lang="en-US" altLang="zh-CN" sz="5400" dirty="0">
                <a:solidFill>
                  <a:srgbClr val="00B0F0"/>
                </a:solidFill>
              </a:rPr>
              <a:t>502</a:t>
            </a:r>
            <a:endParaRPr lang="en-AU" altLang="en-US" sz="5400" dirty="0">
              <a:solidFill>
                <a:srgbClr val="00B0F0"/>
              </a:solidFill>
            </a:endParaRPr>
          </a:p>
          <a:p>
            <a:pPr algn="ctr" eaLnBrk="1" hangingPunct="1">
              <a:spcBef>
                <a:spcPts val="600"/>
              </a:spcBef>
              <a:spcAft>
                <a:spcPts val="2400"/>
              </a:spcAft>
            </a:pPr>
            <a:r>
              <a:rPr lang="en-AU" altLang="en-US" sz="5400" dirty="0">
                <a:solidFill>
                  <a:srgbClr val="00B0F0"/>
                </a:solidFill>
              </a:rPr>
              <a:t>Week </a:t>
            </a:r>
            <a:r>
              <a:rPr lang="en-US" altLang="en-US" sz="5400" dirty="0">
                <a:solidFill>
                  <a:srgbClr val="00B0F0"/>
                </a:solidFill>
              </a:rPr>
              <a:t>5</a:t>
            </a:r>
            <a:r>
              <a:rPr lang="en-AU" altLang="en-US" sz="5400" dirty="0">
                <a:solidFill>
                  <a:srgbClr val="00B0F0"/>
                </a:solidFill>
              </a:rPr>
              <a:t>: </a:t>
            </a:r>
            <a:r>
              <a:rPr lang="en-AU" sz="5400" dirty="0">
                <a:solidFill>
                  <a:srgbClr val="00B0F0"/>
                </a:solidFill>
              </a:rPr>
              <a:t>Skills and Capabilities in IT Projects</a:t>
            </a:r>
          </a:p>
          <a:p>
            <a:pPr algn="ctr" eaLnBrk="1" hangingPunct="1">
              <a:spcBef>
                <a:spcPts val="600"/>
              </a:spcBef>
              <a:spcAft>
                <a:spcPts val="2400"/>
              </a:spcAft>
            </a:pPr>
            <a:endParaRPr lang="en-AU" altLang="en-US" sz="5400" dirty="0">
              <a:solidFill>
                <a:srgbClr val="00B0F0"/>
              </a:solidFill>
            </a:endParaRP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1</a:t>
            </a:fld>
            <a:endParaRPr lang="en-US" altLang="en-US" sz="1000">
              <a:solidFill>
                <a:schemeClr val="bg1"/>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sz="4800" b="1" dirty="0">
                <a:solidFill>
                  <a:srgbClr val="00B0F0"/>
                </a:solidFill>
              </a:rPr>
              <a:t>What we</a:t>
            </a:r>
            <a:r>
              <a:rPr lang="zh-CN" altLang="en-US" sz="4800" b="1" dirty="0">
                <a:solidFill>
                  <a:srgbClr val="00B0F0"/>
                </a:solidFill>
              </a:rPr>
              <a:t> </a:t>
            </a:r>
            <a:r>
              <a:rPr lang="en-US" altLang="zh-CN" sz="4800" b="1" dirty="0">
                <a:solidFill>
                  <a:srgbClr val="00B0F0"/>
                </a:solidFill>
              </a:rPr>
              <a:t>learned</a:t>
            </a:r>
            <a:r>
              <a:rPr lang="zh-CN" altLang="en-US" sz="4800" b="1" dirty="0">
                <a:solidFill>
                  <a:srgbClr val="00B0F0"/>
                </a:solidFill>
              </a:rPr>
              <a:t> </a:t>
            </a:r>
            <a:r>
              <a:rPr lang="en-US" altLang="zh-CN" sz="4800" b="1" dirty="0">
                <a:solidFill>
                  <a:srgbClr val="00B0F0"/>
                </a:solidFill>
              </a:rPr>
              <a:t>last</a:t>
            </a:r>
            <a:r>
              <a:rPr lang="zh-CN" altLang="en-US" sz="4800" b="1" dirty="0">
                <a:solidFill>
                  <a:srgbClr val="00B0F0"/>
                </a:solidFill>
              </a:rPr>
              <a:t> </a:t>
            </a:r>
            <a:r>
              <a:rPr lang="en-US" altLang="zh-CN" sz="4800" b="1" dirty="0">
                <a:solidFill>
                  <a:srgbClr val="00B0F0"/>
                </a:solidFill>
              </a:rPr>
              <a:t>wee</a:t>
            </a:r>
            <a:r>
              <a:rPr lang="en-US" altLang="zh-CN" b="1" dirty="0">
                <a:solidFill>
                  <a:srgbClr val="00B0F0"/>
                </a:solidFill>
              </a:rPr>
              <a:t>k</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marL="342900" lvl="0" indent="-342900">
              <a:buSzPts val="1000"/>
              <a:buFont typeface="Symbol" panose="05050102010706020507" pitchFamily="18" charset="2"/>
              <a:buChar char=""/>
              <a:tabLst>
                <a:tab pos="457200" algn="l"/>
              </a:tabLst>
            </a:pPr>
            <a:r>
              <a:rPr lang="en-AU" sz="2400" dirty="0">
                <a:latin typeface="Times New Roman" panose="02020603050405020304" pitchFamily="18" charset="0"/>
              </a:rPr>
              <a:t>Introduction to Modelling</a:t>
            </a: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What is UML? </a:t>
            </a:r>
            <a:endParaRPr lang="en-AU" sz="2400" dirty="0">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Use case diagrams </a:t>
            </a: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Class diagrams </a:t>
            </a: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Sequence diagrams </a:t>
            </a: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Activity diagrams </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Best Practices in Choosing UML Diagrams </a:t>
            </a:r>
            <a:r>
              <a:rPr lang="en-US" altLang="zh-CN" sz="2400" dirty="0">
                <a:latin typeface="Times New Roman" panose="02020603050405020304" pitchFamily="18" charset="0"/>
              </a:rPr>
              <a:t>in </a:t>
            </a:r>
            <a:r>
              <a:rPr lang="en-AU" sz="2400" dirty="0">
                <a:latin typeface="Times New Roman" panose="02020603050405020304" pitchFamily="18" charset="0"/>
              </a:rPr>
              <a:t>IT Projects</a:t>
            </a: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Summary</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8163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0" y="1665562"/>
            <a:ext cx="9144000" cy="4135438"/>
          </a:xfrm>
          <a:solidFill>
            <a:schemeClr val="bg1"/>
          </a:solidFill>
        </p:spPr>
        <p:txBody>
          <a:bodyPr/>
          <a:lstStyle/>
          <a:p>
            <a:pPr>
              <a:lnSpc>
                <a:spcPct val="150000"/>
              </a:lnSpc>
            </a:pPr>
            <a:r>
              <a:rPr lang="en-US" sz="2800" dirty="0"/>
              <a:t>You are NOT just writing a report.</a:t>
            </a:r>
          </a:p>
          <a:p>
            <a:pPr>
              <a:lnSpc>
                <a:spcPct val="150000"/>
              </a:lnSpc>
            </a:pPr>
            <a:r>
              <a:rPr lang="en-US" sz="2800" dirty="0"/>
              <a:t>You are:</a:t>
            </a:r>
          </a:p>
          <a:p>
            <a:pPr marL="809625" indent="-514350">
              <a:lnSpc>
                <a:spcPct val="150000"/>
              </a:lnSpc>
              <a:buFont typeface="+mj-lt"/>
              <a:buAutoNum type="arabicPeriod"/>
            </a:pPr>
            <a:r>
              <a:rPr lang="en-US" sz="2800" dirty="0"/>
              <a:t>Acting like an IT consultant </a:t>
            </a:r>
          </a:p>
          <a:p>
            <a:pPr marL="809625" indent="-514350">
              <a:lnSpc>
                <a:spcPct val="150000"/>
              </a:lnSpc>
              <a:buFont typeface="+mj-lt"/>
              <a:buAutoNum type="arabicPeriod"/>
            </a:pPr>
            <a:r>
              <a:rPr lang="en-US" sz="2800" dirty="0"/>
              <a:t>Solving a real business problem (e.g., NSW IT Support) </a:t>
            </a:r>
          </a:p>
          <a:p>
            <a:pPr marL="809625" indent="-514350">
              <a:lnSpc>
                <a:spcPct val="150000"/>
              </a:lnSpc>
              <a:buFont typeface="+mj-lt"/>
              <a:buAutoNum type="arabicPeriod"/>
            </a:pPr>
            <a:r>
              <a:rPr lang="en-US" sz="2800" dirty="0"/>
              <a:t>Designing a real system (proposal for ICT503 next unit) </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7600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E80FE-2F41-A1E0-8F9F-74DE8A6D643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0C159FD-34B5-5372-6BB1-42E34166D37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351950B3-190F-9FE0-366E-9F4093D24D0C}"/>
              </a:ext>
            </a:extLst>
          </p:cNvPr>
          <p:cNvSpPr>
            <a:spLocks noGrp="1" noChangeArrowheads="1"/>
          </p:cNvSpPr>
          <p:nvPr>
            <p:ph idx="1"/>
          </p:nvPr>
        </p:nvSpPr>
        <p:spPr>
          <a:xfrm>
            <a:off x="0" y="2422306"/>
            <a:ext cx="9144000" cy="2549086"/>
          </a:xfrm>
          <a:solidFill>
            <a:schemeClr val="bg1"/>
          </a:solidFill>
        </p:spPr>
        <p:txBody>
          <a:bodyPr/>
          <a:lstStyle/>
          <a:p>
            <a:pPr>
              <a:lnSpc>
                <a:spcPct val="150000"/>
              </a:lnSpc>
            </a:pPr>
            <a:r>
              <a:rPr lang="en-US" sz="2800" dirty="0"/>
              <a:t>Think:</a:t>
            </a:r>
          </a:p>
          <a:p>
            <a:pPr>
              <a:lnSpc>
                <a:spcPct val="150000"/>
              </a:lnSpc>
            </a:pPr>
            <a:r>
              <a:rPr lang="en-US" sz="2800" dirty="0"/>
              <a:t>“What problem does NSW IT Support actually have, and how can I solve it with IT?”</a:t>
            </a:r>
          </a:p>
        </p:txBody>
      </p:sp>
      <p:sp>
        <p:nvSpPr>
          <p:cNvPr id="2" name="Footer Placeholder 1">
            <a:extLst>
              <a:ext uri="{FF2B5EF4-FFF2-40B4-BE49-F238E27FC236}">
                <a16:creationId xmlns:a16="http://schemas.microsoft.com/office/drawing/2014/main" id="{06545AE4-F00C-E7C5-0AF9-CFDAF54EBEE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15D5304-E181-08AC-FEDF-85B51CA63A3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a:t>
            </a:fld>
            <a:endParaRPr lang="en-US" altLang="en-US" sz="900">
              <a:solidFill>
                <a:srgbClr val="FFFFFF"/>
              </a:solidFill>
            </a:endParaRPr>
          </a:p>
        </p:txBody>
      </p:sp>
      <p:pic>
        <p:nvPicPr>
          <p:cNvPr id="22534" name="Picture 5">
            <a:extLst>
              <a:ext uri="{FF2B5EF4-FFF2-40B4-BE49-F238E27FC236}">
                <a16:creationId xmlns:a16="http://schemas.microsoft.com/office/drawing/2014/main" id="{E2F3DBD3-6FFA-F3CE-9FCB-11DF81CAA7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8131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E7B3C-CB2F-8FCF-4D00-C36680BF4EF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45889E3-76AA-648D-2A4B-2186910ED89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78665EC0-A6C4-25E2-3323-CE3FF94D5E1E}"/>
              </a:ext>
            </a:extLst>
          </p:cNvPr>
          <p:cNvSpPr>
            <a:spLocks noGrp="1" noChangeArrowheads="1"/>
          </p:cNvSpPr>
          <p:nvPr>
            <p:ph idx="1"/>
          </p:nvPr>
        </p:nvSpPr>
        <p:spPr>
          <a:xfrm>
            <a:off x="0" y="1558706"/>
            <a:ext cx="9144000" cy="4686520"/>
          </a:xfrm>
          <a:solidFill>
            <a:schemeClr val="bg1"/>
          </a:solidFill>
        </p:spPr>
        <p:txBody>
          <a:bodyPr/>
          <a:lstStyle/>
          <a:p>
            <a:pPr>
              <a:lnSpc>
                <a:spcPct val="150000"/>
              </a:lnSpc>
            </a:pPr>
            <a:r>
              <a:rPr lang="en-US" sz="2800" b="1" dirty="0"/>
              <a:t>STEP 0: CHOOSE YOUR PROJECT IDEA</a:t>
            </a:r>
          </a:p>
          <a:p>
            <a:pPr>
              <a:lnSpc>
                <a:spcPct val="150000"/>
              </a:lnSpc>
            </a:pPr>
            <a:r>
              <a:rPr lang="en-US" sz="2800" dirty="0"/>
              <a:t>Based on NSW IT Support, common project ideas:</a:t>
            </a:r>
          </a:p>
          <a:p>
            <a:pPr>
              <a:lnSpc>
                <a:spcPct val="150000"/>
              </a:lnSpc>
            </a:pPr>
            <a:r>
              <a:rPr lang="en-US" sz="2800" b="1" dirty="0"/>
              <a:t>Good project examples:</a:t>
            </a:r>
          </a:p>
          <a:p>
            <a:pPr>
              <a:lnSpc>
                <a:spcPct val="150000"/>
              </a:lnSpc>
            </a:pPr>
            <a:r>
              <a:rPr lang="en-US" sz="2800" dirty="0"/>
              <a:t>- IT Helpdesk Ticketing System (very common) </a:t>
            </a:r>
          </a:p>
          <a:p>
            <a:pPr>
              <a:lnSpc>
                <a:spcPct val="150000"/>
              </a:lnSpc>
            </a:pPr>
            <a:r>
              <a:rPr lang="en-US" sz="2800" dirty="0"/>
              <a:t>- AI-based customer support chatbot </a:t>
            </a:r>
          </a:p>
          <a:p>
            <a:pPr>
              <a:lnSpc>
                <a:spcPct val="150000"/>
              </a:lnSpc>
            </a:pPr>
            <a:r>
              <a:rPr lang="en-US" sz="2800" dirty="0"/>
              <a:t>- Cybersecurity monitoring dashboard</a:t>
            </a:r>
          </a:p>
        </p:txBody>
      </p:sp>
      <p:sp>
        <p:nvSpPr>
          <p:cNvPr id="2" name="Footer Placeholder 1">
            <a:extLst>
              <a:ext uri="{FF2B5EF4-FFF2-40B4-BE49-F238E27FC236}">
                <a16:creationId xmlns:a16="http://schemas.microsoft.com/office/drawing/2014/main" id="{9862154F-4F14-DBDE-3936-29DD0EDF18B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0AC353E-32E7-EA70-A374-0C50005F20D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a:t>
            </a:fld>
            <a:endParaRPr lang="en-US" altLang="en-US" sz="900">
              <a:solidFill>
                <a:srgbClr val="FFFFFF"/>
              </a:solidFill>
            </a:endParaRPr>
          </a:p>
        </p:txBody>
      </p:sp>
      <p:pic>
        <p:nvPicPr>
          <p:cNvPr id="22534" name="Picture 5">
            <a:extLst>
              <a:ext uri="{FF2B5EF4-FFF2-40B4-BE49-F238E27FC236}">
                <a16:creationId xmlns:a16="http://schemas.microsoft.com/office/drawing/2014/main" id="{336D361C-7FF9-308F-3F2F-A53CE5987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8358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ADC87-0814-1617-39BB-ECF4CEC1810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B6661D1-896A-589A-C803-737E67341D85}"/>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B8912745-DD0C-30D3-43E0-390A62146EB1}"/>
              </a:ext>
            </a:extLst>
          </p:cNvPr>
          <p:cNvSpPr>
            <a:spLocks noGrp="1" noChangeArrowheads="1"/>
          </p:cNvSpPr>
          <p:nvPr>
            <p:ph idx="1"/>
          </p:nvPr>
        </p:nvSpPr>
        <p:spPr>
          <a:xfrm>
            <a:off x="0" y="1558706"/>
            <a:ext cx="9144000" cy="4686520"/>
          </a:xfrm>
          <a:solidFill>
            <a:schemeClr val="bg1"/>
          </a:solidFill>
        </p:spPr>
        <p:txBody>
          <a:bodyPr/>
          <a:lstStyle/>
          <a:p>
            <a:pPr>
              <a:lnSpc>
                <a:spcPct val="150000"/>
              </a:lnSpc>
            </a:pPr>
            <a:r>
              <a:rPr lang="en-US" sz="2800" dirty="0"/>
              <a:t>- Cloud-based client management system (CRM) </a:t>
            </a:r>
          </a:p>
          <a:p>
            <a:pPr>
              <a:lnSpc>
                <a:spcPct val="150000"/>
              </a:lnSpc>
            </a:pPr>
            <a:r>
              <a:rPr lang="en-US" sz="2800" dirty="0"/>
              <a:t>- Remote IT support automation platform </a:t>
            </a:r>
          </a:p>
          <a:p>
            <a:pPr>
              <a:lnSpc>
                <a:spcPct val="150000"/>
              </a:lnSpc>
            </a:pPr>
            <a:r>
              <a:rPr lang="en-US" sz="2800" dirty="0"/>
              <a:t>- IT asset management system </a:t>
            </a:r>
          </a:p>
          <a:p>
            <a:pPr>
              <a:lnSpc>
                <a:spcPct val="150000"/>
              </a:lnSpc>
            </a:pPr>
            <a:r>
              <a:rPr lang="en-US" sz="2800" dirty="0"/>
              <a:t>Example we’ll use:</a:t>
            </a:r>
            <a:br>
              <a:rPr lang="en-US" sz="2800" dirty="0"/>
            </a:br>
            <a:r>
              <a:rPr lang="en-US" sz="2800" dirty="0"/>
              <a:t>“Smart IT Support Ticketing System with AI </a:t>
            </a:r>
            <a:r>
              <a:rPr lang="en-US" sz="2800" dirty="0" err="1"/>
              <a:t>prioritisation</a:t>
            </a:r>
            <a:r>
              <a:rPr lang="en-US" sz="2800" dirty="0"/>
              <a:t>”</a:t>
            </a:r>
          </a:p>
        </p:txBody>
      </p:sp>
      <p:sp>
        <p:nvSpPr>
          <p:cNvPr id="2" name="Footer Placeholder 1">
            <a:extLst>
              <a:ext uri="{FF2B5EF4-FFF2-40B4-BE49-F238E27FC236}">
                <a16:creationId xmlns:a16="http://schemas.microsoft.com/office/drawing/2014/main" id="{3A2BDBE4-2787-9E53-69BA-A6FB90AFBF2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F538CF3-8E01-3751-CCE5-3003E5A449F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a:t>
            </a:fld>
            <a:endParaRPr lang="en-US" altLang="en-US" sz="900">
              <a:solidFill>
                <a:srgbClr val="FFFFFF"/>
              </a:solidFill>
            </a:endParaRPr>
          </a:p>
        </p:txBody>
      </p:sp>
      <p:pic>
        <p:nvPicPr>
          <p:cNvPr id="22534" name="Picture 5">
            <a:extLst>
              <a:ext uri="{FF2B5EF4-FFF2-40B4-BE49-F238E27FC236}">
                <a16:creationId xmlns:a16="http://schemas.microsoft.com/office/drawing/2014/main" id="{EC0142C0-4952-6C45-6BFB-CB7532762D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2658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EDC45-1DA7-FCDA-2621-E1E5BD52451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E048D0B-2EDE-260F-F85C-2A88A023F3A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27FC2382-A960-AAF4-DFB7-4C231276887E}"/>
              </a:ext>
            </a:extLst>
          </p:cNvPr>
          <p:cNvSpPr>
            <a:spLocks noGrp="1" noChangeArrowheads="1"/>
          </p:cNvSpPr>
          <p:nvPr>
            <p:ph idx="1"/>
          </p:nvPr>
        </p:nvSpPr>
        <p:spPr>
          <a:xfrm>
            <a:off x="0" y="1322731"/>
            <a:ext cx="9144000" cy="5550017"/>
          </a:xfrm>
          <a:solidFill>
            <a:schemeClr val="bg1"/>
          </a:solidFill>
        </p:spPr>
        <p:txBody>
          <a:bodyPr/>
          <a:lstStyle/>
          <a:p>
            <a:pPr>
              <a:lnSpc>
                <a:spcPct val="150000"/>
              </a:lnSpc>
            </a:pPr>
            <a:r>
              <a:rPr lang="en-US" sz="2800" b="1" dirty="0"/>
              <a:t>STEP 1: UNDERSTAND THE COMPANY (VERY IMPORTANT)</a:t>
            </a:r>
          </a:p>
          <a:p>
            <a:pPr>
              <a:lnSpc>
                <a:spcPct val="150000"/>
              </a:lnSpc>
            </a:pPr>
            <a:r>
              <a:rPr lang="en-US" sz="2800" b="1" dirty="0"/>
              <a:t>Extract key points from NSW IT Support:</a:t>
            </a:r>
          </a:p>
          <a:p>
            <a:pPr>
              <a:lnSpc>
                <a:spcPct val="150000"/>
              </a:lnSpc>
            </a:pPr>
            <a:r>
              <a:rPr lang="en-US" sz="2800" dirty="0"/>
              <a:t>They:</a:t>
            </a:r>
          </a:p>
          <a:p>
            <a:pPr>
              <a:lnSpc>
                <a:spcPct val="150000"/>
              </a:lnSpc>
            </a:pPr>
            <a:r>
              <a:rPr lang="en-US" sz="2800" dirty="0"/>
              <a:t>- Provide IT support + cloud + cybersecurity </a:t>
            </a:r>
          </a:p>
          <a:p>
            <a:pPr>
              <a:lnSpc>
                <a:spcPct val="150000"/>
              </a:lnSpc>
            </a:pPr>
            <a:r>
              <a:rPr lang="en-US" sz="2800" dirty="0"/>
              <a:t>- Work with SMEs (small businesses) </a:t>
            </a:r>
          </a:p>
          <a:p>
            <a:pPr>
              <a:lnSpc>
                <a:spcPct val="150000"/>
              </a:lnSpc>
            </a:pPr>
            <a:r>
              <a:rPr lang="en-US" sz="2800" dirty="0"/>
              <a:t>- Focus on customer service </a:t>
            </a:r>
          </a:p>
          <a:p>
            <a:pPr>
              <a:lnSpc>
                <a:spcPct val="150000"/>
              </a:lnSpc>
            </a:pPr>
            <a:r>
              <a:rPr lang="en-US" sz="2800" dirty="0"/>
              <a:t>- Handle daily IT issues</a:t>
            </a:r>
          </a:p>
        </p:txBody>
      </p:sp>
      <p:sp>
        <p:nvSpPr>
          <p:cNvPr id="2" name="Footer Placeholder 1">
            <a:extLst>
              <a:ext uri="{FF2B5EF4-FFF2-40B4-BE49-F238E27FC236}">
                <a16:creationId xmlns:a16="http://schemas.microsoft.com/office/drawing/2014/main" id="{33AC4DCD-1BFE-1C54-7273-A104EDE6339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44AECCE-A09B-24DC-D705-062284C2552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a:t>
            </a:fld>
            <a:endParaRPr lang="en-US" altLang="en-US" sz="900">
              <a:solidFill>
                <a:srgbClr val="FFFFFF"/>
              </a:solidFill>
            </a:endParaRPr>
          </a:p>
        </p:txBody>
      </p:sp>
      <p:pic>
        <p:nvPicPr>
          <p:cNvPr id="22534" name="Picture 5">
            <a:extLst>
              <a:ext uri="{FF2B5EF4-FFF2-40B4-BE49-F238E27FC236}">
                <a16:creationId xmlns:a16="http://schemas.microsoft.com/office/drawing/2014/main" id="{0069D12E-C83C-E25A-B130-8A3014EE5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2399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6BDD3-3DDE-1DBA-1513-8E1D976A24D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21DEB2B-670E-0D14-D2AE-08F16D24C555}"/>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89D50337-29CF-1499-8981-263FCA6919A3}"/>
              </a:ext>
            </a:extLst>
          </p:cNvPr>
          <p:cNvSpPr>
            <a:spLocks noGrp="1" noChangeArrowheads="1"/>
          </p:cNvSpPr>
          <p:nvPr>
            <p:ph idx="1"/>
          </p:nvPr>
        </p:nvSpPr>
        <p:spPr>
          <a:xfrm>
            <a:off x="0" y="1322732"/>
            <a:ext cx="9144000" cy="3293514"/>
          </a:xfrm>
          <a:solidFill>
            <a:schemeClr val="bg1"/>
          </a:solidFill>
        </p:spPr>
        <p:txBody>
          <a:bodyPr/>
          <a:lstStyle/>
          <a:p>
            <a:pPr>
              <a:lnSpc>
                <a:spcPct val="150000"/>
              </a:lnSpc>
            </a:pPr>
            <a:r>
              <a:rPr lang="en-US" sz="2800" dirty="0"/>
              <a:t>Problem clues:</a:t>
            </a:r>
          </a:p>
          <a:p>
            <a:pPr>
              <a:lnSpc>
                <a:spcPct val="150000"/>
              </a:lnSpc>
            </a:pPr>
            <a:r>
              <a:rPr lang="en-US" sz="2800" dirty="0"/>
              <a:t>- Many support requests </a:t>
            </a:r>
          </a:p>
          <a:p>
            <a:pPr>
              <a:lnSpc>
                <a:spcPct val="150000"/>
              </a:lnSpc>
            </a:pPr>
            <a:r>
              <a:rPr lang="en-US" sz="2800" dirty="0"/>
              <a:t>- Need fast response </a:t>
            </a:r>
          </a:p>
          <a:p>
            <a:pPr>
              <a:lnSpc>
                <a:spcPct val="150000"/>
              </a:lnSpc>
            </a:pPr>
            <a:r>
              <a:rPr lang="en-US" sz="2800" dirty="0"/>
              <a:t>- Need better system efficiency</a:t>
            </a:r>
          </a:p>
        </p:txBody>
      </p:sp>
      <p:sp>
        <p:nvSpPr>
          <p:cNvPr id="2" name="Footer Placeholder 1">
            <a:extLst>
              <a:ext uri="{FF2B5EF4-FFF2-40B4-BE49-F238E27FC236}">
                <a16:creationId xmlns:a16="http://schemas.microsoft.com/office/drawing/2014/main" id="{67EDABBB-B6BB-5732-B927-2371B17D020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6E57846-A56B-3A1B-47EC-8090D1E6C8E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a:t>
            </a:fld>
            <a:endParaRPr lang="en-US" altLang="en-US" sz="900">
              <a:solidFill>
                <a:srgbClr val="FFFFFF"/>
              </a:solidFill>
            </a:endParaRPr>
          </a:p>
        </p:txBody>
      </p:sp>
      <p:pic>
        <p:nvPicPr>
          <p:cNvPr id="22534" name="Picture 5">
            <a:extLst>
              <a:ext uri="{FF2B5EF4-FFF2-40B4-BE49-F238E27FC236}">
                <a16:creationId xmlns:a16="http://schemas.microsoft.com/office/drawing/2014/main" id="{2383E829-9A32-A3C4-93C7-BB4F607E0A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7270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72641-2267-935E-6539-DDEDB767376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44EDDDF-36DB-9DB3-4629-55EBC0CCB12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DB2E66E3-E755-3DFF-2C89-91813B84A991}"/>
              </a:ext>
            </a:extLst>
          </p:cNvPr>
          <p:cNvSpPr>
            <a:spLocks noGrp="1" noChangeArrowheads="1"/>
          </p:cNvSpPr>
          <p:nvPr>
            <p:ph idx="1"/>
          </p:nvPr>
        </p:nvSpPr>
        <p:spPr>
          <a:xfrm>
            <a:off x="0" y="1322732"/>
            <a:ext cx="9144000" cy="4783100"/>
          </a:xfrm>
          <a:solidFill>
            <a:schemeClr val="bg1"/>
          </a:solidFill>
        </p:spPr>
        <p:txBody>
          <a:bodyPr/>
          <a:lstStyle/>
          <a:p>
            <a:pPr>
              <a:lnSpc>
                <a:spcPct val="150000"/>
              </a:lnSpc>
            </a:pPr>
            <a:r>
              <a:rPr lang="en-US" sz="2800" b="1" dirty="0"/>
              <a:t>QUESTIONS YOU SHOULD ASK THE COMPANY</a:t>
            </a:r>
          </a:p>
          <a:p>
            <a:pPr>
              <a:lnSpc>
                <a:spcPct val="150000"/>
              </a:lnSpc>
            </a:pPr>
            <a:r>
              <a:rPr lang="en-US" sz="2800" dirty="0"/>
              <a:t>(VERY IMPORTANT for high marks)</a:t>
            </a:r>
          </a:p>
          <a:p>
            <a:pPr>
              <a:lnSpc>
                <a:spcPct val="150000"/>
              </a:lnSpc>
            </a:pPr>
            <a:r>
              <a:rPr lang="en-US" sz="2800" b="1" dirty="0"/>
              <a:t>About operations:</a:t>
            </a:r>
          </a:p>
          <a:p>
            <a:pPr>
              <a:lnSpc>
                <a:spcPct val="150000"/>
              </a:lnSpc>
            </a:pPr>
            <a:r>
              <a:rPr lang="en-US" sz="2800" dirty="0"/>
              <a:t>- How do you currently manage IT support tickets? </a:t>
            </a:r>
          </a:p>
          <a:p>
            <a:pPr>
              <a:lnSpc>
                <a:spcPct val="150000"/>
              </a:lnSpc>
            </a:pPr>
            <a:r>
              <a:rPr lang="en-US" sz="2800" dirty="0"/>
              <a:t>- What are the biggest delays in resolving issues? </a:t>
            </a:r>
          </a:p>
          <a:p>
            <a:pPr>
              <a:lnSpc>
                <a:spcPct val="150000"/>
              </a:lnSpc>
            </a:pPr>
            <a:r>
              <a:rPr lang="en-US" sz="2800" dirty="0"/>
              <a:t>- Do you use any system (e.g., Jira, ServiceNow)?</a:t>
            </a:r>
          </a:p>
        </p:txBody>
      </p:sp>
      <p:sp>
        <p:nvSpPr>
          <p:cNvPr id="2" name="Footer Placeholder 1">
            <a:extLst>
              <a:ext uri="{FF2B5EF4-FFF2-40B4-BE49-F238E27FC236}">
                <a16:creationId xmlns:a16="http://schemas.microsoft.com/office/drawing/2014/main" id="{D6B6BCC4-4E9A-B912-D603-FD3FFB7BCA6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4752CD2-A7BB-88F7-1930-8D68567FF2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a:t>
            </a:fld>
            <a:endParaRPr lang="en-US" altLang="en-US" sz="900">
              <a:solidFill>
                <a:srgbClr val="FFFFFF"/>
              </a:solidFill>
            </a:endParaRPr>
          </a:p>
        </p:txBody>
      </p:sp>
      <p:pic>
        <p:nvPicPr>
          <p:cNvPr id="22534" name="Picture 5">
            <a:extLst>
              <a:ext uri="{FF2B5EF4-FFF2-40B4-BE49-F238E27FC236}">
                <a16:creationId xmlns:a16="http://schemas.microsoft.com/office/drawing/2014/main" id="{3DB40458-B21F-F06C-A133-7EF22B38D0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3646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DDD55-08C4-EA84-5D17-C1A48C4F8D5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7BC4078-DDB8-2B64-9844-5355DE3C899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A799BA98-336C-80DB-BE5C-E42201DF2320}"/>
              </a:ext>
            </a:extLst>
          </p:cNvPr>
          <p:cNvSpPr>
            <a:spLocks noGrp="1" noChangeArrowheads="1"/>
          </p:cNvSpPr>
          <p:nvPr>
            <p:ph idx="1"/>
          </p:nvPr>
        </p:nvSpPr>
        <p:spPr>
          <a:xfrm>
            <a:off x="0" y="1322732"/>
            <a:ext cx="9144000" cy="2556094"/>
          </a:xfrm>
          <a:solidFill>
            <a:schemeClr val="bg1"/>
          </a:solidFill>
        </p:spPr>
        <p:txBody>
          <a:bodyPr/>
          <a:lstStyle/>
          <a:p>
            <a:pPr>
              <a:lnSpc>
                <a:spcPct val="150000"/>
              </a:lnSpc>
            </a:pPr>
            <a:r>
              <a:rPr lang="en-US" sz="2800" b="1" dirty="0"/>
              <a:t>About customers:</a:t>
            </a:r>
          </a:p>
          <a:p>
            <a:pPr>
              <a:lnSpc>
                <a:spcPct val="150000"/>
              </a:lnSpc>
            </a:pPr>
            <a:r>
              <a:rPr lang="en-US" sz="2800" dirty="0"/>
              <a:t>- What are the most common IT problems? </a:t>
            </a:r>
          </a:p>
          <a:p>
            <a:pPr>
              <a:lnSpc>
                <a:spcPct val="150000"/>
              </a:lnSpc>
            </a:pPr>
            <a:r>
              <a:rPr lang="en-US" sz="2800" dirty="0"/>
              <a:t>- How many tickets per day? </a:t>
            </a:r>
          </a:p>
        </p:txBody>
      </p:sp>
      <p:sp>
        <p:nvSpPr>
          <p:cNvPr id="2" name="Footer Placeholder 1">
            <a:extLst>
              <a:ext uri="{FF2B5EF4-FFF2-40B4-BE49-F238E27FC236}">
                <a16:creationId xmlns:a16="http://schemas.microsoft.com/office/drawing/2014/main" id="{7FC41B4A-9714-7C4B-AF9F-91A9AE3725D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1D1D62A-C41E-F519-3B6E-F6226F69B5E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a:t>
            </a:fld>
            <a:endParaRPr lang="en-US" altLang="en-US" sz="900">
              <a:solidFill>
                <a:srgbClr val="FFFFFF"/>
              </a:solidFill>
            </a:endParaRPr>
          </a:p>
        </p:txBody>
      </p:sp>
      <p:pic>
        <p:nvPicPr>
          <p:cNvPr id="22534" name="Picture 5">
            <a:extLst>
              <a:ext uri="{FF2B5EF4-FFF2-40B4-BE49-F238E27FC236}">
                <a16:creationId xmlns:a16="http://schemas.microsoft.com/office/drawing/2014/main" id="{3A8522B3-8F62-2492-CDCF-AB0A619530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6679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BA163-2B2F-56A0-ED90-C527DEA27EF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526C8A6-4E12-369E-6AA1-B583FA89556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FCCA696F-08D8-454D-183E-3FC9802C4FBE}"/>
              </a:ext>
            </a:extLst>
          </p:cNvPr>
          <p:cNvSpPr>
            <a:spLocks noGrp="1" noChangeArrowheads="1"/>
          </p:cNvSpPr>
          <p:nvPr>
            <p:ph idx="1"/>
          </p:nvPr>
        </p:nvSpPr>
        <p:spPr>
          <a:xfrm>
            <a:off x="0" y="1322732"/>
            <a:ext cx="9144000" cy="2865810"/>
          </a:xfrm>
          <a:solidFill>
            <a:schemeClr val="bg1"/>
          </a:solidFill>
        </p:spPr>
        <p:txBody>
          <a:bodyPr/>
          <a:lstStyle/>
          <a:p>
            <a:pPr>
              <a:lnSpc>
                <a:spcPct val="150000"/>
              </a:lnSpc>
            </a:pPr>
            <a:r>
              <a:rPr lang="en-US" sz="2800" b="1" dirty="0"/>
              <a:t>About pain points:</a:t>
            </a:r>
          </a:p>
          <a:p>
            <a:pPr>
              <a:lnSpc>
                <a:spcPct val="150000"/>
              </a:lnSpc>
            </a:pPr>
            <a:r>
              <a:rPr lang="en-US" sz="2800" dirty="0"/>
              <a:t>- What frustrates customers the most? </a:t>
            </a:r>
          </a:p>
          <a:p>
            <a:pPr>
              <a:lnSpc>
                <a:spcPct val="150000"/>
              </a:lnSpc>
            </a:pPr>
            <a:r>
              <a:rPr lang="en-US" sz="2800" dirty="0"/>
              <a:t>- Where do errors happen?</a:t>
            </a:r>
          </a:p>
        </p:txBody>
      </p:sp>
      <p:sp>
        <p:nvSpPr>
          <p:cNvPr id="2" name="Footer Placeholder 1">
            <a:extLst>
              <a:ext uri="{FF2B5EF4-FFF2-40B4-BE49-F238E27FC236}">
                <a16:creationId xmlns:a16="http://schemas.microsoft.com/office/drawing/2014/main" id="{56B7082D-19F7-CFFB-60E8-2B85C42EA4B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51EA087-3837-01FE-6927-F7FCC2AB69F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11</a:t>
            </a:fld>
            <a:endParaRPr lang="en-US" altLang="en-US" sz="900">
              <a:solidFill>
                <a:srgbClr val="FFFFFF"/>
              </a:solidFill>
            </a:endParaRPr>
          </a:p>
        </p:txBody>
      </p:sp>
      <p:pic>
        <p:nvPicPr>
          <p:cNvPr id="22534" name="Picture 5">
            <a:extLst>
              <a:ext uri="{FF2B5EF4-FFF2-40B4-BE49-F238E27FC236}">
                <a16:creationId xmlns:a16="http://schemas.microsoft.com/office/drawing/2014/main" id="{61EF46A8-CF02-CA46-2600-369607A4D9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7346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3E25A-957A-63E3-A310-BBA9B3AD3EF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ABCC434-A47C-3697-9C28-BA233966076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3469AA4A-C040-5DF8-3799-C770D4C58E90}"/>
              </a:ext>
            </a:extLst>
          </p:cNvPr>
          <p:cNvSpPr>
            <a:spLocks noGrp="1" noChangeArrowheads="1"/>
          </p:cNvSpPr>
          <p:nvPr>
            <p:ph idx="1"/>
          </p:nvPr>
        </p:nvSpPr>
        <p:spPr>
          <a:xfrm>
            <a:off x="0" y="1322732"/>
            <a:ext cx="9144000" cy="2629836"/>
          </a:xfrm>
          <a:solidFill>
            <a:schemeClr val="bg1"/>
          </a:solidFill>
        </p:spPr>
        <p:txBody>
          <a:bodyPr/>
          <a:lstStyle/>
          <a:p>
            <a:pPr>
              <a:lnSpc>
                <a:spcPct val="150000"/>
              </a:lnSpc>
            </a:pPr>
            <a:r>
              <a:rPr lang="en-US" sz="2800" b="1" dirty="0"/>
              <a:t>About technology:</a:t>
            </a:r>
          </a:p>
          <a:p>
            <a:pPr>
              <a:lnSpc>
                <a:spcPct val="150000"/>
              </a:lnSpc>
            </a:pPr>
            <a:r>
              <a:rPr lang="en-US" sz="2800" dirty="0"/>
              <a:t>- Do you use cloud systems? </a:t>
            </a:r>
          </a:p>
          <a:p>
            <a:pPr>
              <a:lnSpc>
                <a:spcPct val="150000"/>
              </a:lnSpc>
            </a:pPr>
            <a:r>
              <a:rPr lang="en-US" sz="2800" dirty="0"/>
              <a:t>- What cybersecurity challenges do you face? </a:t>
            </a:r>
          </a:p>
        </p:txBody>
      </p:sp>
      <p:sp>
        <p:nvSpPr>
          <p:cNvPr id="2" name="Footer Placeholder 1">
            <a:extLst>
              <a:ext uri="{FF2B5EF4-FFF2-40B4-BE49-F238E27FC236}">
                <a16:creationId xmlns:a16="http://schemas.microsoft.com/office/drawing/2014/main" id="{8695C400-6B21-2CD2-6095-DA99DD2E210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FBFC0E1-76F6-64A4-8551-560F2061203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12</a:t>
            </a:fld>
            <a:endParaRPr lang="en-US" altLang="en-US" sz="900">
              <a:solidFill>
                <a:srgbClr val="FFFFFF"/>
              </a:solidFill>
            </a:endParaRPr>
          </a:p>
        </p:txBody>
      </p:sp>
      <p:pic>
        <p:nvPicPr>
          <p:cNvPr id="22534" name="Picture 5">
            <a:extLst>
              <a:ext uri="{FF2B5EF4-FFF2-40B4-BE49-F238E27FC236}">
                <a16:creationId xmlns:a16="http://schemas.microsoft.com/office/drawing/2014/main" id="{A66AE75A-9A9D-03E0-8DDE-69F44387C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0013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C8F2-33A8-9B58-8061-ADDE2CA1A0F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4ADB1B3-961C-3FF8-8D62-6D663E97827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2B646C55-C540-CF39-F2CA-0E85C78CDE3F}"/>
              </a:ext>
            </a:extLst>
          </p:cNvPr>
          <p:cNvSpPr>
            <a:spLocks noGrp="1" noChangeArrowheads="1"/>
          </p:cNvSpPr>
          <p:nvPr>
            <p:ph idx="1"/>
          </p:nvPr>
        </p:nvSpPr>
        <p:spPr>
          <a:xfrm>
            <a:off x="0" y="1322732"/>
            <a:ext cx="9144000" cy="3190274"/>
          </a:xfrm>
          <a:solidFill>
            <a:schemeClr val="bg1"/>
          </a:solidFill>
        </p:spPr>
        <p:txBody>
          <a:bodyPr/>
          <a:lstStyle/>
          <a:p>
            <a:pPr>
              <a:lnSpc>
                <a:spcPct val="150000"/>
              </a:lnSpc>
            </a:pPr>
            <a:r>
              <a:rPr lang="en-US" sz="2800" b="1" dirty="0"/>
              <a:t>SECTION-BY-SECTION GUIDE (WITH EXAMPLES)</a:t>
            </a:r>
          </a:p>
          <a:p>
            <a:pPr>
              <a:lnSpc>
                <a:spcPct val="150000"/>
              </a:lnSpc>
            </a:pPr>
            <a:r>
              <a:rPr lang="en-US" sz="2800" b="1" dirty="0"/>
              <a:t>SECTION 1: Executive Summary (250 words)</a:t>
            </a:r>
          </a:p>
          <a:p>
            <a:pPr>
              <a:lnSpc>
                <a:spcPct val="150000"/>
              </a:lnSpc>
            </a:pPr>
            <a:r>
              <a:rPr lang="en-US" sz="2800" b="1" dirty="0"/>
              <a:t>What to do:</a:t>
            </a:r>
          </a:p>
          <a:p>
            <a:pPr>
              <a:lnSpc>
                <a:spcPct val="150000"/>
              </a:lnSpc>
            </a:pPr>
            <a:r>
              <a:rPr lang="en-US" sz="2800" dirty="0" err="1"/>
              <a:t>Summarise</a:t>
            </a:r>
            <a:r>
              <a:rPr lang="en-US" sz="2800" dirty="0"/>
              <a:t> EVERYTHING in short</a:t>
            </a:r>
          </a:p>
        </p:txBody>
      </p:sp>
      <p:sp>
        <p:nvSpPr>
          <p:cNvPr id="2" name="Footer Placeholder 1">
            <a:extLst>
              <a:ext uri="{FF2B5EF4-FFF2-40B4-BE49-F238E27FC236}">
                <a16:creationId xmlns:a16="http://schemas.microsoft.com/office/drawing/2014/main" id="{AC37A56D-4651-042A-A4D0-5EDACDC3237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EBB6482-3D68-0A33-FC6E-40F8BDCDCF5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a:t>
            </a:fld>
            <a:endParaRPr lang="en-US" altLang="en-US" sz="900">
              <a:solidFill>
                <a:srgbClr val="FFFFFF"/>
              </a:solidFill>
            </a:endParaRPr>
          </a:p>
        </p:txBody>
      </p:sp>
      <p:pic>
        <p:nvPicPr>
          <p:cNvPr id="22534" name="Picture 5">
            <a:extLst>
              <a:ext uri="{FF2B5EF4-FFF2-40B4-BE49-F238E27FC236}">
                <a16:creationId xmlns:a16="http://schemas.microsoft.com/office/drawing/2014/main" id="{AC936271-AA11-798D-CA36-6012760F8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767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48ED7-AB1A-39C9-01FC-C1D99C9C032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73FA5A8-AD95-EAB6-6E6C-1336195F119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6159DED-2C21-7DD7-9DEA-B2EC93ECB772}"/>
              </a:ext>
            </a:extLst>
          </p:cNvPr>
          <p:cNvSpPr>
            <a:spLocks noGrp="1" noChangeArrowheads="1"/>
          </p:cNvSpPr>
          <p:nvPr>
            <p:ph idx="1"/>
          </p:nvPr>
        </p:nvSpPr>
        <p:spPr>
          <a:xfrm>
            <a:off x="0" y="1322732"/>
            <a:ext cx="9144000" cy="4016184"/>
          </a:xfrm>
          <a:solidFill>
            <a:schemeClr val="bg1"/>
          </a:solidFill>
        </p:spPr>
        <p:txBody>
          <a:bodyPr/>
          <a:lstStyle/>
          <a:p>
            <a:pPr>
              <a:lnSpc>
                <a:spcPct val="150000"/>
              </a:lnSpc>
            </a:pPr>
            <a:r>
              <a:rPr lang="en-US" sz="2800" b="1" dirty="0"/>
              <a:t>Structure:</a:t>
            </a:r>
          </a:p>
          <a:p>
            <a:pPr>
              <a:lnSpc>
                <a:spcPct val="150000"/>
              </a:lnSpc>
            </a:pPr>
            <a:r>
              <a:rPr lang="en-US" sz="2800" dirty="0"/>
              <a:t>- Problem </a:t>
            </a:r>
          </a:p>
          <a:p>
            <a:pPr>
              <a:lnSpc>
                <a:spcPct val="150000"/>
              </a:lnSpc>
            </a:pPr>
            <a:r>
              <a:rPr lang="en-US" sz="2800" dirty="0"/>
              <a:t>- Solution </a:t>
            </a:r>
          </a:p>
          <a:p>
            <a:pPr>
              <a:lnSpc>
                <a:spcPct val="150000"/>
              </a:lnSpc>
            </a:pPr>
            <a:r>
              <a:rPr lang="en-US" sz="2800" dirty="0"/>
              <a:t>- Benefits </a:t>
            </a:r>
          </a:p>
          <a:p>
            <a:pPr>
              <a:lnSpc>
                <a:spcPct val="150000"/>
              </a:lnSpc>
            </a:pPr>
            <a:r>
              <a:rPr lang="en-US" sz="2800" dirty="0"/>
              <a:t>- Sustainability</a:t>
            </a:r>
          </a:p>
        </p:txBody>
      </p:sp>
      <p:sp>
        <p:nvSpPr>
          <p:cNvPr id="2" name="Footer Placeholder 1">
            <a:extLst>
              <a:ext uri="{FF2B5EF4-FFF2-40B4-BE49-F238E27FC236}">
                <a16:creationId xmlns:a16="http://schemas.microsoft.com/office/drawing/2014/main" id="{02D4F46B-3C60-2D43-E69B-DFE9E00907E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6F808E0-C769-CF6C-4F56-46CDE294941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14</a:t>
            </a:fld>
            <a:endParaRPr lang="en-US" altLang="en-US" sz="900">
              <a:solidFill>
                <a:srgbClr val="FFFFFF"/>
              </a:solidFill>
            </a:endParaRPr>
          </a:p>
        </p:txBody>
      </p:sp>
      <p:pic>
        <p:nvPicPr>
          <p:cNvPr id="22534" name="Picture 5">
            <a:extLst>
              <a:ext uri="{FF2B5EF4-FFF2-40B4-BE49-F238E27FC236}">
                <a16:creationId xmlns:a16="http://schemas.microsoft.com/office/drawing/2014/main" id="{B5110A30-558F-E40E-321C-4B9372E201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7905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FF3A8-BB38-C56E-EFE7-E4178B4AE7D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808B4EE-A9C2-8E05-AD0B-3A79789C94E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AB597A37-CC98-EDF4-3E5C-CAB27AFCCB0F}"/>
              </a:ext>
            </a:extLst>
          </p:cNvPr>
          <p:cNvSpPr>
            <a:spLocks noGrp="1" noChangeArrowheads="1"/>
          </p:cNvSpPr>
          <p:nvPr>
            <p:ph idx="1"/>
          </p:nvPr>
        </p:nvSpPr>
        <p:spPr>
          <a:xfrm>
            <a:off x="0" y="1322732"/>
            <a:ext cx="9144000" cy="5535268"/>
          </a:xfrm>
          <a:solidFill>
            <a:schemeClr val="bg1"/>
          </a:solidFill>
        </p:spPr>
        <p:txBody>
          <a:bodyPr/>
          <a:lstStyle/>
          <a:p>
            <a:pPr>
              <a:lnSpc>
                <a:spcPct val="150000"/>
              </a:lnSpc>
            </a:pPr>
            <a:r>
              <a:rPr lang="en-US" sz="2800" b="1" dirty="0"/>
              <a:t>Sample:</a:t>
            </a:r>
          </a:p>
          <a:p>
            <a:pPr>
              <a:lnSpc>
                <a:spcPct val="150000"/>
              </a:lnSpc>
            </a:pPr>
            <a:r>
              <a:rPr lang="en-US" sz="2800" dirty="0"/>
              <a:t>NSW IT Support faces challenges in efficiently managing high volumes of IT support requests, leading to delays and reduced customer satisfaction. This project proposes a Smart IT Support Ticketing System integrated with AI-based </a:t>
            </a:r>
            <a:r>
              <a:rPr lang="en-US" sz="2800" dirty="0" err="1"/>
              <a:t>prioritisation</a:t>
            </a:r>
            <a:r>
              <a:rPr lang="en-US" sz="2800" dirty="0"/>
              <a:t> and cloud-based infrastructure. The system will automate ticket classification, improve response time, and enhance service quality. </a:t>
            </a:r>
          </a:p>
        </p:txBody>
      </p:sp>
      <p:sp>
        <p:nvSpPr>
          <p:cNvPr id="2" name="Footer Placeholder 1">
            <a:extLst>
              <a:ext uri="{FF2B5EF4-FFF2-40B4-BE49-F238E27FC236}">
                <a16:creationId xmlns:a16="http://schemas.microsoft.com/office/drawing/2014/main" id="{4C576BFC-4B52-AA26-2CBC-6943B1016A4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331584D-5442-8415-E2B2-873A1C4A1F3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15</a:t>
            </a:fld>
            <a:endParaRPr lang="en-US" altLang="en-US" sz="900">
              <a:solidFill>
                <a:srgbClr val="FFFFFF"/>
              </a:solidFill>
            </a:endParaRPr>
          </a:p>
        </p:txBody>
      </p:sp>
      <p:pic>
        <p:nvPicPr>
          <p:cNvPr id="22534" name="Picture 5">
            <a:extLst>
              <a:ext uri="{FF2B5EF4-FFF2-40B4-BE49-F238E27FC236}">
                <a16:creationId xmlns:a16="http://schemas.microsoft.com/office/drawing/2014/main" id="{AA8F7573-9A71-8B67-8B89-CCE3CDC03B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3758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31C45-7530-6D93-6648-EFDA0468F16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002E527-0548-5051-51E2-6B85C7148CB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872F36E-A521-F528-3DEC-BADF399D5962}"/>
              </a:ext>
            </a:extLst>
          </p:cNvPr>
          <p:cNvSpPr>
            <a:spLocks noGrp="1" noChangeArrowheads="1"/>
          </p:cNvSpPr>
          <p:nvPr>
            <p:ph idx="1"/>
          </p:nvPr>
        </p:nvSpPr>
        <p:spPr>
          <a:xfrm>
            <a:off x="0" y="1322732"/>
            <a:ext cx="9144000" cy="3691720"/>
          </a:xfrm>
          <a:solidFill>
            <a:schemeClr val="bg1"/>
          </a:solidFill>
        </p:spPr>
        <p:txBody>
          <a:bodyPr/>
          <a:lstStyle/>
          <a:p>
            <a:pPr>
              <a:lnSpc>
                <a:spcPct val="150000"/>
              </a:lnSpc>
            </a:pPr>
            <a:r>
              <a:rPr lang="en-US" sz="2800" dirty="0"/>
              <a:t>The solution leverages modern technologies such as artificial intelligence and cloud computing to deliver scalable and sustainable IT support. It also promotes environmental sustainability by reducing paper-based processes and improving energy efficiency through cloud hosting.</a:t>
            </a:r>
          </a:p>
        </p:txBody>
      </p:sp>
      <p:sp>
        <p:nvSpPr>
          <p:cNvPr id="2" name="Footer Placeholder 1">
            <a:extLst>
              <a:ext uri="{FF2B5EF4-FFF2-40B4-BE49-F238E27FC236}">
                <a16:creationId xmlns:a16="http://schemas.microsoft.com/office/drawing/2014/main" id="{FC89E9F6-3EBE-358B-A2E2-9EE0672D0D2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114A6F4-7BD6-6294-F384-F1096BECF43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16</a:t>
            </a:fld>
            <a:endParaRPr lang="en-US" altLang="en-US" sz="900">
              <a:solidFill>
                <a:srgbClr val="FFFFFF"/>
              </a:solidFill>
            </a:endParaRPr>
          </a:p>
        </p:txBody>
      </p:sp>
      <p:pic>
        <p:nvPicPr>
          <p:cNvPr id="22534" name="Picture 5">
            <a:extLst>
              <a:ext uri="{FF2B5EF4-FFF2-40B4-BE49-F238E27FC236}">
                <a16:creationId xmlns:a16="http://schemas.microsoft.com/office/drawing/2014/main" id="{60FB1F30-AC63-EB61-0580-37840F5F00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1211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6648C-4297-C189-E2BE-A35B65DD06B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E3A2F5E-D733-DAF6-6BB9-5D968B1686D0}"/>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DB649D07-21B5-0F79-18B9-9B53EF50CD34}"/>
              </a:ext>
            </a:extLst>
          </p:cNvPr>
          <p:cNvSpPr>
            <a:spLocks noGrp="1" noChangeArrowheads="1"/>
          </p:cNvSpPr>
          <p:nvPr>
            <p:ph idx="1"/>
          </p:nvPr>
        </p:nvSpPr>
        <p:spPr>
          <a:xfrm>
            <a:off x="0" y="1322731"/>
            <a:ext cx="9144000" cy="3971939"/>
          </a:xfrm>
          <a:solidFill>
            <a:schemeClr val="bg1"/>
          </a:solidFill>
        </p:spPr>
        <p:txBody>
          <a:bodyPr/>
          <a:lstStyle/>
          <a:p>
            <a:pPr>
              <a:lnSpc>
                <a:spcPct val="150000"/>
              </a:lnSpc>
            </a:pPr>
            <a:r>
              <a:rPr lang="en-US" sz="2800" b="1" dirty="0"/>
              <a:t>SECTION 2: Introduction &amp; Problem Definition (500 words)</a:t>
            </a:r>
          </a:p>
          <a:p>
            <a:pPr>
              <a:lnSpc>
                <a:spcPct val="150000"/>
              </a:lnSpc>
            </a:pPr>
            <a:r>
              <a:rPr lang="en-US" sz="2800" b="1" dirty="0"/>
              <a:t>2.1 Background</a:t>
            </a:r>
          </a:p>
          <a:p>
            <a:pPr>
              <a:lnSpc>
                <a:spcPct val="150000"/>
              </a:lnSpc>
            </a:pPr>
            <a:r>
              <a:rPr lang="en-US" sz="2800" dirty="0"/>
              <a:t>Talk about:</a:t>
            </a:r>
          </a:p>
          <a:p>
            <a:pPr>
              <a:lnSpc>
                <a:spcPct val="150000"/>
              </a:lnSpc>
            </a:pPr>
            <a:r>
              <a:rPr lang="en-US" sz="2800" dirty="0"/>
              <a:t>- IT support industry </a:t>
            </a:r>
          </a:p>
          <a:p>
            <a:pPr>
              <a:lnSpc>
                <a:spcPct val="150000"/>
              </a:lnSpc>
            </a:pPr>
            <a:r>
              <a:rPr lang="en-US" sz="2800" dirty="0"/>
              <a:t>- NSW IT Support role</a:t>
            </a:r>
          </a:p>
        </p:txBody>
      </p:sp>
      <p:sp>
        <p:nvSpPr>
          <p:cNvPr id="2" name="Footer Placeholder 1">
            <a:extLst>
              <a:ext uri="{FF2B5EF4-FFF2-40B4-BE49-F238E27FC236}">
                <a16:creationId xmlns:a16="http://schemas.microsoft.com/office/drawing/2014/main" id="{467C72FE-28CA-73E6-49B4-0697C9C81ED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DAF24E0-AC93-06AD-ED66-FAEE99E27CA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17</a:t>
            </a:fld>
            <a:endParaRPr lang="en-US" altLang="en-US" sz="900">
              <a:solidFill>
                <a:srgbClr val="FFFFFF"/>
              </a:solidFill>
            </a:endParaRPr>
          </a:p>
        </p:txBody>
      </p:sp>
      <p:pic>
        <p:nvPicPr>
          <p:cNvPr id="22534" name="Picture 5">
            <a:extLst>
              <a:ext uri="{FF2B5EF4-FFF2-40B4-BE49-F238E27FC236}">
                <a16:creationId xmlns:a16="http://schemas.microsoft.com/office/drawing/2014/main" id="{E67C8727-9E70-A1F4-F7F3-CB398C28C5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1664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83BE0-793C-1B2B-E784-1DB1FEAEBB9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394358C-3FA7-46F6-0DF9-309469E3FEA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DB96DCD2-D120-AFCB-8451-18A0FED7D529}"/>
              </a:ext>
            </a:extLst>
          </p:cNvPr>
          <p:cNvSpPr>
            <a:spLocks noGrp="1" noChangeArrowheads="1"/>
          </p:cNvSpPr>
          <p:nvPr>
            <p:ph idx="1"/>
          </p:nvPr>
        </p:nvSpPr>
        <p:spPr>
          <a:xfrm>
            <a:off x="0" y="1322732"/>
            <a:ext cx="9144000" cy="3573734"/>
          </a:xfrm>
          <a:solidFill>
            <a:schemeClr val="bg1"/>
          </a:solidFill>
        </p:spPr>
        <p:txBody>
          <a:bodyPr/>
          <a:lstStyle/>
          <a:p>
            <a:pPr>
              <a:lnSpc>
                <a:spcPct val="150000"/>
              </a:lnSpc>
            </a:pPr>
            <a:r>
              <a:rPr lang="en-US" sz="2800" b="1" dirty="0"/>
              <a:t>Example:</a:t>
            </a:r>
          </a:p>
          <a:p>
            <a:pPr>
              <a:lnSpc>
                <a:spcPct val="150000"/>
              </a:lnSpc>
            </a:pPr>
            <a:r>
              <a:rPr lang="en-US" sz="2800" dirty="0"/>
              <a:t>IT support services are essential for </a:t>
            </a:r>
            <a:r>
              <a:rPr lang="en-US" sz="2800" dirty="0" err="1"/>
              <a:t>organisations</a:t>
            </a:r>
            <a:r>
              <a:rPr lang="en-US" sz="2800" dirty="0"/>
              <a:t> relying on digital infrastructure. NSW IT Support provides managed IT services to SMEs, handling daily technical issues and system maintenance.</a:t>
            </a:r>
          </a:p>
        </p:txBody>
      </p:sp>
      <p:sp>
        <p:nvSpPr>
          <p:cNvPr id="2" name="Footer Placeholder 1">
            <a:extLst>
              <a:ext uri="{FF2B5EF4-FFF2-40B4-BE49-F238E27FC236}">
                <a16:creationId xmlns:a16="http://schemas.microsoft.com/office/drawing/2014/main" id="{797A386E-E3B8-70A7-A2A2-69DFA6F1D0F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ED6182B-5A1F-B39E-AF9F-C6BB95D1081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18</a:t>
            </a:fld>
            <a:endParaRPr lang="en-US" altLang="en-US" sz="900">
              <a:solidFill>
                <a:srgbClr val="FFFFFF"/>
              </a:solidFill>
            </a:endParaRPr>
          </a:p>
        </p:txBody>
      </p:sp>
      <p:pic>
        <p:nvPicPr>
          <p:cNvPr id="22534" name="Picture 5">
            <a:extLst>
              <a:ext uri="{FF2B5EF4-FFF2-40B4-BE49-F238E27FC236}">
                <a16:creationId xmlns:a16="http://schemas.microsoft.com/office/drawing/2014/main" id="{E3808D52-087F-1BF6-225E-09252DBDD2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083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0F903-D0B3-2B34-23A0-A84E93721D7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BB3480B-E37F-F94F-E92E-9A1365401A0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98527F0F-8AEF-3A38-6D8A-687A5F55F36C}"/>
              </a:ext>
            </a:extLst>
          </p:cNvPr>
          <p:cNvSpPr>
            <a:spLocks noGrp="1" noChangeArrowheads="1"/>
          </p:cNvSpPr>
          <p:nvPr>
            <p:ph idx="1"/>
          </p:nvPr>
        </p:nvSpPr>
        <p:spPr>
          <a:xfrm>
            <a:off x="0" y="1322731"/>
            <a:ext cx="9144000" cy="5019075"/>
          </a:xfrm>
          <a:solidFill>
            <a:schemeClr val="bg1"/>
          </a:solidFill>
        </p:spPr>
        <p:txBody>
          <a:bodyPr/>
          <a:lstStyle/>
          <a:p>
            <a:pPr>
              <a:lnSpc>
                <a:spcPct val="150000"/>
              </a:lnSpc>
            </a:pPr>
            <a:r>
              <a:rPr lang="en-US" sz="2800" b="1" dirty="0"/>
              <a:t>2.2 Problem Statement</a:t>
            </a:r>
          </a:p>
          <a:p>
            <a:pPr>
              <a:lnSpc>
                <a:spcPct val="150000"/>
              </a:lnSpc>
            </a:pPr>
            <a:r>
              <a:rPr lang="en-US" sz="2800" dirty="0"/>
              <a:t>Be VERY CLEAR</a:t>
            </a:r>
          </a:p>
          <a:p>
            <a:pPr>
              <a:lnSpc>
                <a:spcPct val="150000"/>
              </a:lnSpc>
            </a:pPr>
            <a:r>
              <a:rPr lang="en-US" sz="2800" b="1" dirty="0"/>
              <a:t>Example:</a:t>
            </a:r>
          </a:p>
          <a:p>
            <a:pPr>
              <a:lnSpc>
                <a:spcPct val="150000"/>
              </a:lnSpc>
            </a:pPr>
            <a:r>
              <a:rPr lang="en-US" sz="2800" dirty="0"/>
              <a:t>Currently, NSW IT Support lacks an automated ticket </a:t>
            </a:r>
            <a:r>
              <a:rPr lang="en-US" sz="2800" dirty="0" err="1"/>
              <a:t>prioritisation</a:t>
            </a:r>
            <a:r>
              <a:rPr lang="en-US" sz="2800" dirty="0"/>
              <a:t> system, leading to inefficient handling of support requests. This results in delayed responses, reduced customer satisfaction, and increased workload for support engineers.</a:t>
            </a:r>
          </a:p>
        </p:txBody>
      </p:sp>
      <p:sp>
        <p:nvSpPr>
          <p:cNvPr id="2" name="Footer Placeholder 1">
            <a:extLst>
              <a:ext uri="{FF2B5EF4-FFF2-40B4-BE49-F238E27FC236}">
                <a16:creationId xmlns:a16="http://schemas.microsoft.com/office/drawing/2014/main" id="{22A360DA-CA2A-A2EA-D754-9016B614EEF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29002BB-C008-93E6-962B-623BEB4A9D1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19</a:t>
            </a:fld>
            <a:endParaRPr lang="en-US" altLang="en-US" sz="900">
              <a:solidFill>
                <a:srgbClr val="FFFFFF"/>
              </a:solidFill>
            </a:endParaRPr>
          </a:p>
        </p:txBody>
      </p:sp>
      <p:pic>
        <p:nvPicPr>
          <p:cNvPr id="22534" name="Picture 5">
            <a:extLst>
              <a:ext uri="{FF2B5EF4-FFF2-40B4-BE49-F238E27FC236}">
                <a16:creationId xmlns:a16="http://schemas.microsoft.com/office/drawing/2014/main" id="{6CA9F932-3D5C-30FA-D09F-12B8C83B84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240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603B6-3969-0099-CD6B-70CDDAAABD8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7A11AAC-D5C1-085B-5BB3-EDF6084474A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9FA4DAD1-8CF5-9841-C4F9-1C86C6EFE9B9}"/>
              </a:ext>
            </a:extLst>
          </p:cNvPr>
          <p:cNvSpPr>
            <a:spLocks noGrp="1" noChangeArrowheads="1"/>
          </p:cNvSpPr>
          <p:nvPr>
            <p:ph idx="1"/>
          </p:nvPr>
        </p:nvSpPr>
        <p:spPr>
          <a:xfrm>
            <a:off x="0" y="1322731"/>
            <a:ext cx="9144000" cy="5019075"/>
          </a:xfrm>
          <a:solidFill>
            <a:schemeClr val="bg1"/>
          </a:solidFill>
        </p:spPr>
        <p:txBody>
          <a:bodyPr/>
          <a:lstStyle/>
          <a:p>
            <a:pPr>
              <a:lnSpc>
                <a:spcPct val="150000"/>
              </a:lnSpc>
            </a:pPr>
            <a:r>
              <a:rPr lang="en-US" sz="2800" dirty="0"/>
              <a:t>Add numbers if possible:</a:t>
            </a:r>
          </a:p>
          <a:p>
            <a:pPr>
              <a:lnSpc>
                <a:spcPct val="150000"/>
              </a:lnSpc>
            </a:pPr>
            <a:r>
              <a:rPr lang="en-US" sz="2800" dirty="0"/>
              <a:t>- delays </a:t>
            </a:r>
          </a:p>
          <a:p>
            <a:pPr>
              <a:lnSpc>
                <a:spcPct val="150000"/>
              </a:lnSpc>
            </a:pPr>
            <a:r>
              <a:rPr lang="en-US" sz="2800" dirty="0"/>
              <a:t>- response time </a:t>
            </a:r>
          </a:p>
          <a:p>
            <a:pPr>
              <a:lnSpc>
                <a:spcPct val="150000"/>
              </a:lnSpc>
            </a:pPr>
            <a:r>
              <a:rPr lang="en-US" sz="2800" dirty="0"/>
              <a:t>- ticket volume </a:t>
            </a:r>
          </a:p>
        </p:txBody>
      </p:sp>
      <p:sp>
        <p:nvSpPr>
          <p:cNvPr id="2" name="Footer Placeholder 1">
            <a:extLst>
              <a:ext uri="{FF2B5EF4-FFF2-40B4-BE49-F238E27FC236}">
                <a16:creationId xmlns:a16="http://schemas.microsoft.com/office/drawing/2014/main" id="{B218D028-FCDC-B66B-7EF6-195029257C8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19E4160-492E-8684-9FA7-03905237A27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20</a:t>
            </a:fld>
            <a:endParaRPr lang="en-US" altLang="en-US" sz="900">
              <a:solidFill>
                <a:srgbClr val="FFFFFF"/>
              </a:solidFill>
            </a:endParaRPr>
          </a:p>
        </p:txBody>
      </p:sp>
      <p:pic>
        <p:nvPicPr>
          <p:cNvPr id="22534" name="Picture 5">
            <a:extLst>
              <a:ext uri="{FF2B5EF4-FFF2-40B4-BE49-F238E27FC236}">
                <a16:creationId xmlns:a16="http://schemas.microsoft.com/office/drawing/2014/main" id="{7B8F4911-B5AD-0302-C044-0EF4C09AE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8074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0C4D7-C003-F625-295F-79B5A70401D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E04965C-C8F2-A289-A5C6-F0E2B9BE873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BC981EF5-E242-A27F-5A92-3037334425C2}"/>
              </a:ext>
            </a:extLst>
          </p:cNvPr>
          <p:cNvSpPr>
            <a:spLocks noGrp="1" noChangeArrowheads="1"/>
          </p:cNvSpPr>
          <p:nvPr>
            <p:ph idx="1"/>
          </p:nvPr>
        </p:nvSpPr>
        <p:spPr>
          <a:xfrm>
            <a:off x="0" y="1322731"/>
            <a:ext cx="9144000" cy="5019075"/>
          </a:xfrm>
          <a:solidFill>
            <a:schemeClr val="bg1"/>
          </a:solidFill>
        </p:spPr>
        <p:txBody>
          <a:bodyPr/>
          <a:lstStyle/>
          <a:p>
            <a:pPr>
              <a:lnSpc>
                <a:spcPct val="150000"/>
              </a:lnSpc>
            </a:pPr>
            <a:r>
              <a:rPr lang="en-US" sz="2800" b="1" dirty="0"/>
              <a:t>2.3 Objectives (SMART)</a:t>
            </a:r>
          </a:p>
          <a:p>
            <a:pPr>
              <a:lnSpc>
                <a:spcPct val="150000"/>
              </a:lnSpc>
            </a:pPr>
            <a:r>
              <a:rPr lang="en-US" sz="2800" b="1" dirty="0"/>
              <a:t>Example:</a:t>
            </a:r>
          </a:p>
          <a:p>
            <a:pPr>
              <a:lnSpc>
                <a:spcPct val="150000"/>
              </a:lnSpc>
            </a:pPr>
            <a:r>
              <a:rPr lang="en-US" sz="2800" dirty="0"/>
              <a:t>- Reduce ticket response time by 40% within 6 months </a:t>
            </a:r>
          </a:p>
          <a:p>
            <a:pPr>
              <a:lnSpc>
                <a:spcPct val="150000"/>
              </a:lnSpc>
            </a:pPr>
            <a:r>
              <a:rPr lang="en-US" sz="2800" dirty="0"/>
              <a:t>- Implement AI-based ticket classification system </a:t>
            </a:r>
          </a:p>
          <a:p>
            <a:pPr>
              <a:lnSpc>
                <a:spcPct val="150000"/>
              </a:lnSpc>
            </a:pPr>
            <a:r>
              <a:rPr lang="en-US" sz="2800" dirty="0"/>
              <a:t>- Improve customer satisfaction ratings by 25%</a:t>
            </a:r>
          </a:p>
        </p:txBody>
      </p:sp>
      <p:sp>
        <p:nvSpPr>
          <p:cNvPr id="2" name="Footer Placeholder 1">
            <a:extLst>
              <a:ext uri="{FF2B5EF4-FFF2-40B4-BE49-F238E27FC236}">
                <a16:creationId xmlns:a16="http://schemas.microsoft.com/office/drawing/2014/main" id="{89165AB9-8D74-CBCF-701C-07A48F0AAB5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8167870-B911-D182-AFA3-558BECC113E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21</a:t>
            </a:fld>
            <a:endParaRPr lang="en-US" altLang="en-US" sz="900">
              <a:solidFill>
                <a:srgbClr val="FFFFFF"/>
              </a:solidFill>
            </a:endParaRPr>
          </a:p>
        </p:txBody>
      </p:sp>
      <p:pic>
        <p:nvPicPr>
          <p:cNvPr id="22534" name="Picture 5">
            <a:extLst>
              <a:ext uri="{FF2B5EF4-FFF2-40B4-BE49-F238E27FC236}">
                <a16:creationId xmlns:a16="http://schemas.microsoft.com/office/drawing/2014/main" id="{A68F0DD5-C6BE-1D34-53AC-9CFE6B6BC2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8131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BBD9B-5FFB-BFA3-5CE2-BBBF1BED093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DBF828A-801D-036D-8FA7-90748509CD9D}"/>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84653B33-3A65-EE34-91B4-D13D72315B85}"/>
              </a:ext>
            </a:extLst>
          </p:cNvPr>
          <p:cNvSpPr>
            <a:spLocks noGrp="1" noChangeArrowheads="1"/>
          </p:cNvSpPr>
          <p:nvPr>
            <p:ph idx="1"/>
          </p:nvPr>
        </p:nvSpPr>
        <p:spPr>
          <a:xfrm>
            <a:off x="0" y="1322731"/>
            <a:ext cx="9144000" cy="5136807"/>
          </a:xfrm>
          <a:solidFill>
            <a:schemeClr val="bg1"/>
          </a:solidFill>
        </p:spPr>
        <p:txBody>
          <a:bodyPr/>
          <a:lstStyle/>
          <a:p>
            <a:pPr>
              <a:lnSpc>
                <a:spcPct val="150000"/>
              </a:lnSpc>
            </a:pPr>
            <a:r>
              <a:rPr lang="en-US" sz="2800" b="1" dirty="0"/>
              <a:t>SECTION 3: Solution Proposal</a:t>
            </a:r>
          </a:p>
          <a:p>
            <a:pPr>
              <a:lnSpc>
                <a:spcPct val="150000"/>
              </a:lnSpc>
            </a:pPr>
            <a:r>
              <a:rPr lang="en-US" sz="2800" b="1" dirty="0"/>
              <a:t>3.1 Solution Overview</a:t>
            </a:r>
          </a:p>
          <a:p>
            <a:pPr>
              <a:lnSpc>
                <a:spcPct val="150000"/>
              </a:lnSpc>
            </a:pPr>
            <a:r>
              <a:rPr lang="en-US" sz="2800" dirty="0"/>
              <a:t>Explain your idea clearly</a:t>
            </a:r>
          </a:p>
          <a:p>
            <a:pPr>
              <a:lnSpc>
                <a:spcPct val="150000"/>
              </a:lnSpc>
            </a:pPr>
            <a:r>
              <a:rPr lang="en-US" sz="2800" b="1" dirty="0"/>
              <a:t>Example:</a:t>
            </a:r>
          </a:p>
          <a:p>
            <a:pPr>
              <a:lnSpc>
                <a:spcPct val="150000"/>
              </a:lnSpc>
            </a:pPr>
            <a:r>
              <a:rPr lang="en-US" sz="2800" dirty="0"/>
              <a:t>The proposed solution is a cloud-based IT ticketing system integrated with AI to automatically </a:t>
            </a:r>
            <a:r>
              <a:rPr lang="en-US" sz="2800" dirty="0" err="1"/>
              <a:t>categorise</a:t>
            </a:r>
            <a:r>
              <a:rPr lang="en-US" sz="2800" dirty="0"/>
              <a:t> and </a:t>
            </a:r>
            <a:r>
              <a:rPr lang="en-US" sz="2800" dirty="0" err="1"/>
              <a:t>prioritise</a:t>
            </a:r>
            <a:r>
              <a:rPr lang="en-US" sz="2800" dirty="0"/>
              <a:t> support requests based on urgency and impact.</a:t>
            </a:r>
          </a:p>
        </p:txBody>
      </p:sp>
      <p:sp>
        <p:nvSpPr>
          <p:cNvPr id="2" name="Footer Placeholder 1">
            <a:extLst>
              <a:ext uri="{FF2B5EF4-FFF2-40B4-BE49-F238E27FC236}">
                <a16:creationId xmlns:a16="http://schemas.microsoft.com/office/drawing/2014/main" id="{3829DBBC-BDA1-3AE4-E6C3-79F70E851C7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D517AE1-2549-183D-E72B-3011F246DC6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22</a:t>
            </a:fld>
            <a:endParaRPr lang="en-US" altLang="en-US" sz="900">
              <a:solidFill>
                <a:srgbClr val="FFFFFF"/>
              </a:solidFill>
            </a:endParaRPr>
          </a:p>
        </p:txBody>
      </p:sp>
      <p:pic>
        <p:nvPicPr>
          <p:cNvPr id="22534" name="Picture 5">
            <a:extLst>
              <a:ext uri="{FF2B5EF4-FFF2-40B4-BE49-F238E27FC236}">
                <a16:creationId xmlns:a16="http://schemas.microsoft.com/office/drawing/2014/main" id="{3898D79A-BB75-54B4-1ADC-C7ED88BDC6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6731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38288-1244-12E8-20E7-314A11480F9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B90D3B1-39A3-C4F5-6708-2B9C3901E7B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D63AB28-9E24-7B0D-480E-546CC7FC4A75}"/>
              </a:ext>
            </a:extLst>
          </p:cNvPr>
          <p:cNvSpPr>
            <a:spLocks noGrp="1" noChangeArrowheads="1"/>
          </p:cNvSpPr>
          <p:nvPr>
            <p:ph idx="1"/>
          </p:nvPr>
        </p:nvSpPr>
        <p:spPr>
          <a:xfrm>
            <a:off x="0" y="1322731"/>
            <a:ext cx="9144000" cy="3323011"/>
          </a:xfrm>
          <a:solidFill>
            <a:schemeClr val="bg1"/>
          </a:solidFill>
        </p:spPr>
        <p:txBody>
          <a:bodyPr/>
          <a:lstStyle/>
          <a:p>
            <a:r>
              <a:rPr lang="fr-FR" sz="2800" dirty="0"/>
              <a:t>Mention trends:</a:t>
            </a:r>
          </a:p>
          <a:p>
            <a:r>
              <a:rPr lang="fr-FR" sz="2800" dirty="0"/>
              <a:t>- AI </a:t>
            </a:r>
          </a:p>
          <a:p>
            <a:r>
              <a:rPr lang="fr-FR" sz="2800" dirty="0"/>
              <a:t>- Cloud </a:t>
            </a:r>
          </a:p>
          <a:p>
            <a:r>
              <a:rPr lang="fr-FR" sz="2800" dirty="0"/>
              <a:t>- Automation</a:t>
            </a:r>
          </a:p>
        </p:txBody>
      </p:sp>
      <p:sp>
        <p:nvSpPr>
          <p:cNvPr id="2" name="Footer Placeholder 1">
            <a:extLst>
              <a:ext uri="{FF2B5EF4-FFF2-40B4-BE49-F238E27FC236}">
                <a16:creationId xmlns:a16="http://schemas.microsoft.com/office/drawing/2014/main" id="{F3A6FE8F-733A-06E7-40FF-610A64414EE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0016963-9C3C-F086-CAF3-49648D2F0CF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23</a:t>
            </a:fld>
            <a:endParaRPr lang="en-US" altLang="en-US" sz="900">
              <a:solidFill>
                <a:srgbClr val="FFFFFF"/>
              </a:solidFill>
            </a:endParaRPr>
          </a:p>
        </p:txBody>
      </p:sp>
      <p:pic>
        <p:nvPicPr>
          <p:cNvPr id="22534" name="Picture 5">
            <a:extLst>
              <a:ext uri="{FF2B5EF4-FFF2-40B4-BE49-F238E27FC236}">
                <a16:creationId xmlns:a16="http://schemas.microsoft.com/office/drawing/2014/main" id="{DCAC6FAE-1037-BF45-2104-59F3ADFE8C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2710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C9004-CBCE-B420-CCD2-BC7718347CD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B540A13-D6B5-35B1-DC1F-FCB46C333353}"/>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F8F5ECC8-FDFE-31A5-8E2B-566C8EB2E656}"/>
              </a:ext>
            </a:extLst>
          </p:cNvPr>
          <p:cNvSpPr>
            <a:spLocks noGrp="1" noChangeArrowheads="1"/>
          </p:cNvSpPr>
          <p:nvPr>
            <p:ph idx="1"/>
          </p:nvPr>
        </p:nvSpPr>
        <p:spPr>
          <a:xfrm>
            <a:off x="0" y="1322731"/>
            <a:ext cx="9144000" cy="4922494"/>
          </a:xfrm>
          <a:solidFill>
            <a:schemeClr val="bg1"/>
          </a:solidFill>
        </p:spPr>
        <p:txBody>
          <a:bodyPr/>
          <a:lstStyle/>
          <a:p>
            <a:pPr>
              <a:lnSpc>
                <a:spcPct val="150000"/>
              </a:lnSpc>
            </a:pPr>
            <a:r>
              <a:rPr lang="en-US" sz="2800" b="1" dirty="0"/>
              <a:t>3.2 Functional Requirements</a:t>
            </a:r>
          </a:p>
          <a:p>
            <a:pPr>
              <a:lnSpc>
                <a:spcPct val="150000"/>
              </a:lnSpc>
            </a:pPr>
            <a:r>
              <a:rPr lang="en-US" sz="2800" dirty="0"/>
              <a:t>Write like this:</a:t>
            </a:r>
          </a:p>
          <a:p>
            <a:pPr>
              <a:lnSpc>
                <a:spcPct val="150000"/>
              </a:lnSpc>
            </a:pPr>
            <a:r>
              <a:rPr lang="en-US" sz="2800" dirty="0"/>
              <a:t>- Users can submit support tickets </a:t>
            </a:r>
          </a:p>
          <a:p>
            <a:pPr>
              <a:lnSpc>
                <a:spcPct val="150000"/>
              </a:lnSpc>
            </a:pPr>
            <a:r>
              <a:rPr lang="en-US" sz="2800" dirty="0"/>
              <a:t>- System </a:t>
            </a:r>
            <a:r>
              <a:rPr lang="en-US" sz="2800" dirty="0" err="1"/>
              <a:t>categorises</a:t>
            </a:r>
            <a:r>
              <a:rPr lang="en-US" sz="2800" dirty="0"/>
              <a:t> tickets automatically </a:t>
            </a:r>
          </a:p>
          <a:p>
            <a:pPr>
              <a:lnSpc>
                <a:spcPct val="150000"/>
              </a:lnSpc>
            </a:pPr>
            <a:r>
              <a:rPr lang="en-US" sz="2800" dirty="0"/>
              <a:t>- Engineers receive priority alerts </a:t>
            </a:r>
          </a:p>
          <a:p>
            <a:pPr>
              <a:lnSpc>
                <a:spcPct val="150000"/>
              </a:lnSpc>
            </a:pPr>
            <a:r>
              <a:rPr lang="en-US" sz="2800" dirty="0"/>
              <a:t>- Dashboard shows ticket status</a:t>
            </a:r>
          </a:p>
        </p:txBody>
      </p:sp>
      <p:sp>
        <p:nvSpPr>
          <p:cNvPr id="2" name="Footer Placeholder 1">
            <a:extLst>
              <a:ext uri="{FF2B5EF4-FFF2-40B4-BE49-F238E27FC236}">
                <a16:creationId xmlns:a16="http://schemas.microsoft.com/office/drawing/2014/main" id="{D59B99B2-2462-7E46-A276-EA5A8DC66ED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38A21B5-721F-41BD-3460-DD0088D4B59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24</a:t>
            </a:fld>
            <a:endParaRPr lang="en-US" altLang="en-US" sz="900">
              <a:solidFill>
                <a:srgbClr val="FFFFFF"/>
              </a:solidFill>
            </a:endParaRPr>
          </a:p>
        </p:txBody>
      </p:sp>
      <p:pic>
        <p:nvPicPr>
          <p:cNvPr id="22534" name="Picture 5">
            <a:extLst>
              <a:ext uri="{FF2B5EF4-FFF2-40B4-BE49-F238E27FC236}">
                <a16:creationId xmlns:a16="http://schemas.microsoft.com/office/drawing/2014/main" id="{FE2969D4-18AB-3AF0-6835-74134BEDDE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2128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9CB42-E4B4-746F-760B-F589DD25DAA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F4215C2-9E60-5C01-1C01-481474A70C2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A82A4899-2EC7-3D29-14D5-46B4FCF4CD74}"/>
              </a:ext>
            </a:extLst>
          </p:cNvPr>
          <p:cNvSpPr>
            <a:spLocks noGrp="1" noChangeArrowheads="1"/>
          </p:cNvSpPr>
          <p:nvPr>
            <p:ph idx="1"/>
          </p:nvPr>
        </p:nvSpPr>
        <p:spPr>
          <a:xfrm>
            <a:off x="0" y="1322731"/>
            <a:ext cx="9144000" cy="4922494"/>
          </a:xfrm>
          <a:solidFill>
            <a:schemeClr val="bg1"/>
          </a:solidFill>
        </p:spPr>
        <p:txBody>
          <a:bodyPr/>
          <a:lstStyle/>
          <a:p>
            <a:pPr>
              <a:lnSpc>
                <a:spcPct val="150000"/>
              </a:lnSpc>
            </a:pPr>
            <a:r>
              <a:rPr lang="en-US" sz="2800" dirty="0"/>
              <a:t>OR use User Story:</a:t>
            </a:r>
          </a:p>
          <a:p>
            <a:pPr>
              <a:lnSpc>
                <a:spcPct val="150000"/>
              </a:lnSpc>
            </a:pPr>
            <a:r>
              <a:rPr lang="en-US" sz="2800" dirty="0"/>
              <a:t>As a client, I want to submit a ticket so that my issue is resolved quickly.</a:t>
            </a:r>
          </a:p>
        </p:txBody>
      </p:sp>
      <p:sp>
        <p:nvSpPr>
          <p:cNvPr id="2" name="Footer Placeholder 1">
            <a:extLst>
              <a:ext uri="{FF2B5EF4-FFF2-40B4-BE49-F238E27FC236}">
                <a16:creationId xmlns:a16="http://schemas.microsoft.com/office/drawing/2014/main" id="{EC356396-33F3-B65A-3E75-35FD1A98611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9E968FF-E353-AAD6-F0A5-7F05421EBBF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25</a:t>
            </a:fld>
            <a:endParaRPr lang="en-US" altLang="en-US" sz="900">
              <a:solidFill>
                <a:srgbClr val="FFFFFF"/>
              </a:solidFill>
            </a:endParaRPr>
          </a:p>
        </p:txBody>
      </p:sp>
      <p:pic>
        <p:nvPicPr>
          <p:cNvPr id="22534" name="Picture 5">
            <a:extLst>
              <a:ext uri="{FF2B5EF4-FFF2-40B4-BE49-F238E27FC236}">
                <a16:creationId xmlns:a16="http://schemas.microsoft.com/office/drawing/2014/main" id="{7345D5EE-0384-FE85-F74A-E1E0405EF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25048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73F1-FBCC-F5C7-FAC1-AAA08B19511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0061F41-401A-2730-087D-615CE201766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B8EA060D-653B-4295-AEAB-14DD4C20609E}"/>
              </a:ext>
            </a:extLst>
          </p:cNvPr>
          <p:cNvSpPr>
            <a:spLocks noGrp="1" noChangeArrowheads="1"/>
          </p:cNvSpPr>
          <p:nvPr>
            <p:ph idx="1"/>
          </p:nvPr>
        </p:nvSpPr>
        <p:spPr>
          <a:xfrm>
            <a:off x="0" y="1322731"/>
            <a:ext cx="9144000" cy="4922494"/>
          </a:xfrm>
          <a:solidFill>
            <a:schemeClr val="bg1"/>
          </a:solidFill>
        </p:spPr>
        <p:txBody>
          <a:bodyPr/>
          <a:lstStyle/>
          <a:p>
            <a:pPr>
              <a:lnSpc>
                <a:spcPct val="150000"/>
              </a:lnSpc>
            </a:pPr>
            <a:r>
              <a:rPr lang="en-US" sz="2800" b="1" dirty="0"/>
              <a:t>3.3 Non-Functional Requirements</a:t>
            </a:r>
          </a:p>
          <a:p>
            <a:pPr>
              <a:lnSpc>
                <a:spcPct val="150000"/>
              </a:lnSpc>
            </a:pPr>
            <a:r>
              <a:rPr lang="en-US" sz="2800" dirty="0"/>
              <a:t>Examples:</a:t>
            </a:r>
          </a:p>
          <a:p>
            <a:pPr>
              <a:lnSpc>
                <a:spcPct val="150000"/>
              </a:lnSpc>
            </a:pPr>
            <a:r>
              <a:rPr lang="en-US" sz="2800" dirty="0"/>
              <a:t>- Performance → system responds &lt; 2 seconds </a:t>
            </a:r>
          </a:p>
          <a:p>
            <a:pPr>
              <a:lnSpc>
                <a:spcPct val="150000"/>
              </a:lnSpc>
            </a:pPr>
            <a:r>
              <a:rPr lang="en-US" sz="2800" dirty="0"/>
              <a:t>- Security → encrypted data </a:t>
            </a:r>
          </a:p>
          <a:p>
            <a:pPr>
              <a:lnSpc>
                <a:spcPct val="150000"/>
              </a:lnSpc>
            </a:pPr>
            <a:r>
              <a:rPr lang="en-US" sz="2800" dirty="0"/>
              <a:t>- Scalability → supports 1000+ users </a:t>
            </a:r>
          </a:p>
          <a:p>
            <a:pPr>
              <a:lnSpc>
                <a:spcPct val="150000"/>
              </a:lnSpc>
            </a:pPr>
            <a:r>
              <a:rPr lang="en-US" sz="2800" dirty="0"/>
              <a:t>- Reliability → 99.9% uptime</a:t>
            </a:r>
          </a:p>
        </p:txBody>
      </p:sp>
      <p:sp>
        <p:nvSpPr>
          <p:cNvPr id="2" name="Footer Placeholder 1">
            <a:extLst>
              <a:ext uri="{FF2B5EF4-FFF2-40B4-BE49-F238E27FC236}">
                <a16:creationId xmlns:a16="http://schemas.microsoft.com/office/drawing/2014/main" id="{0A003CFA-AE08-F923-C0BD-62085414627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1347C26-7C6D-4017-DFCA-C89A2269C6D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26</a:t>
            </a:fld>
            <a:endParaRPr lang="en-US" altLang="en-US" sz="900">
              <a:solidFill>
                <a:srgbClr val="FFFFFF"/>
              </a:solidFill>
            </a:endParaRPr>
          </a:p>
        </p:txBody>
      </p:sp>
      <p:pic>
        <p:nvPicPr>
          <p:cNvPr id="22534" name="Picture 5">
            <a:extLst>
              <a:ext uri="{FF2B5EF4-FFF2-40B4-BE49-F238E27FC236}">
                <a16:creationId xmlns:a16="http://schemas.microsoft.com/office/drawing/2014/main" id="{B5AFDBF3-5FBD-0BC2-C219-E032DEB224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90641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8A8CD-AD21-E25A-8B2F-2C3D50D9163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36D635A-278B-45EE-E237-03018A4D884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7AF90563-093B-720C-5DA4-D665D6B7D92D}"/>
              </a:ext>
            </a:extLst>
          </p:cNvPr>
          <p:cNvSpPr>
            <a:spLocks noGrp="1" noChangeArrowheads="1"/>
          </p:cNvSpPr>
          <p:nvPr>
            <p:ph idx="1"/>
          </p:nvPr>
        </p:nvSpPr>
        <p:spPr>
          <a:xfrm>
            <a:off x="0" y="1322730"/>
            <a:ext cx="9144000" cy="5535269"/>
          </a:xfrm>
          <a:solidFill>
            <a:schemeClr val="bg1"/>
          </a:solidFill>
        </p:spPr>
        <p:txBody>
          <a:bodyPr/>
          <a:lstStyle/>
          <a:p>
            <a:pPr>
              <a:lnSpc>
                <a:spcPct val="150000"/>
              </a:lnSpc>
            </a:pPr>
            <a:r>
              <a:rPr lang="en-US" sz="2800" b="1" dirty="0"/>
              <a:t>3.4 Sustainability (VERY IMPORTANT - SLO4)</a:t>
            </a:r>
          </a:p>
          <a:p>
            <a:pPr>
              <a:lnSpc>
                <a:spcPct val="150000"/>
              </a:lnSpc>
            </a:pPr>
            <a:r>
              <a:rPr lang="en-US" sz="2800" dirty="0"/>
              <a:t>MUST include 3 types:</a:t>
            </a:r>
          </a:p>
          <a:p>
            <a:pPr>
              <a:lnSpc>
                <a:spcPct val="150000"/>
              </a:lnSpc>
            </a:pPr>
            <a:r>
              <a:rPr lang="en-US" sz="2800" dirty="0"/>
              <a:t>Environmental:</a:t>
            </a:r>
          </a:p>
          <a:p>
            <a:pPr>
              <a:lnSpc>
                <a:spcPct val="150000"/>
              </a:lnSpc>
            </a:pPr>
            <a:r>
              <a:rPr lang="en-US" sz="2800" dirty="0"/>
              <a:t>- Cloud reduces hardware usage </a:t>
            </a:r>
          </a:p>
          <a:p>
            <a:pPr>
              <a:lnSpc>
                <a:spcPct val="150000"/>
              </a:lnSpc>
            </a:pPr>
            <a:r>
              <a:rPr lang="en-US" sz="2800" dirty="0"/>
              <a:t>Social:</a:t>
            </a:r>
          </a:p>
          <a:p>
            <a:pPr>
              <a:lnSpc>
                <a:spcPct val="150000"/>
              </a:lnSpc>
            </a:pPr>
            <a:r>
              <a:rPr lang="en-US" sz="2800" dirty="0"/>
              <a:t>- Accessible UI </a:t>
            </a:r>
          </a:p>
          <a:p>
            <a:pPr>
              <a:lnSpc>
                <a:spcPct val="150000"/>
              </a:lnSpc>
            </a:pPr>
            <a:r>
              <a:rPr lang="en-US" sz="2800" dirty="0"/>
              <a:t>- Fair AI (no bias)</a:t>
            </a:r>
          </a:p>
        </p:txBody>
      </p:sp>
      <p:sp>
        <p:nvSpPr>
          <p:cNvPr id="2" name="Footer Placeholder 1">
            <a:extLst>
              <a:ext uri="{FF2B5EF4-FFF2-40B4-BE49-F238E27FC236}">
                <a16:creationId xmlns:a16="http://schemas.microsoft.com/office/drawing/2014/main" id="{54DA0D73-2F43-FF64-2F8B-91E33FA1D0E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FEDB0F9-837C-24AF-3B95-D03D7682984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27</a:t>
            </a:fld>
            <a:endParaRPr lang="en-US" altLang="en-US" sz="900">
              <a:solidFill>
                <a:srgbClr val="FFFFFF"/>
              </a:solidFill>
            </a:endParaRPr>
          </a:p>
        </p:txBody>
      </p:sp>
      <p:pic>
        <p:nvPicPr>
          <p:cNvPr id="22534" name="Picture 5">
            <a:extLst>
              <a:ext uri="{FF2B5EF4-FFF2-40B4-BE49-F238E27FC236}">
                <a16:creationId xmlns:a16="http://schemas.microsoft.com/office/drawing/2014/main" id="{D004EE09-66ED-476D-E751-E6477B542A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7456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D34D7-272C-721A-98F6-750A6D90C6A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8613CEC-BE36-8719-5F96-EBC2A3427B6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B2FE185E-72A6-D431-1193-FCC0BDEA6F23}"/>
              </a:ext>
            </a:extLst>
          </p:cNvPr>
          <p:cNvSpPr>
            <a:spLocks noGrp="1" noChangeArrowheads="1"/>
          </p:cNvSpPr>
          <p:nvPr>
            <p:ph idx="1"/>
          </p:nvPr>
        </p:nvSpPr>
        <p:spPr>
          <a:xfrm>
            <a:off x="0" y="1322731"/>
            <a:ext cx="9144000" cy="4635618"/>
          </a:xfrm>
          <a:solidFill>
            <a:schemeClr val="bg1"/>
          </a:solidFill>
        </p:spPr>
        <p:txBody>
          <a:bodyPr/>
          <a:lstStyle/>
          <a:p>
            <a:pPr>
              <a:lnSpc>
                <a:spcPct val="150000"/>
              </a:lnSpc>
            </a:pPr>
            <a:r>
              <a:rPr lang="en-US" sz="2800" dirty="0"/>
              <a:t>Economic:</a:t>
            </a:r>
          </a:p>
          <a:p>
            <a:pPr>
              <a:lnSpc>
                <a:spcPct val="150000"/>
              </a:lnSpc>
            </a:pPr>
            <a:r>
              <a:rPr lang="en-US" sz="2800" dirty="0"/>
              <a:t>- Reduces operational cost</a:t>
            </a:r>
          </a:p>
        </p:txBody>
      </p:sp>
      <p:sp>
        <p:nvSpPr>
          <p:cNvPr id="2" name="Footer Placeholder 1">
            <a:extLst>
              <a:ext uri="{FF2B5EF4-FFF2-40B4-BE49-F238E27FC236}">
                <a16:creationId xmlns:a16="http://schemas.microsoft.com/office/drawing/2014/main" id="{E418E8CA-89A6-24B6-4E2D-C6F2C7B2AE9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F0DA631-5FA7-AAC0-CC7F-1CD08549035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28</a:t>
            </a:fld>
            <a:endParaRPr lang="en-US" altLang="en-US" sz="900">
              <a:solidFill>
                <a:srgbClr val="FFFFFF"/>
              </a:solidFill>
            </a:endParaRPr>
          </a:p>
        </p:txBody>
      </p:sp>
      <p:pic>
        <p:nvPicPr>
          <p:cNvPr id="22534" name="Picture 5">
            <a:extLst>
              <a:ext uri="{FF2B5EF4-FFF2-40B4-BE49-F238E27FC236}">
                <a16:creationId xmlns:a16="http://schemas.microsoft.com/office/drawing/2014/main" id="{F8C34ED2-838A-B821-2BE5-8B8B5479D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2663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45701-5BD4-426B-CFEB-7CABDE8E9D1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2A1CAFC-581D-444E-B671-76AD1C11FB40}"/>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8F36EAAE-B857-92E2-9484-CFDC76E23F6D}"/>
              </a:ext>
            </a:extLst>
          </p:cNvPr>
          <p:cNvSpPr>
            <a:spLocks noGrp="1" noChangeArrowheads="1"/>
          </p:cNvSpPr>
          <p:nvPr>
            <p:ph idx="1"/>
          </p:nvPr>
        </p:nvSpPr>
        <p:spPr>
          <a:xfrm>
            <a:off x="0" y="1322731"/>
            <a:ext cx="9144000" cy="5501932"/>
          </a:xfrm>
          <a:solidFill>
            <a:schemeClr val="bg1"/>
          </a:solidFill>
        </p:spPr>
        <p:txBody>
          <a:bodyPr/>
          <a:lstStyle/>
          <a:p>
            <a:pPr>
              <a:lnSpc>
                <a:spcPct val="150000"/>
              </a:lnSpc>
            </a:pPr>
            <a:r>
              <a:rPr lang="en-US" sz="2300" b="1" dirty="0"/>
              <a:t>SECTION 4: Design &amp; Methodology</a:t>
            </a:r>
          </a:p>
          <a:p>
            <a:pPr>
              <a:lnSpc>
                <a:spcPct val="150000"/>
              </a:lnSpc>
            </a:pPr>
            <a:r>
              <a:rPr lang="en-US" sz="2300" b="1" dirty="0"/>
              <a:t>4.1 High-Level Design</a:t>
            </a:r>
          </a:p>
          <a:p>
            <a:pPr>
              <a:lnSpc>
                <a:spcPct val="150000"/>
              </a:lnSpc>
            </a:pPr>
            <a:r>
              <a:rPr lang="en-US" sz="2300" dirty="0"/>
              <a:t>Draw diagram (VERY IMPORTANT)</a:t>
            </a:r>
          </a:p>
          <a:p>
            <a:pPr>
              <a:lnSpc>
                <a:spcPct val="150000"/>
              </a:lnSpc>
            </a:pPr>
            <a:r>
              <a:rPr lang="en-US" sz="2300" dirty="0"/>
              <a:t>Components:</a:t>
            </a:r>
          </a:p>
          <a:p>
            <a:pPr>
              <a:lnSpc>
                <a:spcPct val="150000"/>
              </a:lnSpc>
            </a:pPr>
            <a:r>
              <a:rPr lang="en-US" sz="2300" dirty="0"/>
              <a:t>- Frontend (web/app) </a:t>
            </a:r>
          </a:p>
          <a:p>
            <a:pPr>
              <a:lnSpc>
                <a:spcPct val="150000"/>
              </a:lnSpc>
            </a:pPr>
            <a:r>
              <a:rPr lang="en-US" sz="2300" dirty="0"/>
              <a:t>- Backend server </a:t>
            </a:r>
          </a:p>
          <a:p>
            <a:pPr>
              <a:lnSpc>
                <a:spcPct val="150000"/>
              </a:lnSpc>
            </a:pPr>
            <a:r>
              <a:rPr lang="en-US" sz="2300" dirty="0"/>
              <a:t>- Database </a:t>
            </a:r>
          </a:p>
          <a:p>
            <a:pPr>
              <a:lnSpc>
                <a:spcPct val="150000"/>
              </a:lnSpc>
            </a:pPr>
            <a:r>
              <a:rPr lang="en-US" sz="2300" dirty="0"/>
              <a:t>- AI module</a:t>
            </a:r>
          </a:p>
        </p:txBody>
      </p:sp>
      <p:sp>
        <p:nvSpPr>
          <p:cNvPr id="2" name="Footer Placeholder 1">
            <a:extLst>
              <a:ext uri="{FF2B5EF4-FFF2-40B4-BE49-F238E27FC236}">
                <a16:creationId xmlns:a16="http://schemas.microsoft.com/office/drawing/2014/main" id="{6E4AD17D-698C-5F58-745E-F322908CA1B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EE3054A-1F8F-9EDA-4AC4-B400917B9F2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29</a:t>
            </a:fld>
            <a:endParaRPr lang="en-US" altLang="en-US" sz="900">
              <a:solidFill>
                <a:srgbClr val="FFFFFF"/>
              </a:solidFill>
            </a:endParaRPr>
          </a:p>
        </p:txBody>
      </p:sp>
      <p:pic>
        <p:nvPicPr>
          <p:cNvPr id="22534" name="Picture 5">
            <a:extLst>
              <a:ext uri="{FF2B5EF4-FFF2-40B4-BE49-F238E27FC236}">
                <a16:creationId xmlns:a16="http://schemas.microsoft.com/office/drawing/2014/main" id="{BEFA04DA-9CD9-B531-42E0-4FB4754F23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6950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E4B62-CA77-58A6-7D8C-C2C993CB320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1B27A1A-29CA-3375-D879-A49CF3D4B9A5}"/>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7033C708-B303-23E2-7C85-25456755D122}"/>
              </a:ext>
            </a:extLst>
          </p:cNvPr>
          <p:cNvSpPr>
            <a:spLocks noGrp="1" noChangeArrowheads="1"/>
          </p:cNvSpPr>
          <p:nvPr>
            <p:ph idx="1"/>
          </p:nvPr>
        </p:nvSpPr>
        <p:spPr>
          <a:xfrm>
            <a:off x="0" y="1307983"/>
            <a:ext cx="9144000" cy="5501932"/>
          </a:xfrm>
          <a:solidFill>
            <a:schemeClr val="bg1"/>
          </a:solidFill>
        </p:spPr>
        <p:txBody>
          <a:bodyPr/>
          <a:lstStyle/>
          <a:p>
            <a:pPr>
              <a:lnSpc>
                <a:spcPct val="150000"/>
              </a:lnSpc>
            </a:pPr>
            <a:r>
              <a:rPr lang="en-US" sz="2800" b="1" dirty="0"/>
              <a:t>4.2 Data Model (ERD)</a:t>
            </a:r>
          </a:p>
          <a:p>
            <a:pPr>
              <a:lnSpc>
                <a:spcPct val="150000"/>
              </a:lnSpc>
            </a:pPr>
            <a:r>
              <a:rPr lang="en-US" sz="2800" dirty="0"/>
              <a:t>Entities example:</a:t>
            </a:r>
          </a:p>
          <a:p>
            <a:pPr>
              <a:lnSpc>
                <a:spcPct val="150000"/>
              </a:lnSpc>
            </a:pPr>
            <a:r>
              <a:rPr lang="en-US" sz="2800" dirty="0"/>
              <a:t>- User </a:t>
            </a:r>
          </a:p>
          <a:p>
            <a:pPr>
              <a:lnSpc>
                <a:spcPct val="150000"/>
              </a:lnSpc>
            </a:pPr>
            <a:r>
              <a:rPr lang="en-US" sz="2800" dirty="0"/>
              <a:t>- Ticket </a:t>
            </a:r>
          </a:p>
          <a:p>
            <a:pPr>
              <a:lnSpc>
                <a:spcPct val="150000"/>
              </a:lnSpc>
            </a:pPr>
            <a:r>
              <a:rPr lang="en-US" sz="2800" dirty="0"/>
              <a:t>- Technician </a:t>
            </a:r>
          </a:p>
          <a:p>
            <a:pPr>
              <a:lnSpc>
                <a:spcPct val="150000"/>
              </a:lnSpc>
            </a:pPr>
            <a:r>
              <a:rPr lang="en-US" sz="2800" dirty="0"/>
              <a:t>- Priority </a:t>
            </a:r>
          </a:p>
          <a:p>
            <a:pPr>
              <a:lnSpc>
                <a:spcPct val="150000"/>
              </a:lnSpc>
            </a:pPr>
            <a:r>
              <a:rPr lang="en-US" sz="2800" dirty="0"/>
              <a:t>Explain relationships</a:t>
            </a:r>
          </a:p>
        </p:txBody>
      </p:sp>
      <p:sp>
        <p:nvSpPr>
          <p:cNvPr id="2" name="Footer Placeholder 1">
            <a:extLst>
              <a:ext uri="{FF2B5EF4-FFF2-40B4-BE49-F238E27FC236}">
                <a16:creationId xmlns:a16="http://schemas.microsoft.com/office/drawing/2014/main" id="{ECA41ABA-C1CF-969F-1962-C0E546C897A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718A7D7-BCD9-F001-7A6F-2CA59C2937F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30</a:t>
            </a:fld>
            <a:endParaRPr lang="en-US" altLang="en-US" sz="900">
              <a:solidFill>
                <a:srgbClr val="FFFFFF"/>
              </a:solidFill>
            </a:endParaRPr>
          </a:p>
        </p:txBody>
      </p:sp>
      <p:pic>
        <p:nvPicPr>
          <p:cNvPr id="22534" name="Picture 5">
            <a:extLst>
              <a:ext uri="{FF2B5EF4-FFF2-40B4-BE49-F238E27FC236}">
                <a16:creationId xmlns:a16="http://schemas.microsoft.com/office/drawing/2014/main" id="{BD326FB4-F4CD-4A59-0215-0FD98BF8E3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9296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892E3-E8B2-77A5-26D1-42EDF6DCE6E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0BCEF20-6121-9C36-56DA-D663EAB4222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9AFA9C02-9D21-6DA2-5435-62249FA7BBCA}"/>
              </a:ext>
            </a:extLst>
          </p:cNvPr>
          <p:cNvSpPr>
            <a:spLocks noGrp="1" noChangeArrowheads="1"/>
          </p:cNvSpPr>
          <p:nvPr>
            <p:ph idx="1"/>
          </p:nvPr>
        </p:nvSpPr>
        <p:spPr>
          <a:xfrm>
            <a:off x="0" y="1307983"/>
            <a:ext cx="9144000" cy="5501932"/>
          </a:xfrm>
          <a:solidFill>
            <a:schemeClr val="bg1"/>
          </a:solidFill>
        </p:spPr>
        <p:txBody>
          <a:bodyPr/>
          <a:lstStyle/>
          <a:p>
            <a:pPr>
              <a:lnSpc>
                <a:spcPct val="150000"/>
              </a:lnSpc>
            </a:pPr>
            <a:r>
              <a:rPr lang="en-US" sz="2300" b="1" dirty="0"/>
              <a:t>4.3 Technology Stack</a:t>
            </a:r>
          </a:p>
          <a:p>
            <a:pPr>
              <a:lnSpc>
                <a:spcPct val="150000"/>
              </a:lnSpc>
            </a:pPr>
            <a:r>
              <a:rPr lang="en-US" sz="2300" dirty="0"/>
              <a:t>Example:</a:t>
            </a:r>
          </a:p>
          <a:p>
            <a:pPr>
              <a:lnSpc>
                <a:spcPct val="150000"/>
              </a:lnSpc>
            </a:pPr>
            <a:r>
              <a:rPr lang="en-US" sz="2300" dirty="0"/>
              <a:t>- Frontend → React </a:t>
            </a:r>
          </a:p>
          <a:p>
            <a:pPr>
              <a:lnSpc>
                <a:spcPct val="150000"/>
              </a:lnSpc>
            </a:pPr>
            <a:r>
              <a:rPr lang="en-US" sz="2300" dirty="0"/>
              <a:t>- Backend → Node.js </a:t>
            </a:r>
          </a:p>
          <a:p>
            <a:pPr>
              <a:lnSpc>
                <a:spcPct val="150000"/>
              </a:lnSpc>
            </a:pPr>
            <a:r>
              <a:rPr lang="en-US" sz="2300" dirty="0"/>
              <a:t>- Database → MySQL </a:t>
            </a:r>
          </a:p>
          <a:p>
            <a:pPr>
              <a:lnSpc>
                <a:spcPct val="150000"/>
              </a:lnSpc>
            </a:pPr>
            <a:r>
              <a:rPr lang="en-US" sz="2300" dirty="0"/>
              <a:t>- Cloud → AWS </a:t>
            </a:r>
          </a:p>
          <a:p>
            <a:pPr>
              <a:lnSpc>
                <a:spcPct val="150000"/>
              </a:lnSpc>
            </a:pPr>
            <a:r>
              <a:rPr lang="en-US" sz="2300" dirty="0"/>
              <a:t>Explain WHY:</a:t>
            </a:r>
          </a:p>
          <a:p>
            <a:pPr>
              <a:lnSpc>
                <a:spcPct val="150000"/>
              </a:lnSpc>
            </a:pPr>
            <a:r>
              <a:rPr lang="en-US" sz="2300" dirty="0"/>
              <a:t>AWS provides scalability and reliability</a:t>
            </a:r>
          </a:p>
        </p:txBody>
      </p:sp>
      <p:sp>
        <p:nvSpPr>
          <p:cNvPr id="22533" name="Slide Number Placeholder 3">
            <a:extLst>
              <a:ext uri="{FF2B5EF4-FFF2-40B4-BE49-F238E27FC236}">
                <a16:creationId xmlns:a16="http://schemas.microsoft.com/office/drawing/2014/main" id="{556C7199-C814-6341-7AC8-2410E2014A9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31</a:t>
            </a:fld>
            <a:endParaRPr lang="en-US" altLang="en-US" sz="900">
              <a:solidFill>
                <a:srgbClr val="FFFFFF"/>
              </a:solidFill>
            </a:endParaRPr>
          </a:p>
        </p:txBody>
      </p:sp>
      <p:pic>
        <p:nvPicPr>
          <p:cNvPr id="22534" name="Picture 5">
            <a:extLst>
              <a:ext uri="{FF2B5EF4-FFF2-40B4-BE49-F238E27FC236}">
                <a16:creationId xmlns:a16="http://schemas.microsoft.com/office/drawing/2014/main" id="{54D6B53D-AA54-06A7-2DE8-4289D0ABF0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3649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8E218-6179-A898-0FFF-D4408A0D8D2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04F0BFF-F8BF-EF4A-FDF2-55ADA31005B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6AE069F2-265B-0879-74D0-E534DA09B3C5}"/>
              </a:ext>
            </a:extLst>
          </p:cNvPr>
          <p:cNvSpPr>
            <a:spLocks noGrp="1" noChangeArrowheads="1"/>
          </p:cNvSpPr>
          <p:nvPr>
            <p:ph idx="1"/>
          </p:nvPr>
        </p:nvSpPr>
        <p:spPr>
          <a:xfrm>
            <a:off x="0" y="1307983"/>
            <a:ext cx="9144000" cy="4665114"/>
          </a:xfrm>
          <a:solidFill>
            <a:schemeClr val="bg1"/>
          </a:solidFill>
        </p:spPr>
        <p:txBody>
          <a:bodyPr/>
          <a:lstStyle/>
          <a:p>
            <a:pPr>
              <a:lnSpc>
                <a:spcPct val="150000"/>
              </a:lnSpc>
            </a:pPr>
            <a:r>
              <a:rPr lang="en-US" sz="2800" b="1" dirty="0"/>
              <a:t>4.5 Security Design</a:t>
            </a:r>
          </a:p>
          <a:p>
            <a:pPr>
              <a:lnSpc>
                <a:spcPct val="150000"/>
              </a:lnSpc>
            </a:pPr>
            <a:r>
              <a:rPr lang="en-US" sz="2800" dirty="0"/>
              <a:t>Examples:</a:t>
            </a:r>
          </a:p>
          <a:p>
            <a:pPr>
              <a:lnSpc>
                <a:spcPct val="150000"/>
              </a:lnSpc>
            </a:pPr>
            <a:r>
              <a:rPr lang="en-US" sz="2800" dirty="0"/>
              <a:t>- Login authentication </a:t>
            </a:r>
          </a:p>
          <a:p>
            <a:pPr>
              <a:lnSpc>
                <a:spcPct val="150000"/>
              </a:lnSpc>
            </a:pPr>
            <a:r>
              <a:rPr lang="en-US" sz="2800" dirty="0"/>
              <a:t>- Data encryption </a:t>
            </a:r>
          </a:p>
          <a:p>
            <a:pPr>
              <a:lnSpc>
                <a:spcPct val="150000"/>
              </a:lnSpc>
            </a:pPr>
            <a:r>
              <a:rPr lang="en-US" sz="2800" dirty="0"/>
              <a:t>- Input validation</a:t>
            </a:r>
          </a:p>
        </p:txBody>
      </p:sp>
      <p:sp>
        <p:nvSpPr>
          <p:cNvPr id="22533" name="Slide Number Placeholder 3">
            <a:extLst>
              <a:ext uri="{FF2B5EF4-FFF2-40B4-BE49-F238E27FC236}">
                <a16:creationId xmlns:a16="http://schemas.microsoft.com/office/drawing/2014/main" id="{7056444D-AEB9-A638-271E-C7321350859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32</a:t>
            </a:fld>
            <a:endParaRPr lang="en-US" altLang="en-US" sz="900">
              <a:solidFill>
                <a:srgbClr val="FFFFFF"/>
              </a:solidFill>
            </a:endParaRPr>
          </a:p>
        </p:txBody>
      </p:sp>
      <p:pic>
        <p:nvPicPr>
          <p:cNvPr id="22534" name="Picture 5">
            <a:extLst>
              <a:ext uri="{FF2B5EF4-FFF2-40B4-BE49-F238E27FC236}">
                <a16:creationId xmlns:a16="http://schemas.microsoft.com/office/drawing/2014/main" id="{44B463D0-48A1-EBCF-F4A8-8B38FB07EC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0132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B28B7-ECFA-D9C0-7DBE-84BEB4F016E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BC9DB8C-B672-D06C-8CC2-8B60AFF759F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2D0FCFA7-8D08-C02D-38D3-0FF7152D0390}"/>
              </a:ext>
            </a:extLst>
          </p:cNvPr>
          <p:cNvSpPr>
            <a:spLocks noGrp="1" noChangeArrowheads="1"/>
          </p:cNvSpPr>
          <p:nvPr>
            <p:ph idx="1"/>
          </p:nvPr>
        </p:nvSpPr>
        <p:spPr>
          <a:xfrm>
            <a:off x="0" y="1307983"/>
            <a:ext cx="9144000" cy="3529488"/>
          </a:xfrm>
          <a:solidFill>
            <a:schemeClr val="bg1"/>
          </a:solidFill>
        </p:spPr>
        <p:txBody>
          <a:bodyPr/>
          <a:lstStyle/>
          <a:p>
            <a:r>
              <a:rPr lang="en-US" sz="2800" b="1" dirty="0"/>
              <a:t>4.6 Research Methodology</a:t>
            </a:r>
          </a:p>
          <a:p>
            <a:r>
              <a:rPr lang="en-US" sz="2800" dirty="0"/>
              <a:t>Explain HOW you decided your solution</a:t>
            </a:r>
          </a:p>
          <a:p>
            <a:r>
              <a:rPr lang="en-US" sz="2800" dirty="0"/>
              <a:t>Include:</a:t>
            </a:r>
          </a:p>
          <a:p>
            <a:r>
              <a:rPr lang="en-US" sz="2800" dirty="0"/>
              <a:t>- Literature review (journals) </a:t>
            </a:r>
          </a:p>
          <a:p>
            <a:r>
              <a:rPr lang="en-US" sz="2800" dirty="0"/>
              <a:t>- Compare existing tools </a:t>
            </a:r>
          </a:p>
          <a:p>
            <a:r>
              <a:rPr lang="en-US" sz="2800" dirty="0"/>
              <a:t>- Stakeholder needs</a:t>
            </a:r>
          </a:p>
        </p:txBody>
      </p:sp>
      <p:sp>
        <p:nvSpPr>
          <p:cNvPr id="22533" name="Slide Number Placeholder 3">
            <a:extLst>
              <a:ext uri="{FF2B5EF4-FFF2-40B4-BE49-F238E27FC236}">
                <a16:creationId xmlns:a16="http://schemas.microsoft.com/office/drawing/2014/main" id="{BB3F9B79-3D42-225E-3367-D821A73029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33</a:t>
            </a:fld>
            <a:endParaRPr lang="en-US" altLang="en-US" sz="900">
              <a:solidFill>
                <a:srgbClr val="FFFFFF"/>
              </a:solidFill>
            </a:endParaRPr>
          </a:p>
        </p:txBody>
      </p:sp>
      <p:pic>
        <p:nvPicPr>
          <p:cNvPr id="22534" name="Picture 5">
            <a:extLst>
              <a:ext uri="{FF2B5EF4-FFF2-40B4-BE49-F238E27FC236}">
                <a16:creationId xmlns:a16="http://schemas.microsoft.com/office/drawing/2014/main" id="{3B16C798-7A96-B916-00DC-4BA3A0C1A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59100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7716E-0A72-20B1-111D-7FE4D457948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659814E-CE82-FB0F-FCFB-E5E4CA47114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893D8413-DB06-238C-380A-1304B24693C3}"/>
              </a:ext>
            </a:extLst>
          </p:cNvPr>
          <p:cNvSpPr>
            <a:spLocks noGrp="1" noChangeArrowheads="1"/>
          </p:cNvSpPr>
          <p:nvPr>
            <p:ph idx="1"/>
          </p:nvPr>
        </p:nvSpPr>
        <p:spPr>
          <a:xfrm>
            <a:off x="0" y="1307983"/>
            <a:ext cx="9144000" cy="4738856"/>
          </a:xfrm>
          <a:solidFill>
            <a:schemeClr val="bg1"/>
          </a:solidFill>
        </p:spPr>
        <p:txBody>
          <a:bodyPr/>
          <a:lstStyle/>
          <a:p>
            <a:pPr>
              <a:lnSpc>
                <a:spcPct val="150000"/>
              </a:lnSpc>
            </a:pPr>
            <a:r>
              <a:rPr lang="en-US" sz="2800" b="1" dirty="0"/>
              <a:t>SECTION 5: Ethical &amp; Management Issues</a:t>
            </a:r>
          </a:p>
          <a:p>
            <a:pPr>
              <a:lnSpc>
                <a:spcPct val="150000"/>
              </a:lnSpc>
            </a:pPr>
            <a:r>
              <a:rPr lang="en-US" sz="2800" b="1" dirty="0"/>
              <a:t>5.1 Ethical Issues</a:t>
            </a:r>
          </a:p>
          <a:p>
            <a:pPr>
              <a:lnSpc>
                <a:spcPct val="150000"/>
              </a:lnSpc>
            </a:pPr>
            <a:r>
              <a:rPr lang="en-US" sz="2800" dirty="0"/>
              <a:t>Examples:</a:t>
            </a:r>
          </a:p>
          <a:p>
            <a:pPr>
              <a:lnSpc>
                <a:spcPct val="150000"/>
              </a:lnSpc>
            </a:pPr>
            <a:r>
              <a:rPr lang="en-US" sz="2800" dirty="0"/>
              <a:t>- Data privacy </a:t>
            </a:r>
          </a:p>
          <a:p>
            <a:pPr>
              <a:lnSpc>
                <a:spcPct val="150000"/>
              </a:lnSpc>
            </a:pPr>
            <a:r>
              <a:rPr lang="en-US" sz="2800" dirty="0"/>
              <a:t>- AI bias </a:t>
            </a:r>
          </a:p>
          <a:p>
            <a:pPr>
              <a:lnSpc>
                <a:spcPct val="150000"/>
              </a:lnSpc>
            </a:pPr>
            <a:r>
              <a:rPr lang="en-US" sz="2800" dirty="0"/>
              <a:t>- Security risks</a:t>
            </a:r>
          </a:p>
        </p:txBody>
      </p:sp>
      <p:sp>
        <p:nvSpPr>
          <p:cNvPr id="22533" name="Slide Number Placeholder 3">
            <a:extLst>
              <a:ext uri="{FF2B5EF4-FFF2-40B4-BE49-F238E27FC236}">
                <a16:creationId xmlns:a16="http://schemas.microsoft.com/office/drawing/2014/main" id="{A898AC0D-EBDB-6139-A93D-D2A43138B7B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34</a:t>
            </a:fld>
            <a:endParaRPr lang="en-US" altLang="en-US" sz="900">
              <a:solidFill>
                <a:srgbClr val="FFFFFF"/>
              </a:solidFill>
            </a:endParaRPr>
          </a:p>
        </p:txBody>
      </p:sp>
      <p:pic>
        <p:nvPicPr>
          <p:cNvPr id="22534" name="Picture 5">
            <a:extLst>
              <a:ext uri="{FF2B5EF4-FFF2-40B4-BE49-F238E27FC236}">
                <a16:creationId xmlns:a16="http://schemas.microsoft.com/office/drawing/2014/main" id="{CF6D2A10-C32D-E0A9-A4AB-B8D743D805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95631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DACDC-E989-7D0E-9105-59273A88B68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E9041CC-574E-0525-18A9-2F232BCD6843}"/>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BD36D81E-4FE1-C1F2-426C-E47ABF489C94}"/>
              </a:ext>
            </a:extLst>
          </p:cNvPr>
          <p:cNvSpPr>
            <a:spLocks noGrp="1" noChangeArrowheads="1"/>
          </p:cNvSpPr>
          <p:nvPr>
            <p:ph idx="1"/>
          </p:nvPr>
        </p:nvSpPr>
        <p:spPr>
          <a:xfrm>
            <a:off x="0" y="1307983"/>
            <a:ext cx="9144000" cy="4738856"/>
          </a:xfrm>
          <a:solidFill>
            <a:schemeClr val="bg1"/>
          </a:solidFill>
        </p:spPr>
        <p:txBody>
          <a:bodyPr/>
          <a:lstStyle/>
          <a:p>
            <a:pPr>
              <a:lnSpc>
                <a:spcPct val="150000"/>
              </a:lnSpc>
            </a:pPr>
            <a:r>
              <a:rPr lang="en-US" sz="2800" dirty="0"/>
              <a:t>Solutions:</a:t>
            </a:r>
          </a:p>
          <a:p>
            <a:pPr>
              <a:lnSpc>
                <a:spcPct val="150000"/>
              </a:lnSpc>
            </a:pPr>
            <a:r>
              <a:rPr lang="en-US" sz="2800" dirty="0"/>
              <a:t>- Encryption </a:t>
            </a:r>
          </a:p>
          <a:p>
            <a:pPr>
              <a:lnSpc>
                <a:spcPct val="150000"/>
              </a:lnSpc>
            </a:pPr>
            <a:r>
              <a:rPr lang="en-US" sz="2800" dirty="0"/>
              <a:t>- GDPR compliance </a:t>
            </a:r>
          </a:p>
          <a:p>
            <a:pPr>
              <a:lnSpc>
                <a:spcPct val="150000"/>
              </a:lnSpc>
            </a:pPr>
            <a:r>
              <a:rPr lang="en-US" sz="2800" dirty="0"/>
              <a:t>- Ethical AI design </a:t>
            </a:r>
          </a:p>
        </p:txBody>
      </p:sp>
      <p:sp>
        <p:nvSpPr>
          <p:cNvPr id="22533" name="Slide Number Placeholder 3">
            <a:extLst>
              <a:ext uri="{FF2B5EF4-FFF2-40B4-BE49-F238E27FC236}">
                <a16:creationId xmlns:a16="http://schemas.microsoft.com/office/drawing/2014/main" id="{394FF099-7B0D-CC1B-D621-F148B8A44A5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35</a:t>
            </a:fld>
            <a:endParaRPr lang="en-US" altLang="en-US" sz="900">
              <a:solidFill>
                <a:srgbClr val="FFFFFF"/>
              </a:solidFill>
            </a:endParaRPr>
          </a:p>
        </p:txBody>
      </p:sp>
      <p:pic>
        <p:nvPicPr>
          <p:cNvPr id="22534" name="Picture 5">
            <a:extLst>
              <a:ext uri="{FF2B5EF4-FFF2-40B4-BE49-F238E27FC236}">
                <a16:creationId xmlns:a16="http://schemas.microsoft.com/office/drawing/2014/main" id="{8CF7521F-D18C-0392-730C-34240196F7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00522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F6D09-FF4A-3C13-2D52-8F3A6CF9D0D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9B8BCBD-5AC2-CA5D-3F4C-1CA881F0CFF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BF174D93-4655-9979-748B-F85DA53593FA}"/>
              </a:ext>
            </a:extLst>
          </p:cNvPr>
          <p:cNvSpPr>
            <a:spLocks noGrp="1" noChangeArrowheads="1"/>
          </p:cNvSpPr>
          <p:nvPr>
            <p:ph idx="1"/>
          </p:nvPr>
        </p:nvSpPr>
        <p:spPr>
          <a:xfrm>
            <a:off x="0" y="1307983"/>
            <a:ext cx="9144000" cy="4738856"/>
          </a:xfrm>
          <a:solidFill>
            <a:schemeClr val="bg1"/>
          </a:solidFill>
        </p:spPr>
        <p:txBody>
          <a:bodyPr/>
          <a:lstStyle/>
          <a:p>
            <a:pPr>
              <a:lnSpc>
                <a:spcPct val="150000"/>
              </a:lnSpc>
            </a:pPr>
            <a:r>
              <a:rPr lang="en-US" sz="2800" b="1" dirty="0"/>
              <a:t>5.2 Project Management</a:t>
            </a:r>
          </a:p>
          <a:p>
            <a:pPr>
              <a:lnSpc>
                <a:spcPct val="150000"/>
              </a:lnSpc>
            </a:pPr>
            <a:r>
              <a:rPr lang="en-US" sz="2800" dirty="0"/>
              <a:t>Use Agile (recommended)</a:t>
            </a:r>
          </a:p>
          <a:p>
            <a:pPr>
              <a:lnSpc>
                <a:spcPct val="150000"/>
              </a:lnSpc>
            </a:pPr>
            <a:r>
              <a:rPr lang="en-US" sz="2800" dirty="0"/>
              <a:t>Explain:</a:t>
            </a:r>
          </a:p>
          <a:p>
            <a:pPr>
              <a:lnSpc>
                <a:spcPct val="150000"/>
              </a:lnSpc>
            </a:pPr>
            <a:r>
              <a:rPr lang="en-US" sz="2800" dirty="0"/>
              <a:t>- Sprints </a:t>
            </a:r>
          </a:p>
          <a:p>
            <a:pPr>
              <a:lnSpc>
                <a:spcPct val="150000"/>
              </a:lnSpc>
            </a:pPr>
            <a:r>
              <a:rPr lang="en-US" sz="2800" dirty="0"/>
              <a:t>- Weekly meetings </a:t>
            </a:r>
          </a:p>
          <a:p>
            <a:pPr>
              <a:lnSpc>
                <a:spcPct val="150000"/>
              </a:lnSpc>
            </a:pPr>
            <a:r>
              <a:rPr lang="en-US" sz="2800" dirty="0"/>
              <a:t>- Task allocation</a:t>
            </a:r>
          </a:p>
        </p:txBody>
      </p:sp>
      <p:sp>
        <p:nvSpPr>
          <p:cNvPr id="22533" name="Slide Number Placeholder 3">
            <a:extLst>
              <a:ext uri="{FF2B5EF4-FFF2-40B4-BE49-F238E27FC236}">
                <a16:creationId xmlns:a16="http://schemas.microsoft.com/office/drawing/2014/main" id="{BDDA908A-BE68-8CBC-3C1E-D57C7738DA4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36</a:t>
            </a:fld>
            <a:endParaRPr lang="en-US" altLang="en-US" sz="900">
              <a:solidFill>
                <a:srgbClr val="FFFFFF"/>
              </a:solidFill>
            </a:endParaRPr>
          </a:p>
        </p:txBody>
      </p:sp>
      <p:pic>
        <p:nvPicPr>
          <p:cNvPr id="22534" name="Picture 5">
            <a:extLst>
              <a:ext uri="{FF2B5EF4-FFF2-40B4-BE49-F238E27FC236}">
                <a16:creationId xmlns:a16="http://schemas.microsoft.com/office/drawing/2014/main" id="{4CA55B90-3877-2224-0385-E735A82D0C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94958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1BB64-D0A8-1BA9-EFA9-06339EEA816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0912D41-7D85-E34D-5006-DB0E07BC651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ADCB772D-01A6-4A22-FFD4-6DA57A9F7B6F}"/>
              </a:ext>
            </a:extLst>
          </p:cNvPr>
          <p:cNvSpPr>
            <a:spLocks noGrp="1" noChangeArrowheads="1"/>
          </p:cNvSpPr>
          <p:nvPr>
            <p:ph idx="1"/>
          </p:nvPr>
        </p:nvSpPr>
        <p:spPr>
          <a:xfrm>
            <a:off x="0" y="1307983"/>
            <a:ext cx="9144000" cy="4738856"/>
          </a:xfrm>
          <a:solidFill>
            <a:schemeClr val="bg1"/>
          </a:solidFill>
        </p:spPr>
        <p:txBody>
          <a:bodyPr/>
          <a:lstStyle/>
          <a:p>
            <a:pPr>
              <a:lnSpc>
                <a:spcPct val="150000"/>
              </a:lnSpc>
            </a:pPr>
            <a:r>
              <a:rPr lang="en-US" sz="2800" b="1" dirty="0"/>
              <a:t>SECTION 6: Communication &amp; Reflection</a:t>
            </a:r>
          </a:p>
          <a:p>
            <a:pPr>
              <a:lnSpc>
                <a:spcPct val="150000"/>
              </a:lnSpc>
            </a:pPr>
            <a:r>
              <a:rPr lang="en-US" sz="2800" b="1" dirty="0"/>
              <a:t>6.1 Communication Plan</a:t>
            </a:r>
          </a:p>
          <a:p>
            <a:pPr>
              <a:lnSpc>
                <a:spcPct val="150000"/>
              </a:lnSpc>
            </a:pPr>
            <a:r>
              <a:rPr lang="en-US" sz="2800" dirty="0"/>
              <a:t>Example:</a:t>
            </a:r>
          </a:p>
          <a:p>
            <a:pPr>
              <a:lnSpc>
                <a:spcPct val="150000"/>
              </a:lnSpc>
            </a:pPr>
            <a:r>
              <a:rPr lang="en-US" sz="2800" dirty="0"/>
              <a:t>- Weekly meetings with team </a:t>
            </a:r>
          </a:p>
          <a:p>
            <a:pPr>
              <a:lnSpc>
                <a:spcPct val="150000"/>
              </a:lnSpc>
            </a:pPr>
            <a:r>
              <a:rPr lang="en-US" sz="2800" dirty="0"/>
              <a:t>- Email updates to supervisor </a:t>
            </a:r>
          </a:p>
          <a:p>
            <a:pPr>
              <a:lnSpc>
                <a:spcPct val="150000"/>
              </a:lnSpc>
            </a:pPr>
            <a:r>
              <a:rPr lang="en-US" sz="2800" dirty="0"/>
              <a:t>- Slack/Teams for communication</a:t>
            </a:r>
          </a:p>
        </p:txBody>
      </p:sp>
      <p:sp>
        <p:nvSpPr>
          <p:cNvPr id="22533" name="Slide Number Placeholder 3">
            <a:extLst>
              <a:ext uri="{FF2B5EF4-FFF2-40B4-BE49-F238E27FC236}">
                <a16:creationId xmlns:a16="http://schemas.microsoft.com/office/drawing/2014/main" id="{1B36D59D-793F-28B8-A9A3-4DB10E86336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37</a:t>
            </a:fld>
            <a:endParaRPr lang="en-US" altLang="en-US" sz="900">
              <a:solidFill>
                <a:srgbClr val="FFFFFF"/>
              </a:solidFill>
            </a:endParaRPr>
          </a:p>
        </p:txBody>
      </p:sp>
      <p:pic>
        <p:nvPicPr>
          <p:cNvPr id="22534" name="Picture 5">
            <a:extLst>
              <a:ext uri="{FF2B5EF4-FFF2-40B4-BE49-F238E27FC236}">
                <a16:creationId xmlns:a16="http://schemas.microsoft.com/office/drawing/2014/main" id="{B0973D7D-ED65-4F68-4AC8-6A0CCD8F20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00605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38E10-B545-4DE1-CA77-6881737992E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3524701-60E5-92A2-98FC-95094075C71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93052A1F-9EF1-34DB-9AAF-A9750162C138}"/>
              </a:ext>
            </a:extLst>
          </p:cNvPr>
          <p:cNvSpPr>
            <a:spLocks noGrp="1" noChangeArrowheads="1"/>
          </p:cNvSpPr>
          <p:nvPr>
            <p:ph idx="1"/>
          </p:nvPr>
        </p:nvSpPr>
        <p:spPr>
          <a:xfrm>
            <a:off x="0" y="1307983"/>
            <a:ext cx="9144000" cy="4134172"/>
          </a:xfrm>
          <a:solidFill>
            <a:schemeClr val="bg1"/>
          </a:solidFill>
        </p:spPr>
        <p:txBody>
          <a:bodyPr/>
          <a:lstStyle/>
          <a:p>
            <a:pPr>
              <a:lnSpc>
                <a:spcPct val="150000"/>
              </a:lnSpc>
            </a:pPr>
            <a:r>
              <a:rPr lang="en-US" sz="2800" b="1" dirty="0"/>
              <a:t>6.2 Reflection (VERY IMPORTANT FOR MARKS)</a:t>
            </a:r>
          </a:p>
          <a:p>
            <a:pPr>
              <a:lnSpc>
                <a:spcPct val="150000"/>
              </a:lnSpc>
            </a:pPr>
            <a:r>
              <a:rPr lang="en-US" sz="2800" dirty="0"/>
              <a:t>Talk about:</a:t>
            </a:r>
          </a:p>
          <a:p>
            <a:pPr>
              <a:lnSpc>
                <a:spcPct val="150000"/>
              </a:lnSpc>
            </a:pPr>
            <a:r>
              <a:rPr lang="en-US" sz="2800" dirty="0"/>
              <a:t>- Skills learned </a:t>
            </a:r>
          </a:p>
          <a:p>
            <a:pPr>
              <a:lnSpc>
                <a:spcPct val="150000"/>
              </a:lnSpc>
            </a:pPr>
            <a:r>
              <a:rPr lang="en-US" sz="2800" dirty="0"/>
              <a:t>- Challenges </a:t>
            </a:r>
          </a:p>
          <a:p>
            <a:pPr>
              <a:lnSpc>
                <a:spcPct val="150000"/>
              </a:lnSpc>
            </a:pPr>
            <a:r>
              <a:rPr lang="en-US" sz="2800" dirty="0"/>
              <a:t>- Career impact </a:t>
            </a:r>
          </a:p>
        </p:txBody>
      </p:sp>
      <p:sp>
        <p:nvSpPr>
          <p:cNvPr id="22533" name="Slide Number Placeholder 3">
            <a:extLst>
              <a:ext uri="{FF2B5EF4-FFF2-40B4-BE49-F238E27FC236}">
                <a16:creationId xmlns:a16="http://schemas.microsoft.com/office/drawing/2014/main" id="{9BCCF271-92FC-7E4E-3375-E8FBD1636F9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38</a:t>
            </a:fld>
            <a:endParaRPr lang="en-US" altLang="en-US" sz="900">
              <a:solidFill>
                <a:srgbClr val="FFFFFF"/>
              </a:solidFill>
            </a:endParaRPr>
          </a:p>
        </p:txBody>
      </p:sp>
      <p:pic>
        <p:nvPicPr>
          <p:cNvPr id="22534" name="Picture 5">
            <a:extLst>
              <a:ext uri="{FF2B5EF4-FFF2-40B4-BE49-F238E27FC236}">
                <a16:creationId xmlns:a16="http://schemas.microsoft.com/office/drawing/2014/main" id="{4306187D-69EE-878B-8293-A28DE3FB7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13771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B9C17-FBA7-8406-E354-510A1E4D19E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809DB32-25C6-F317-A420-1E073B9D05A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B665915D-D66F-85CF-8640-2E8724829839}"/>
              </a:ext>
            </a:extLst>
          </p:cNvPr>
          <p:cNvSpPr>
            <a:spLocks noGrp="1" noChangeArrowheads="1"/>
          </p:cNvSpPr>
          <p:nvPr>
            <p:ph idx="1"/>
          </p:nvPr>
        </p:nvSpPr>
        <p:spPr>
          <a:xfrm>
            <a:off x="0" y="1307983"/>
            <a:ext cx="9144000" cy="2688830"/>
          </a:xfrm>
          <a:solidFill>
            <a:schemeClr val="bg1"/>
          </a:solidFill>
        </p:spPr>
        <p:txBody>
          <a:bodyPr/>
          <a:lstStyle/>
          <a:p>
            <a:pPr>
              <a:lnSpc>
                <a:spcPct val="150000"/>
              </a:lnSpc>
            </a:pPr>
            <a:r>
              <a:rPr lang="en-US" sz="2800" b="1" dirty="0"/>
              <a:t>Example:</a:t>
            </a:r>
          </a:p>
          <a:p>
            <a:pPr>
              <a:lnSpc>
                <a:spcPct val="150000"/>
              </a:lnSpc>
            </a:pPr>
            <a:r>
              <a:rPr lang="en-US" sz="2800" dirty="0"/>
              <a:t>This project improved my problem-solving and teamwork skills, preparing me for a career in IT project management.</a:t>
            </a:r>
          </a:p>
        </p:txBody>
      </p:sp>
      <p:sp>
        <p:nvSpPr>
          <p:cNvPr id="22533" name="Slide Number Placeholder 3">
            <a:extLst>
              <a:ext uri="{FF2B5EF4-FFF2-40B4-BE49-F238E27FC236}">
                <a16:creationId xmlns:a16="http://schemas.microsoft.com/office/drawing/2014/main" id="{F26D9CE5-84A3-C911-7C30-43AD9E511E8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39</a:t>
            </a:fld>
            <a:endParaRPr lang="en-US" altLang="en-US" sz="900">
              <a:solidFill>
                <a:srgbClr val="FFFFFF"/>
              </a:solidFill>
            </a:endParaRPr>
          </a:p>
        </p:txBody>
      </p:sp>
      <p:pic>
        <p:nvPicPr>
          <p:cNvPr id="22534" name="Picture 5">
            <a:extLst>
              <a:ext uri="{FF2B5EF4-FFF2-40B4-BE49-F238E27FC236}">
                <a16:creationId xmlns:a16="http://schemas.microsoft.com/office/drawing/2014/main" id="{1968364B-EBDC-0546-EBC2-F3342DCB59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57114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C50EC-413F-BA81-13A4-92E5C8E7DD3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78514F6-5807-6BF3-1E18-7CDD0A72796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C6CC3B14-23F4-1724-9A3F-4F342A6B7E61}"/>
              </a:ext>
            </a:extLst>
          </p:cNvPr>
          <p:cNvSpPr>
            <a:spLocks noGrp="1" noChangeArrowheads="1"/>
          </p:cNvSpPr>
          <p:nvPr>
            <p:ph idx="1"/>
          </p:nvPr>
        </p:nvSpPr>
        <p:spPr>
          <a:xfrm>
            <a:off x="0" y="1307983"/>
            <a:ext cx="9144000" cy="3839204"/>
          </a:xfrm>
          <a:solidFill>
            <a:schemeClr val="bg1"/>
          </a:solidFill>
        </p:spPr>
        <p:txBody>
          <a:bodyPr/>
          <a:lstStyle/>
          <a:p>
            <a:pPr>
              <a:lnSpc>
                <a:spcPct val="150000"/>
              </a:lnSpc>
            </a:pPr>
            <a:r>
              <a:rPr lang="en-US" sz="2800" b="1" dirty="0"/>
              <a:t>SECTION 7: Conclusion</a:t>
            </a:r>
          </a:p>
          <a:p>
            <a:pPr>
              <a:lnSpc>
                <a:spcPct val="150000"/>
              </a:lnSpc>
            </a:pPr>
            <a:r>
              <a:rPr lang="en-US" sz="2800" dirty="0"/>
              <a:t>Just </a:t>
            </a:r>
            <a:r>
              <a:rPr lang="en-US" sz="2800" dirty="0" err="1"/>
              <a:t>summarise</a:t>
            </a:r>
            <a:r>
              <a:rPr lang="en-US" sz="2800" dirty="0"/>
              <a:t>:</a:t>
            </a:r>
          </a:p>
          <a:p>
            <a:pPr>
              <a:lnSpc>
                <a:spcPct val="150000"/>
              </a:lnSpc>
            </a:pPr>
            <a:r>
              <a:rPr lang="en-US" sz="2800" dirty="0"/>
              <a:t>- Problem </a:t>
            </a:r>
          </a:p>
          <a:p>
            <a:pPr>
              <a:lnSpc>
                <a:spcPct val="150000"/>
              </a:lnSpc>
            </a:pPr>
            <a:r>
              <a:rPr lang="en-US" sz="2800" dirty="0"/>
              <a:t>- Solution </a:t>
            </a:r>
          </a:p>
          <a:p>
            <a:pPr>
              <a:lnSpc>
                <a:spcPct val="150000"/>
              </a:lnSpc>
            </a:pPr>
            <a:r>
              <a:rPr lang="en-US" sz="2800" dirty="0"/>
              <a:t>- Value</a:t>
            </a:r>
          </a:p>
        </p:txBody>
      </p:sp>
      <p:sp>
        <p:nvSpPr>
          <p:cNvPr id="22533" name="Slide Number Placeholder 3">
            <a:extLst>
              <a:ext uri="{FF2B5EF4-FFF2-40B4-BE49-F238E27FC236}">
                <a16:creationId xmlns:a16="http://schemas.microsoft.com/office/drawing/2014/main" id="{D65EE3F7-249F-80C3-26C9-DB7053348F5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40</a:t>
            </a:fld>
            <a:endParaRPr lang="en-US" altLang="en-US" sz="900">
              <a:solidFill>
                <a:srgbClr val="FFFFFF"/>
              </a:solidFill>
            </a:endParaRPr>
          </a:p>
        </p:txBody>
      </p:sp>
      <p:pic>
        <p:nvPicPr>
          <p:cNvPr id="22534" name="Picture 5">
            <a:extLst>
              <a:ext uri="{FF2B5EF4-FFF2-40B4-BE49-F238E27FC236}">
                <a16:creationId xmlns:a16="http://schemas.microsoft.com/office/drawing/2014/main" id="{290921D3-B7B9-CA06-059F-A09FFE8998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06202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19FF1-FDC8-CE87-DE7C-6AEED11D053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6057ED8-065F-8407-5407-025FA6DC35D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F56FBBB-B0D8-3F49-0BA6-A3F348217947}"/>
              </a:ext>
            </a:extLst>
          </p:cNvPr>
          <p:cNvSpPr>
            <a:spLocks noGrp="1" noChangeArrowheads="1"/>
          </p:cNvSpPr>
          <p:nvPr>
            <p:ph idx="1"/>
          </p:nvPr>
        </p:nvSpPr>
        <p:spPr>
          <a:xfrm>
            <a:off x="0" y="1307983"/>
            <a:ext cx="9144000" cy="3839204"/>
          </a:xfrm>
          <a:solidFill>
            <a:schemeClr val="bg1"/>
          </a:solidFill>
        </p:spPr>
        <p:txBody>
          <a:bodyPr/>
          <a:lstStyle/>
          <a:p>
            <a:pPr>
              <a:lnSpc>
                <a:spcPct val="150000"/>
              </a:lnSpc>
            </a:pPr>
            <a:r>
              <a:rPr lang="en-US" sz="2800" b="1" dirty="0"/>
              <a:t>SECTION 8: References</a:t>
            </a:r>
          </a:p>
          <a:p>
            <a:pPr>
              <a:lnSpc>
                <a:spcPct val="150000"/>
              </a:lnSpc>
            </a:pPr>
            <a:r>
              <a:rPr lang="en-US" sz="2800" dirty="0"/>
              <a:t>Use:</a:t>
            </a:r>
          </a:p>
          <a:p>
            <a:pPr>
              <a:lnSpc>
                <a:spcPct val="150000"/>
              </a:lnSpc>
            </a:pPr>
            <a:r>
              <a:rPr lang="en-US" sz="2800" dirty="0"/>
              <a:t>- Google Scholar </a:t>
            </a:r>
          </a:p>
          <a:p>
            <a:pPr>
              <a:lnSpc>
                <a:spcPct val="150000"/>
              </a:lnSpc>
            </a:pPr>
            <a:r>
              <a:rPr lang="en-US" sz="2800" dirty="0"/>
              <a:t>- PMBOK </a:t>
            </a:r>
          </a:p>
          <a:p>
            <a:pPr>
              <a:lnSpc>
                <a:spcPct val="150000"/>
              </a:lnSpc>
            </a:pPr>
            <a:r>
              <a:rPr lang="en-US" sz="2800" dirty="0"/>
              <a:t>- IT journals</a:t>
            </a:r>
          </a:p>
        </p:txBody>
      </p:sp>
      <p:sp>
        <p:nvSpPr>
          <p:cNvPr id="22533" name="Slide Number Placeholder 3">
            <a:extLst>
              <a:ext uri="{FF2B5EF4-FFF2-40B4-BE49-F238E27FC236}">
                <a16:creationId xmlns:a16="http://schemas.microsoft.com/office/drawing/2014/main" id="{868C6C6F-3636-BBD4-C6DA-0999EAE8C72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41</a:t>
            </a:fld>
            <a:endParaRPr lang="en-US" altLang="en-US" sz="900">
              <a:solidFill>
                <a:srgbClr val="FFFFFF"/>
              </a:solidFill>
            </a:endParaRPr>
          </a:p>
        </p:txBody>
      </p:sp>
      <p:pic>
        <p:nvPicPr>
          <p:cNvPr id="22534" name="Picture 5">
            <a:extLst>
              <a:ext uri="{FF2B5EF4-FFF2-40B4-BE49-F238E27FC236}">
                <a16:creationId xmlns:a16="http://schemas.microsoft.com/office/drawing/2014/main" id="{DF9B0044-A9C4-4020-918C-A32FBBFBF3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524407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F73C-295A-C513-73F8-C786C59BF1F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84919A8-1D5D-940C-A0AE-D1C2519F336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38145339-5DA2-E39F-7710-521EC698E6FC}"/>
              </a:ext>
            </a:extLst>
          </p:cNvPr>
          <p:cNvSpPr>
            <a:spLocks noGrp="1" noChangeArrowheads="1"/>
          </p:cNvSpPr>
          <p:nvPr>
            <p:ph idx="1"/>
          </p:nvPr>
        </p:nvSpPr>
        <p:spPr>
          <a:xfrm>
            <a:off x="0" y="1307983"/>
            <a:ext cx="9144000" cy="4937242"/>
          </a:xfrm>
          <a:solidFill>
            <a:schemeClr val="bg1"/>
          </a:solidFill>
        </p:spPr>
        <p:txBody>
          <a:bodyPr/>
          <a:lstStyle/>
          <a:p>
            <a:pPr>
              <a:lnSpc>
                <a:spcPct val="150000"/>
              </a:lnSpc>
            </a:pPr>
            <a:r>
              <a:rPr lang="en-US" sz="2800" b="1" dirty="0"/>
              <a:t>HOW TO FIND ANSWERS (VERY IMPORTANT)</a:t>
            </a:r>
          </a:p>
          <a:p>
            <a:pPr>
              <a:lnSpc>
                <a:spcPct val="150000"/>
              </a:lnSpc>
            </a:pPr>
            <a:r>
              <a:rPr lang="en-US" sz="2800" b="1" dirty="0"/>
              <a:t>Use these sources:</a:t>
            </a:r>
          </a:p>
          <a:p>
            <a:pPr>
              <a:lnSpc>
                <a:spcPct val="150000"/>
              </a:lnSpc>
            </a:pPr>
            <a:r>
              <a:rPr lang="en-US" sz="2800" b="1" dirty="0"/>
              <a:t>1. Google Scholar</a:t>
            </a:r>
          </a:p>
          <a:p>
            <a:pPr>
              <a:lnSpc>
                <a:spcPct val="150000"/>
              </a:lnSpc>
            </a:pPr>
            <a:r>
              <a:rPr lang="en-US" sz="2800" dirty="0"/>
              <a:t>Search:</a:t>
            </a:r>
          </a:p>
          <a:p>
            <a:pPr>
              <a:lnSpc>
                <a:spcPct val="150000"/>
              </a:lnSpc>
            </a:pPr>
            <a:r>
              <a:rPr lang="en-US" sz="2800" dirty="0"/>
              <a:t>- “IT ticketing system benefits” </a:t>
            </a:r>
          </a:p>
          <a:p>
            <a:pPr>
              <a:lnSpc>
                <a:spcPct val="150000"/>
              </a:lnSpc>
            </a:pPr>
            <a:r>
              <a:rPr lang="en-US" sz="2800" dirty="0"/>
              <a:t>- “AI in IT support”</a:t>
            </a:r>
          </a:p>
        </p:txBody>
      </p:sp>
      <p:sp>
        <p:nvSpPr>
          <p:cNvPr id="22533" name="Slide Number Placeholder 3">
            <a:extLst>
              <a:ext uri="{FF2B5EF4-FFF2-40B4-BE49-F238E27FC236}">
                <a16:creationId xmlns:a16="http://schemas.microsoft.com/office/drawing/2014/main" id="{56FF5741-8CAC-9726-0F8A-7DA41BFF54A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42</a:t>
            </a:fld>
            <a:endParaRPr lang="en-US" altLang="en-US" sz="900">
              <a:solidFill>
                <a:srgbClr val="FFFFFF"/>
              </a:solidFill>
            </a:endParaRPr>
          </a:p>
        </p:txBody>
      </p:sp>
      <p:pic>
        <p:nvPicPr>
          <p:cNvPr id="22534" name="Picture 5">
            <a:extLst>
              <a:ext uri="{FF2B5EF4-FFF2-40B4-BE49-F238E27FC236}">
                <a16:creationId xmlns:a16="http://schemas.microsoft.com/office/drawing/2014/main" id="{ED86BCA3-8C2B-4580-738F-7CD024252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10054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7BA32-BC76-24C0-C050-0D36298941F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F1DA974-2FF4-659D-AEB4-C99349A71DE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EA925389-F91C-64F0-68DD-DF6D9E2953D7}"/>
              </a:ext>
            </a:extLst>
          </p:cNvPr>
          <p:cNvSpPr>
            <a:spLocks noGrp="1" noChangeArrowheads="1"/>
          </p:cNvSpPr>
          <p:nvPr>
            <p:ph idx="1"/>
          </p:nvPr>
        </p:nvSpPr>
        <p:spPr>
          <a:xfrm>
            <a:off x="0" y="1307983"/>
            <a:ext cx="9144000" cy="3942443"/>
          </a:xfrm>
          <a:solidFill>
            <a:schemeClr val="bg1"/>
          </a:solidFill>
        </p:spPr>
        <p:txBody>
          <a:bodyPr/>
          <a:lstStyle/>
          <a:p>
            <a:pPr>
              <a:lnSpc>
                <a:spcPct val="150000"/>
              </a:lnSpc>
            </a:pPr>
            <a:r>
              <a:rPr lang="en-US" sz="2800" b="1" dirty="0"/>
              <a:t>2. Company website</a:t>
            </a:r>
          </a:p>
          <a:p>
            <a:pPr>
              <a:lnSpc>
                <a:spcPct val="150000"/>
              </a:lnSpc>
            </a:pPr>
            <a:r>
              <a:rPr lang="en-US" sz="2800" dirty="0"/>
              <a:t>Extract:</a:t>
            </a:r>
          </a:p>
          <a:p>
            <a:pPr>
              <a:lnSpc>
                <a:spcPct val="150000"/>
              </a:lnSpc>
            </a:pPr>
            <a:r>
              <a:rPr lang="en-US" sz="2800" dirty="0"/>
              <a:t>- services </a:t>
            </a:r>
          </a:p>
          <a:p>
            <a:pPr>
              <a:lnSpc>
                <a:spcPct val="150000"/>
              </a:lnSpc>
            </a:pPr>
            <a:r>
              <a:rPr lang="en-US" sz="2800" dirty="0"/>
              <a:t>- problems </a:t>
            </a:r>
          </a:p>
          <a:p>
            <a:pPr>
              <a:lnSpc>
                <a:spcPct val="150000"/>
              </a:lnSpc>
            </a:pPr>
            <a:r>
              <a:rPr lang="en-US" sz="2800" dirty="0"/>
              <a:t>- clients</a:t>
            </a:r>
          </a:p>
        </p:txBody>
      </p:sp>
      <p:sp>
        <p:nvSpPr>
          <p:cNvPr id="22533" name="Slide Number Placeholder 3">
            <a:extLst>
              <a:ext uri="{FF2B5EF4-FFF2-40B4-BE49-F238E27FC236}">
                <a16:creationId xmlns:a16="http://schemas.microsoft.com/office/drawing/2014/main" id="{99903C7A-D518-0E7F-9598-42EF11A6DD6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43</a:t>
            </a:fld>
            <a:endParaRPr lang="en-US" altLang="en-US" sz="900">
              <a:solidFill>
                <a:srgbClr val="FFFFFF"/>
              </a:solidFill>
            </a:endParaRPr>
          </a:p>
        </p:txBody>
      </p:sp>
      <p:pic>
        <p:nvPicPr>
          <p:cNvPr id="22534" name="Picture 5">
            <a:extLst>
              <a:ext uri="{FF2B5EF4-FFF2-40B4-BE49-F238E27FC236}">
                <a16:creationId xmlns:a16="http://schemas.microsoft.com/office/drawing/2014/main" id="{FFA53CF7-9D67-5C42-AED8-5DECE9673E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467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3DD38-1C2B-8C6F-AFDE-083A719F919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CAE1A24-A5BC-3E6A-377A-450B9AFF356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67A3E363-70E0-A60C-6BE8-84A7B232D917}"/>
              </a:ext>
            </a:extLst>
          </p:cNvPr>
          <p:cNvSpPr>
            <a:spLocks noGrp="1" noChangeArrowheads="1"/>
          </p:cNvSpPr>
          <p:nvPr>
            <p:ph idx="1"/>
          </p:nvPr>
        </p:nvSpPr>
        <p:spPr>
          <a:xfrm>
            <a:off x="0" y="1307983"/>
            <a:ext cx="9144000" cy="3942443"/>
          </a:xfrm>
          <a:solidFill>
            <a:schemeClr val="bg1"/>
          </a:solidFill>
        </p:spPr>
        <p:txBody>
          <a:bodyPr/>
          <a:lstStyle/>
          <a:p>
            <a:pPr>
              <a:lnSpc>
                <a:spcPct val="150000"/>
              </a:lnSpc>
            </a:pPr>
            <a:r>
              <a:rPr lang="en-US" sz="2800" b="1" dirty="0"/>
              <a:t>3. Compare competitors:</a:t>
            </a:r>
          </a:p>
          <a:p>
            <a:pPr>
              <a:lnSpc>
                <a:spcPct val="150000"/>
              </a:lnSpc>
            </a:pPr>
            <a:r>
              <a:rPr lang="en-US" sz="2800" dirty="0"/>
              <a:t>- Zendesk </a:t>
            </a:r>
          </a:p>
          <a:p>
            <a:pPr>
              <a:lnSpc>
                <a:spcPct val="150000"/>
              </a:lnSpc>
            </a:pPr>
            <a:r>
              <a:rPr lang="en-US" sz="2800" dirty="0"/>
              <a:t>- ServiceNow</a:t>
            </a:r>
          </a:p>
        </p:txBody>
      </p:sp>
      <p:sp>
        <p:nvSpPr>
          <p:cNvPr id="22533" name="Slide Number Placeholder 3">
            <a:extLst>
              <a:ext uri="{FF2B5EF4-FFF2-40B4-BE49-F238E27FC236}">
                <a16:creationId xmlns:a16="http://schemas.microsoft.com/office/drawing/2014/main" id="{E82930FC-F072-D44D-34B8-DFD8CCF768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44</a:t>
            </a:fld>
            <a:endParaRPr lang="en-US" altLang="en-US" sz="900">
              <a:solidFill>
                <a:srgbClr val="FFFFFF"/>
              </a:solidFill>
            </a:endParaRPr>
          </a:p>
        </p:txBody>
      </p:sp>
      <p:pic>
        <p:nvPicPr>
          <p:cNvPr id="22534" name="Picture 5">
            <a:extLst>
              <a:ext uri="{FF2B5EF4-FFF2-40B4-BE49-F238E27FC236}">
                <a16:creationId xmlns:a16="http://schemas.microsoft.com/office/drawing/2014/main" id="{C69DEAB0-6FDA-13D0-2197-4C9C04F969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23772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1DA3F-7A55-4570-3A81-67A62C63527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734B8E1-F67B-2E50-87F2-2CDA63B8DF7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C2E5C6A0-074D-641E-1536-AFE5CE2BF92B}"/>
              </a:ext>
            </a:extLst>
          </p:cNvPr>
          <p:cNvSpPr>
            <a:spLocks noGrp="1" noChangeArrowheads="1"/>
          </p:cNvSpPr>
          <p:nvPr>
            <p:ph idx="1"/>
          </p:nvPr>
        </p:nvSpPr>
        <p:spPr>
          <a:xfrm>
            <a:off x="0" y="1307983"/>
            <a:ext cx="9144000" cy="3942443"/>
          </a:xfrm>
          <a:solidFill>
            <a:schemeClr val="bg1"/>
          </a:solidFill>
        </p:spPr>
        <p:txBody>
          <a:bodyPr/>
          <a:lstStyle/>
          <a:p>
            <a:pPr>
              <a:lnSpc>
                <a:spcPct val="150000"/>
              </a:lnSpc>
            </a:pPr>
            <a:r>
              <a:rPr lang="en-US" sz="2800" b="1" dirty="0"/>
              <a:t>COMMON MISTAKES</a:t>
            </a:r>
          </a:p>
          <a:p>
            <a:pPr>
              <a:lnSpc>
                <a:spcPct val="150000"/>
              </a:lnSpc>
            </a:pPr>
            <a:r>
              <a:rPr lang="en-US" sz="2800" dirty="0"/>
              <a:t>- Too general (no specific system)</a:t>
            </a:r>
            <a:br>
              <a:rPr lang="en-US" sz="2800" dirty="0"/>
            </a:br>
            <a:r>
              <a:rPr lang="en-US" sz="2800" dirty="0"/>
              <a:t>- No diagrams</a:t>
            </a:r>
            <a:br>
              <a:rPr lang="en-US" sz="2800" dirty="0"/>
            </a:br>
            <a:r>
              <a:rPr lang="en-US" sz="2800" dirty="0"/>
              <a:t>- No justification</a:t>
            </a:r>
            <a:br>
              <a:rPr lang="en-US" sz="2800" dirty="0"/>
            </a:br>
            <a:r>
              <a:rPr lang="en-US" sz="2800" dirty="0"/>
              <a:t>- No sustainability</a:t>
            </a:r>
            <a:br>
              <a:rPr lang="en-US" sz="2800" dirty="0"/>
            </a:br>
            <a:r>
              <a:rPr lang="en-US" sz="2800" dirty="0"/>
              <a:t>- No real business problem</a:t>
            </a:r>
          </a:p>
        </p:txBody>
      </p:sp>
      <p:sp>
        <p:nvSpPr>
          <p:cNvPr id="22533" name="Slide Number Placeholder 3">
            <a:extLst>
              <a:ext uri="{FF2B5EF4-FFF2-40B4-BE49-F238E27FC236}">
                <a16:creationId xmlns:a16="http://schemas.microsoft.com/office/drawing/2014/main" id="{7E93F424-1EAE-7626-4FB3-53B8333ECCC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45</a:t>
            </a:fld>
            <a:endParaRPr lang="en-US" altLang="en-US" sz="900">
              <a:solidFill>
                <a:srgbClr val="FFFFFF"/>
              </a:solidFill>
            </a:endParaRPr>
          </a:p>
        </p:txBody>
      </p:sp>
      <p:pic>
        <p:nvPicPr>
          <p:cNvPr id="22534" name="Picture 5">
            <a:extLst>
              <a:ext uri="{FF2B5EF4-FFF2-40B4-BE49-F238E27FC236}">
                <a16:creationId xmlns:a16="http://schemas.microsoft.com/office/drawing/2014/main" id="{5C99378A-23E5-2299-EDC4-6F3424E0A7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01845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68AA8-2C57-D7B6-8347-8A204C2576E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EC37A43-97EE-6C64-05D3-533C8015A7D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Preparation for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F348A2F6-84B8-B9F8-7758-E7D5F791441A}"/>
              </a:ext>
            </a:extLst>
          </p:cNvPr>
          <p:cNvSpPr>
            <a:spLocks noGrp="1" noChangeArrowheads="1"/>
          </p:cNvSpPr>
          <p:nvPr>
            <p:ph idx="1"/>
          </p:nvPr>
        </p:nvSpPr>
        <p:spPr>
          <a:xfrm>
            <a:off x="0" y="1307983"/>
            <a:ext cx="9144000" cy="4768352"/>
          </a:xfrm>
          <a:solidFill>
            <a:schemeClr val="bg1"/>
          </a:solidFill>
        </p:spPr>
        <p:txBody>
          <a:bodyPr/>
          <a:lstStyle/>
          <a:p>
            <a:pPr>
              <a:lnSpc>
                <a:spcPct val="150000"/>
              </a:lnSpc>
            </a:pPr>
            <a:r>
              <a:rPr lang="en-US" sz="2800" b="1" dirty="0"/>
              <a:t>FINAL PRO TIP</a:t>
            </a:r>
          </a:p>
          <a:p>
            <a:pPr>
              <a:lnSpc>
                <a:spcPct val="150000"/>
              </a:lnSpc>
            </a:pPr>
            <a:r>
              <a:rPr lang="en-US" sz="2800" dirty="0"/>
              <a:t>Think like this:</a:t>
            </a:r>
          </a:p>
          <a:p>
            <a:pPr>
              <a:lnSpc>
                <a:spcPct val="150000"/>
              </a:lnSpc>
            </a:pPr>
            <a:r>
              <a:rPr lang="en-US" sz="2800" dirty="0"/>
              <a:t>NOT:</a:t>
            </a:r>
          </a:p>
          <a:p>
            <a:pPr>
              <a:lnSpc>
                <a:spcPct val="150000"/>
              </a:lnSpc>
            </a:pPr>
            <a:r>
              <a:rPr lang="en-US" sz="2800" dirty="0"/>
              <a:t>“I write assignment”</a:t>
            </a:r>
          </a:p>
          <a:p>
            <a:pPr>
              <a:lnSpc>
                <a:spcPct val="150000"/>
              </a:lnSpc>
            </a:pPr>
            <a:r>
              <a:rPr lang="en-US" sz="2800" dirty="0"/>
              <a:t>BUT:</a:t>
            </a:r>
          </a:p>
          <a:p>
            <a:pPr>
              <a:lnSpc>
                <a:spcPct val="150000"/>
              </a:lnSpc>
            </a:pPr>
            <a:r>
              <a:rPr lang="en-US" sz="2800" dirty="0"/>
              <a:t>“I am designing a real IT system for a real company”</a:t>
            </a:r>
          </a:p>
        </p:txBody>
      </p:sp>
      <p:sp>
        <p:nvSpPr>
          <p:cNvPr id="22533" name="Slide Number Placeholder 3">
            <a:extLst>
              <a:ext uri="{FF2B5EF4-FFF2-40B4-BE49-F238E27FC236}">
                <a16:creationId xmlns:a16="http://schemas.microsoft.com/office/drawing/2014/main" id="{BF7D5E59-0961-9BFD-BA54-172E5D4C088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46</a:t>
            </a:fld>
            <a:endParaRPr lang="en-US" altLang="en-US" sz="900">
              <a:solidFill>
                <a:srgbClr val="FFFFFF"/>
              </a:solidFill>
            </a:endParaRPr>
          </a:p>
        </p:txBody>
      </p:sp>
      <p:pic>
        <p:nvPicPr>
          <p:cNvPr id="22534" name="Picture 5">
            <a:extLst>
              <a:ext uri="{FF2B5EF4-FFF2-40B4-BE49-F238E27FC236}">
                <a16:creationId xmlns:a16="http://schemas.microsoft.com/office/drawing/2014/main" id="{7E65F259-3E3E-3066-6D9B-3560A2FC83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46746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b="1" dirty="0">
                <a:solidFill>
                  <a:srgbClr val="00B0F0"/>
                </a:solidFill>
              </a:rPr>
              <a:t>Week 5 </a:t>
            </a:r>
            <a:r>
              <a:rPr lang="en-US" altLang="zh-CN" b="1" dirty="0">
                <a:solidFill>
                  <a:srgbClr val="00B0F0"/>
                </a:solidFill>
              </a:rPr>
              <a:t>Topics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IT Industry Needs and Trends </a:t>
            </a:r>
          </a:p>
          <a:p>
            <a:pPr marL="342900" lvl="0" indent="-342900">
              <a:buSzPts val="1000"/>
              <a:buFont typeface="Symbol" panose="05050102010706020507" pitchFamily="18" charset="2"/>
              <a:buChar char=""/>
              <a:tabLst>
                <a:tab pos="457200" algn="l"/>
              </a:tabLst>
            </a:pPr>
            <a:r>
              <a:rPr lang="en-AU" sz="2500" dirty="0">
                <a:latin typeface="Times New Roman" panose="02020603050405020304" pitchFamily="18" charset="0"/>
              </a:rPr>
              <a:t>Identifying key skills and capabilities required in IT Projects</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Tools and technologies for developing sustainable solutions</a:t>
            </a:r>
          </a:p>
          <a:p>
            <a:pPr marL="342900" lvl="0" indent="-342900">
              <a:buSzPts val="1000"/>
              <a:buFont typeface="Symbol" panose="05050102010706020507" pitchFamily="18" charset="2"/>
              <a:buChar char=""/>
              <a:tabLst>
                <a:tab pos="457200" algn="l"/>
              </a:tabLst>
            </a:pPr>
            <a:r>
              <a:rPr lang="en-AU" sz="2500" dirty="0">
                <a:latin typeface="Times New Roman" panose="02020603050405020304" pitchFamily="18" charset="0"/>
              </a:rPr>
              <a:t>Interpreting patents and identifying prior art</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47</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48091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75840-52BB-DBE5-5D3D-18811DAE20D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2E9BB51-B32B-DB2D-AE7E-F791E4D45B5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5 Pre-Class Video</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48C489AF-E35D-DC0D-F048-837E29106B71}"/>
              </a:ext>
            </a:extLst>
          </p:cNvPr>
          <p:cNvSpPr>
            <a:spLocks noGrp="1" noChangeArrowheads="1"/>
          </p:cNvSpPr>
          <p:nvPr>
            <p:ph idx="1"/>
          </p:nvPr>
        </p:nvSpPr>
        <p:spPr>
          <a:xfrm>
            <a:off x="558006" y="1835151"/>
            <a:ext cx="8027988" cy="1593849"/>
          </a:xfrm>
        </p:spPr>
        <p:txBody>
          <a:bodyPr/>
          <a:lstStyle/>
          <a:p>
            <a:r>
              <a:rPr lang="en-AU" sz="2400" b="0" i="0" u="none" strike="noStrike" baseline="0" dirty="0">
                <a:solidFill>
                  <a:srgbClr val="4B1858"/>
                </a:solidFill>
                <a:highlight>
                  <a:srgbClr val="FFFF00"/>
                </a:highlight>
                <a:latin typeface="Arial" panose="020B0604020202020204" pitchFamily="34" charset="0"/>
              </a:rPr>
              <a:t>YouTube Video: </a:t>
            </a:r>
          </a:p>
          <a:p>
            <a:pPr algn="l"/>
            <a:r>
              <a:rPr lang="en-AU" sz="2400" dirty="0">
                <a:solidFill>
                  <a:srgbClr val="4B1858"/>
                </a:solidFill>
                <a:latin typeface="Arial" panose="020B0604020202020204" pitchFamily="34" charset="0"/>
              </a:rPr>
              <a:t>Top 5 high paying tech skills for 2024:</a:t>
            </a:r>
          </a:p>
          <a:p>
            <a:r>
              <a:rPr lang="en-AU" sz="2400" b="0" i="0" u="none" strike="noStrike" baseline="0" dirty="0">
                <a:solidFill>
                  <a:srgbClr val="4B1858"/>
                </a:solidFill>
                <a:latin typeface="Arial" panose="020B0604020202020204" pitchFamily="34" charset="0"/>
                <a:hlinkClick r:id="rId2"/>
              </a:rPr>
              <a:t>https://www.youtube.com/watch?v=RmE8FFTk0L8</a:t>
            </a:r>
            <a:endParaRPr lang="en-AU" sz="2400" b="0" i="0" u="none" strike="noStrike" baseline="0" dirty="0">
              <a:solidFill>
                <a:srgbClr val="4B1858"/>
              </a:solidFill>
              <a:latin typeface="Arial" panose="020B0604020202020204" pitchFamily="34" charset="0"/>
            </a:endParaRPr>
          </a:p>
          <a:p>
            <a:endParaRPr lang="en-AU" sz="3600" dirty="0">
              <a:effectLs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D891A499-DBD0-E178-3281-8B87989CC03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E1E2652-4EC0-CA28-7387-7DBA9631217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48</a:t>
            </a:fld>
            <a:endParaRPr lang="en-US" altLang="en-US" sz="900">
              <a:solidFill>
                <a:srgbClr val="FFFFFF"/>
              </a:solidFill>
            </a:endParaRPr>
          </a:p>
        </p:txBody>
      </p:sp>
      <p:pic>
        <p:nvPicPr>
          <p:cNvPr id="22534" name="Picture 5">
            <a:extLst>
              <a:ext uri="{FF2B5EF4-FFF2-40B4-BE49-F238E27FC236}">
                <a16:creationId xmlns:a16="http://schemas.microsoft.com/office/drawing/2014/main" id="{363A06D9-D29E-6185-B953-3605A76D5F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FAB7CB06-B390-2D12-1C1F-4B77263B5F74}"/>
              </a:ext>
            </a:extLst>
          </p:cNvPr>
          <p:cNvPicPr>
            <a:picLocks noChangeAspect="1"/>
          </p:cNvPicPr>
          <p:nvPr/>
        </p:nvPicPr>
        <p:blipFill>
          <a:blip r:embed="rId4"/>
          <a:srcRect l="1937" t="27204" r="38063" b="12007"/>
          <a:stretch>
            <a:fillRect/>
          </a:stretch>
        </p:blipFill>
        <p:spPr>
          <a:xfrm>
            <a:off x="1828800" y="3332880"/>
            <a:ext cx="5486400" cy="3126658"/>
          </a:xfrm>
          <a:prstGeom prst="rect">
            <a:avLst/>
          </a:prstGeom>
        </p:spPr>
      </p:pic>
    </p:spTree>
    <p:extLst>
      <p:ext uri="{BB962C8B-B14F-4D97-AF65-F5344CB8AC3E}">
        <p14:creationId xmlns:p14="http://schemas.microsoft.com/office/powerpoint/2010/main" val="23331081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5979-EF2D-CBF5-AAB7-46734E01228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5978EF3-B86A-516D-C8D4-B6BDC09735E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5 Pre-Class Video</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662D04D-1E4D-EB8C-18E0-8074B856F0A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FABCF39-FD46-01E0-7ADA-48B13ED2340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49</a:t>
            </a:fld>
            <a:endParaRPr lang="en-US" altLang="en-US" sz="900">
              <a:solidFill>
                <a:srgbClr val="FFFFFF"/>
              </a:solidFill>
            </a:endParaRPr>
          </a:p>
        </p:txBody>
      </p:sp>
      <p:pic>
        <p:nvPicPr>
          <p:cNvPr id="22534" name="Picture 5">
            <a:extLst>
              <a:ext uri="{FF2B5EF4-FFF2-40B4-BE49-F238E27FC236}">
                <a16:creationId xmlns:a16="http://schemas.microsoft.com/office/drawing/2014/main" id="{C36DAE9F-88DC-D13B-C008-3B563D2A2B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0F09643C-F123-34CB-4183-917577213412}"/>
              </a:ext>
            </a:extLst>
          </p:cNvPr>
          <p:cNvSpPr txBox="1"/>
          <p:nvPr/>
        </p:nvSpPr>
        <p:spPr>
          <a:xfrm>
            <a:off x="0" y="2063507"/>
            <a:ext cx="9180511" cy="4549835"/>
          </a:xfrm>
          <a:prstGeom prst="rect">
            <a:avLst/>
          </a:prstGeom>
          <a:solidFill>
            <a:schemeClr val="bg1"/>
          </a:solidFill>
        </p:spPr>
        <p:txBody>
          <a:bodyPr wrap="square">
            <a:spAutoFit/>
          </a:bodyPr>
          <a:lstStyle/>
          <a:p>
            <a:pPr>
              <a:lnSpc>
                <a:spcPct val="150000"/>
              </a:lnSpc>
              <a:buNone/>
            </a:pPr>
            <a:r>
              <a:rPr lang="en-US" sz="2800" dirty="0">
                <a:latin typeface="+mn-lt"/>
              </a:rPr>
              <a:t>Key messages from the pre-class video</a:t>
            </a:r>
          </a:p>
          <a:p>
            <a:pPr>
              <a:lnSpc>
                <a:spcPct val="150000"/>
              </a:lnSpc>
              <a:buNone/>
            </a:pPr>
            <a:r>
              <a:rPr lang="en-US" sz="2800" dirty="0">
                <a:latin typeface="+mn-lt"/>
              </a:rPr>
              <a:t>The video explains that some less popular IT skills can lead to higher-paying jobs because fewer people know them and companies still need them.</a:t>
            </a:r>
          </a:p>
          <a:p>
            <a:pPr>
              <a:lnSpc>
                <a:spcPct val="150000"/>
              </a:lnSpc>
              <a:buNone/>
            </a:pPr>
            <a:r>
              <a:rPr lang="en-US" sz="2800" dirty="0">
                <a:latin typeface="+mn-lt"/>
              </a:rPr>
              <a:t>1. Do not choose a skill only because it is popular</a:t>
            </a:r>
          </a:p>
          <a:p>
            <a:pPr>
              <a:lnSpc>
                <a:spcPct val="150000"/>
              </a:lnSpc>
              <a:buNone/>
            </a:pPr>
            <a:r>
              <a:rPr lang="en-US" sz="2800" dirty="0">
                <a:latin typeface="+mn-lt"/>
              </a:rPr>
              <a:t>Web development is popular, but many people learn it. When many people have the same skill, employers may pay less.</a:t>
            </a:r>
          </a:p>
        </p:txBody>
      </p:sp>
      <p:pic>
        <p:nvPicPr>
          <p:cNvPr id="4" name="Picture 3">
            <a:extLst>
              <a:ext uri="{FF2B5EF4-FFF2-40B4-BE49-F238E27FC236}">
                <a16:creationId xmlns:a16="http://schemas.microsoft.com/office/drawing/2014/main" id="{6C80597D-9ED2-11F7-5CDB-B455AF56EC1C}"/>
              </a:ext>
            </a:extLst>
          </p:cNvPr>
          <p:cNvPicPr>
            <a:picLocks noChangeAspect="1"/>
          </p:cNvPicPr>
          <p:nvPr/>
        </p:nvPicPr>
        <p:blipFill>
          <a:blip r:embed="rId3"/>
          <a:srcRect l="1937" t="27204" r="38063" b="12007"/>
          <a:stretch>
            <a:fillRect/>
          </a:stretch>
        </p:blipFill>
        <p:spPr>
          <a:xfrm>
            <a:off x="6725264" y="1371344"/>
            <a:ext cx="2418735" cy="1378419"/>
          </a:xfrm>
          <a:prstGeom prst="rect">
            <a:avLst/>
          </a:prstGeom>
        </p:spPr>
      </p:pic>
    </p:spTree>
    <p:extLst>
      <p:ext uri="{BB962C8B-B14F-4D97-AF65-F5344CB8AC3E}">
        <p14:creationId xmlns:p14="http://schemas.microsoft.com/office/powerpoint/2010/main" val="36175433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1720-32CA-9CEF-32E1-616E4AE2007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54CEDEC-FBE1-7372-4C8E-CB6C60869FB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5 Pre-Class Video</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50EBF45-4EB7-0F16-E16B-289C5B48A6C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E238E45-44B3-B064-DB74-B7F3D14F6BB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50</a:t>
            </a:fld>
            <a:endParaRPr lang="en-US" altLang="en-US" sz="900">
              <a:solidFill>
                <a:srgbClr val="FFFFFF"/>
              </a:solidFill>
            </a:endParaRPr>
          </a:p>
        </p:txBody>
      </p:sp>
      <p:pic>
        <p:nvPicPr>
          <p:cNvPr id="22534" name="Picture 5">
            <a:extLst>
              <a:ext uri="{FF2B5EF4-FFF2-40B4-BE49-F238E27FC236}">
                <a16:creationId xmlns:a16="http://schemas.microsoft.com/office/drawing/2014/main" id="{5B126BC3-161E-D7A8-4249-BF32BF77CF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6B0FED6A-B387-EFCF-6F44-068D15EE00A7}"/>
              </a:ext>
            </a:extLst>
          </p:cNvPr>
          <p:cNvSpPr txBox="1"/>
          <p:nvPr/>
        </p:nvSpPr>
        <p:spPr>
          <a:xfrm>
            <a:off x="0" y="2063507"/>
            <a:ext cx="9180511" cy="1964512"/>
          </a:xfrm>
          <a:prstGeom prst="rect">
            <a:avLst/>
          </a:prstGeom>
          <a:solidFill>
            <a:schemeClr val="bg1"/>
          </a:solidFill>
        </p:spPr>
        <p:txBody>
          <a:bodyPr wrap="square">
            <a:spAutoFit/>
          </a:bodyPr>
          <a:lstStyle/>
          <a:p>
            <a:pPr>
              <a:lnSpc>
                <a:spcPct val="150000"/>
              </a:lnSpc>
            </a:pPr>
            <a:r>
              <a:rPr lang="en-US" sz="2800" b="1" dirty="0">
                <a:latin typeface="+mn-lt"/>
              </a:rPr>
              <a:t>2. Supply and demand matter</a:t>
            </a:r>
          </a:p>
          <a:p>
            <a:pPr>
              <a:lnSpc>
                <a:spcPct val="150000"/>
              </a:lnSpc>
            </a:pPr>
            <a:r>
              <a:rPr lang="en-US" sz="2800" dirty="0">
                <a:latin typeface="+mn-lt"/>
              </a:rPr>
              <a:t>If a skill is needed by companies but fewer people know it, that skill can become more valuable.</a:t>
            </a:r>
          </a:p>
        </p:txBody>
      </p:sp>
      <p:pic>
        <p:nvPicPr>
          <p:cNvPr id="4" name="Picture 3">
            <a:extLst>
              <a:ext uri="{FF2B5EF4-FFF2-40B4-BE49-F238E27FC236}">
                <a16:creationId xmlns:a16="http://schemas.microsoft.com/office/drawing/2014/main" id="{6577BD84-3F6C-88C2-907D-222F1BA09A05}"/>
              </a:ext>
            </a:extLst>
          </p:cNvPr>
          <p:cNvPicPr>
            <a:picLocks noChangeAspect="1"/>
          </p:cNvPicPr>
          <p:nvPr/>
        </p:nvPicPr>
        <p:blipFill>
          <a:blip r:embed="rId3"/>
          <a:srcRect l="1937" t="27204" r="38063" b="12007"/>
          <a:stretch>
            <a:fillRect/>
          </a:stretch>
        </p:blipFill>
        <p:spPr>
          <a:xfrm>
            <a:off x="6725264" y="1371344"/>
            <a:ext cx="2418735" cy="1378419"/>
          </a:xfrm>
          <a:prstGeom prst="rect">
            <a:avLst/>
          </a:prstGeom>
        </p:spPr>
      </p:pic>
    </p:spTree>
    <p:extLst>
      <p:ext uri="{BB962C8B-B14F-4D97-AF65-F5344CB8AC3E}">
        <p14:creationId xmlns:p14="http://schemas.microsoft.com/office/powerpoint/2010/main" val="21719641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47A16-556A-4591-2180-4FFE77D8D10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D12B1C-E2D0-BD07-2686-0E179AAEE17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B8F31BD-A954-17DB-4856-9448E5A1915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51</a:t>
            </a:fld>
            <a:endParaRPr lang="en-US" altLang="en-US" sz="900">
              <a:solidFill>
                <a:srgbClr val="FFFFFF"/>
              </a:solidFill>
            </a:endParaRPr>
          </a:p>
        </p:txBody>
      </p:sp>
      <p:pic>
        <p:nvPicPr>
          <p:cNvPr id="22534" name="Picture 5">
            <a:extLst>
              <a:ext uri="{FF2B5EF4-FFF2-40B4-BE49-F238E27FC236}">
                <a16:creationId xmlns:a16="http://schemas.microsoft.com/office/drawing/2014/main" id="{E63C31AE-507D-3681-20D0-9D8E71365B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290B46F4-453D-06E7-F7BC-89F66C391049}"/>
              </a:ext>
            </a:extLst>
          </p:cNvPr>
          <p:cNvSpPr txBox="1"/>
          <p:nvPr/>
        </p:nvSpPr>
        <p:spPr>
          <a:xfrm>
            <a:off x="0" y="1254906"/>
            <a:ext cx="9180511" cy="671851"/>
          </a:xfrm>
          <a:prstGeom prst="rect">
            <a:avLst/>
          </a:prstGeom>
          <a:solidFill>
            <a:schemeClr val="bg1"/>
          </a:solidFill>
        </p:spPr>
        <p:txBody>
          <a:bodyPr wrap="square">
            <a:spAutoFit/>
          </a:bodyPr>
          <a:lstStyle/>
          <a:p>
            <a:pPr>
              <a:lnSpc>
                <a:spcPct val="150000"/>
              </a:lnSpc>
            </a:pPr>
            <a:r>
              <a:rPr lang="en-US" sz="2800" b="1" dirty="0">
                <a:latin typeface="+mn-lt"/>
              </a:rPr>
              <a:t>3. Five high-paying tech skills mentioned</a:t>
            </a:r>
          </a:p>
        </p:txBody>
      </p:sp>
      <p:pic>
        <p:nvPicPr>
          <p:cNvPr id="4" name="Picture 3">
            <a:extLst>
              <a:ext uri="{FF2B5EF4-FFF2-40B4-BE49-F238E27FC236}">
                <a16:creationId xmlns:a16="http://schemas.microsoft.com/office/drawing/2014/main" id="{5E349E9E-33F2-2CD3-96D9-133FCD09B69F}"/>
              </a:ext>
            </a:extLst>
          </p:cNvPr>
          <p:cNvPicPr>
            <a:picLocks noChangeAspect="1"/>
          </p:cNvPicPr>
          <p:nvPr/>
        </p:nvPicPr>
        <p:blipFill>
          <a:blip r:embed="rId3"/>
          <a:srcRect l="1937" t="27204" r="38063" b="12007"/>
          <a:stretch>
            <a:fillRect/>
          </a:stretch>
        </p:blipFill>
        <p:spPr>
          <a:xfrm>
            <a:off x="7535917" y="1371345"/>
            <a:ext cx="1608082" cy="916434"/>
          </a:xfrm>
          <a:prstGeom prst="rect">
            <a:avLst/>
          </a:prstGeom>
        </p:spPr>
      </p:pic>
      <p:sp>
        <p:nvSpPr>
          <p:cNvPr id="6146" name="Title 1">
            <a:extLst>
              <a:ext uri="{FF2B5EF4-FFF2-40B4-BE49-F238E27FC236}">
                <a16:creationId xmlns:a16="http://schemas.microsoft.com/office/drawing/2014/main" id="{8942226F-CFF8-2D86-2381-CABF98BC890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5 Pre-Class Video</a:t>
            </a:r>
            <a:endParaRPr lang="en-AU" altLang="en-US" b="1" dirty="0">
              <a:solidFill>
                <a:srgbClr val="00B0F0"/>
              </a:solidFill>
            </a:endParaRPr>
          </a:p>
        </p:txBody>
      </p:sp>
      <p:graphicFrame>
        <p:nvGraphicFramePr>
          <p:cNvPr id="3" name="Table 2">
            <a:extLst>
              <a:ext uri="{FF2B5EF4-FFF2-40B4-BE49-F238E27FC236}">
                <a16:creationId xmlns:a16="http://schemas.microsoft.com/office/drawing/2014/main" id="{D90F0A77-155D-DC72-B6B1-9FA780B75DFA}"/>
              </a:ext>
            </a:extLst>
          </p:cNvPr>
          <p:cNvGraphicFramePr>
            <a:graphicFrameLocks noGrp="1"/>
          </p:cNvGraphicFramePr>
          <p:nvPr>
            <p:extLst>
              <p:ext uri="{D42A27DB-BD31-4B8C-83A1-F6EECF244321}">
                <p14:modId xmlns:p14="http://schemas.microsoft.com/office/powerpoint/2010/main" val="138890744"/>
              </p:ext>
            </p:extLst>
          </p:nvPr>
        </p:nvGraphicFramePr>
        <p:xfrm>
          <a:off x="539750" y="2261396"/>
          <a:ext cx="7543800" cy="3840480"/>
        </p:xfrm>
        <a:graphic>
          <a:graphicData uri="http://schemas.openxmlformats.org/drawingml/2006/table">
            <a:tbl>
              <a:tblPr>
                <a:tableStyleId>{ED083AE6-46FA-4A59-8FB0-9F97EB10719F}</a:tableStyleId>
              </a:tblPr>
              <a:tblGrid>
                <a:gridCol w="2514600">
                  <a:extLst>
                    <a:ext uri="{9D8B030D-6E8A-4147-A177-3AD203B41FA5}">
                      <a16:colId xmlns:a16="http://schemas.microsoft.com/office/drawing/2014/main" val="4161128806"/>
                    </a:ext>
                  </a:extLst>
                </a:gridCol>
                <a:gridCol w="2514600">
                  <a:extLst>
                    <a:ext uri="{9D8B030D-6E8A-4147-A177-3AD203B41FA5}">
                      <a16:colId xmlns:a16="http://schemas.microsoft.com/office/drawing/2014/main" val="808687020"/>
                    </a:ext>
                  </a:extLst>
                </a:gridCol>
                <a:gridCol w="2514600">
                  <a:extLst>
                    <a:ext uri="{9D8B030D-6E8A-4147-A177-3AD203B41FA5}">
                      <a16:colId xmlns:a16="http://schemas.microsoft.com/office/drawing/2014/main" val="1247546185"/>
                    </a:ext>
                  </a:extLst>
                </a:gridCol>
              </a:tblGrid>
              <a:tr h="0">
                <a:tc>
                  <a:txBody>
                    <a:bodyPr/>
                    <a:lstStyle/>
                    <a:p>
                      <a:pPr>
                        <a:buNone/>
                      </a:pPr>
                      <a:r>
                        <a:rPr lang="en-US" dirty="0"/>
                        <a:t>Skill</a:t>
                      </a:r>
                    </a:p>
                  </a:txBody>
                  <a:tcPr anchor="ctr">
                    <a:solidFill>
                      <a:schemeClr val="accent1">
                        <a:lumMod val="20000"/>
                        <a:lumOff val="80000"/>
                      </a:schemeClr>
                    </a:solidFill>
                  </a:tcPr>
                </a:tc>
                <a:tc>
                  <a:txBody>
                    <a:bodyPr/>
                    <a:lstStyle/>
                    <a:p>
                      <a:pPr>
                        <a:buNone/>
                      </a:pPr>
                      <a:r>
                        <a:rPr lang="en-US" dirty="0"/>
                        <a:t>Simple meaning</a:t>
                      </a:r>
                    </a:p>
                  </a:txBody>
                  <a:tcPr anchor="ctr">
                    <a:solidFill>
                      <a:schemeClr val="accent1">
                        <a:lumMod val="20000"/>
                        <a:lumOff val="80000"/>
                      </a:schemeClr>
                    </a:solidFill>
                  </a:tcPr>
                </a:tc>
                <a:tc>
                  <a:txBody>
                    <a:bodyPr/>
                    <a:lstStyle/>
                    <a:p>
                      <a:pPr>
                        <a:buNone/>
                      </a:pPr>
                      <a:r>
                        <a:rPr lang="en-US" dirty="0"/>
                        <a:t>Related jobs</a:t>
                      </a:r>
                    </a:p>
                  </a:txBody>
                  <a:tcPr anchor="ctr">
                    <a:solidFill>
                      <a:schemeClr val="accent1">
                        <a:lumMod val="20000"/>
                        <a:lumOff val="80000"/>
                      </a:schemeClr>
                    </a:solidFill>
                  </a:tcPr>
                </a:tc>
                <a:extLst>
                  <a:ext uri="{0D108BD9-81ED-4DB2-BD59-A6C34878D82A}">
                    <a16:rowId xmlns:a16="http://schemas.microsoft.com/office/drawing/2014/main" val="1365745209"/>
                  </a:ext>
                </a:extLst>
              </a:tr>
              <a:tr h="0">
                <a:tc>
                  <a:txBody>
                    <a:bodyPr/>
                    <a:lstStyle/>
                    <a:p>
                      <a:pPr>
                        <a:buNone/>
                      </a:pPr>
                      <a:r>
                        <a:rPr lang="en-US"/>
                        <a:t>Go programming</a:t>
                      </a:r>
                    </a:p>
                  </a:txBody>
                  <a:tcPr anchor="ctr"/>
                </a:tc>
                <a:tc>
                  <a:txBody>
                    <a:bodyPr/>
                    <a:lstStyle/>
                    <a:p>
                      <a:pPr>
                        <a:buNone/>
                      </a:pPr>
                      <a:r>
                        <a:rPr lang="en-US"/>
                        <a:t>A simple but powerful programming language</a:t>
                      </a:r>
                    </a:p>
                  </a:txBody>
                  <a:tcPr anchor="ctr"/>
                </a:tc>
                <a:tc>
                  <a:txBody>
                    <a:bodyPr/>
                    <a:lstStyle/>
                    <a:p>
                      <a:pPr>
                        <a:buNone/>
                      </a:pPr>
                      <a:r>
                        <a:rPr lang="en-US"/>
                        <a:t>Backend developer, cloud engineer</a:t>
                      </a:r>
                    </a:p>
                  </a:txBody>
                  <a:tcPr anchor="ctr"/>
                </a:tc>
                <a:extLst>
                  <a:ext uri="{0D108BD9-81ED-4DB2-BD59-A6C34878D82A}">
                    <a16:rowId xmlns:a16="http://schemas.microsoft.com/office/drawing/2014/main" val="3970392982"/>
                  </a:ext>
                </a:extLst>
              </a:tr>
              <a:tr h="0">
                <a:tc>
                  <a:txBody>
                    <a:bodyPr/>
                    <a:lstStyle/>
                    <a:p>
                      <a:pPr>
                        <a:buNone/>
                      </a:pPr>
                      <a:r>
                        <a:rPr lang="en-US"/>
                        <a:t>Rust</a:t>
                      </a:r>
                    </a:p>
                  </a:txBody>
                  <a:tcPr anchor="ctr"/>
                </a:tc>
                <a:tc>
                  <a:txBody>
                    <a:bodyPr/>
                    <a:lstStyle/>
                    <a:p>
                      <a:pPr>
                        <a:buNone/>
                      </a:pPr>
                      <a:r>
                        <a:rPr lang="en-US"/>
                        <a:t>A fast and safe programming language</a:t>
                      </a:r>
                    </a:p>
                  </a:txBody>
                  <a:tcPr anchor="ctr"/>
                </a:tc>
                <a:tc>
                  <a:txBody>
                    <a:bodyPr/>
                    <a:lstStyle/>
                    <a:p>
                      <a:pPr>
                        <a:buNone/>
                      </a:pPr>
                      <a:r>
                        <a:rPr lang="en-US"/>
                        <a:t>Systems developer, game developer</a:t>
                      </a:r>
                    </a:p>
                  </a:txBody>
                  <a:tcPr anchor="ctr"/>
                </a:tc>
                <a:extLst>
                  <a:ext uri="{0D108BD9-81ED-4DB2-BD59-A6C34878D82A}">
                    <a16:rowId xmlns:a16="http://schemas.microsoft.com/office/drawing/2014/main" val="749279471"/>
                  </a:ext>
                </a:extLst>
              </a:tr>
              <a:tr h="0">
                <a:tc>
                  <a:txBody>
                    <a:bodyPr/>
                    <a:lstStyle/>
                    <a:p>
                      <a:pPr>
                        <a:buNone/>
                      </a:pPr>
                      <a:r>
                        <a:rPr lang="en-US"/>
                        <a:t>Docker &amp; Kubernetes</a:t>
                      </a:r>
                    </a:p>
                  </a:txBody>
                  <a:tcPr anchor="ctr"/>
                </a:tc>
                <a:tc>
                  <a:txBody>
                    <a:bodyPr/>
                    <a:lstStyle/>
                    <a:p>
                      <a:pPr>
                        <a:buNone/>
                      </a:pPr>
                      <a:r>
                        <a:rPr lang="en-US"/>
                        <a:t>Tools for packaging, running, and managing apps</a:t>
                      </a:r>
                    </a:p>
                  </a:txBody>
                  <a:tcPr anchor="ctr"/>
                </a:tc>
                <a:tc>
                  <a:txBody>
                    <a:bodyPr/>
                    <a:lstStyle/>
                    <a:p>
                      <a:pPr>
                        <a:buNone/>
                      </a:pPr>
                      <a:r>
                        <a:rPr lang="en-US"/>
                        <a:t>DevOps engineer</a:t>
                      </a:r>
                    </a:p>
                  </a:txBody>
                  <a:tcPr anchor="ctr"/>
                </a:tc>
                <a:extLst>
                  <a:ext uri="{0D108BD9-81ED-4DB2-BD59-A6C34878D82A}">
                    <a16:rowId xmlns:a16="http://schemas.microsoft.com/office/drawing/2014/main" val="3241420177"/>
                  </a:ext>
                </a:extLst>
              </a:tr>
              <a:tr h="0">
                <a:tc>
                  <a:txBody>
                    <a:bodyPr/>
                    <a:lstStyle/>
                    <a:p>
                      <a:pPr>
                        <a:buNone/>
                      </a:pPr>
                      <a:r>
                        <a:rPr lang="en-US"/>
                        <a:t>Cloud platforms</a:t>
                      </a:r>
                    </a:p>
                  </a:txBody>
                  <a:tcPr anchor="ctr"/>
                </a:tc>
                <a:tc>
                  <a:txBody>
                    <a:bodyPr/>
                    <a:lstStyle/>
                    <a:p>
                      <a:pPr>
                        <a:buNone/>
                      </a:pPr>
                      <a:r>
                        <a:rPr lang="en-US"/>
                        <a:t>Services like AWS, Azure, and Google Cloud</a:t>
                      </a:r>
                    </a:p>
                  </a:txBody>
                  <a:tcPr anchor="ctr"/>
                </a:tc>
                <a:tc>
                  <a:txBody>
                    <a:bodyPr/>
                    <a:lstStyle/>
                    <a:p>
                      <a:pPr>
                        <a:buNone/>
                      </a:pPr>
                      <a:r>
                        <a:rPr lang="en-US"/>
                        <a:t>Cloud engineer</a:t>
                      </a:r>
                    </a:p>
                  </a:txBody>
                  <a:tcPr anchor="ctr"/>
                </a:tc>
                <a:extLst>
                  <a:ext uri="{0D108BD9-81ED-4DB2-BD59-A6C34878D82A}">
                    <a16:rowId xmlns:a16="http://schemas.microsoft.com/office/drawing/2014/main" val="3203613244"/>
                  </a:ext>
                </a:extLst>
              </a:tr>
              <a:tr h="0">
                <a:tc>
                  <a:txBody>
                    <a:bodyPr/>
                    <a:lstStyle/>
                    <a:p>
                      <a:pPr>
                        <a:buNone/>
                      </a:pPr>
                      <a:r>
                        <a:rPr lang="en-US"/>
                        <a:t>MapReduce / Hadoop</a:t>
                      </a:r>
                    </a:p>
                  </a:txBody>
                  <a:tcPr anchor="ctr"/>
                </a:tc>
                <a:tc>
                  <a:txBody>
                    <a:bodyPr/>
                    <a:lstStyle/>
                    <a:p>
                      <a:pPr>
                        <a:buNone/>
                      </a:pPr>
                      <a:r>
                        <a:rPr lang="en-US"/>
                        <a:t>Tools for processing very large data</a:t>
                      </a:r>
                    </a:p>
                  </a:txBody>
                  <a:tcPr anchor="ctr"/>
                </a:tc>
                <a:tc>
                  <a:txBody>
                    <a:bodyPr/>
                    <a:lstStyle/>
                    <a:p>
                      <a:pPr>
                        <a:buNone/>
                      </a:pPr>
                      <a:r>
                        <a:rPr lang="en-US" dirty="0"/>
                        <a:t>Data engineer</a:t>
                      </a:r>
                    </a:p>
                  </a:txBody>
                  <a:tcPr anchor="ctr"/>
                </a:tc>
                <a:extLst>
                  <a:ext uri="{0D108BD9-81ED-4DB2-BD59-A6C34878D82A}">
                    <a16:rowId xmlns:a16="http://schemas.microsoft.com/office/drawing/2014/main" val="1887804714"/>
                  </a:ext>
                </a:extLst>
              </a:tr>
            </a:tbl>
          </a:graphicData>
        </a:graphic>
      </p:graphicFrame>
    </p:spTree>
    <p:extLst>
      <p:ext uri="{BB962C8B-B14F-4D97-AF65-F5344CB8AC3E}">
        <p14:creationId xmlns:p14="http://schemas.microsoft.com/office/powerpoint/2010/main" val="41194362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266A3-1B92-B56B-989D-522C31D546A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5799677-4261-2708-FE27-F262B270199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DE1AC0B-7EB9-499D-2779-D9988555CE6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52</a:t>
            </a:fld>
            <a:endParaRPr lang="en-US" altLang="en-US" sz="900">
              <a:solidFill>
                <a:srgbClr val="FFFFFF"/>
              </a:solidFill>
            </a:endParaRPr>
          </a:p>
        </p:txBody>
      </p:sp>
      <p:pic>
        <p:nvPicPr>
          <p:cNvPr id="22534" name="Picture 5">
            <a:extLst>
              <a:ext uri="{FF2B5EF4-FFF2-40B4-BE49-F238E27FC236}">
                <a16:creationId xmlns:a16="http://schemas.microsoft.com/office/drawing/2014/main" id="{FA770ABD-8629-DB32-018E-1F24B19B1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FF98CBD-5A24-F3D0-185C-C79E6E787362}"/>
              </a:ext>
            </a:extLst>
          </p:cNvPr>
          <p:cNvSpPr txBox="1"/>
          <p:nvPr/>
        </p:nvSpPr>
        <p:spPr>
          <a:xfrm>
            <a:off x="-18256" y="1823227"/>
            <a:ext cx="9180511" cy="3903504"/>
          </a:xfrm>
          <a:prstGeom prst="rect">
            <a:avLst/>
          </a:prstGeom>
          <a:solidFill>
            <a:schemeClr val="bg1"/>
          </a:solidFill>
        </p:spPr>
        <p:txBody>
          <a:bodyPr wrap="square">
            <a:spAutoFit/>
          </a:bodyPr>
          <a:lstStyle/>
          <a:p>
            <a:pPr>
              <a:lnSpc>
                <a:spcPct val="150000"/>
              </a:lnSpc>
            </a:pPr>
            <a:r>
              <a:rPr lang="en-US" sz="2800" b="1" dirty="0">
                <a:latin typeface="+mn-lt"/>
              </a:rPr>
              <a:t>4. Docker is like a portable kitchen</a:t>
            </a:r>
          </a:p>
          <a:p>
            <a:pPr>
              <a:lnSpc>
                <a:spcPct val="150000"/>
              </a:lnSpc>
            </a:pPr>
            <a:r>
              <a:rPr lang="en-US" sz="2800" dirty="0">
                <a:latin typeface="+mn-lt"/>
              </a:rPr>
              <a:t>Docker packages an app with everything it needs, so it can run the same way on different computers.</a:t>
            </a:r>
          </a:p>
          <a:p>
            <a:pPr>
              <a:lnSpc>
                <a:spcPct val="150000"/>
              </a:lnSpc>
            </a:pPr>
            <a:r>
              <a:rPr lang="en-US" sz="2800" b="1" dirty="0">
                <a:latin typeface="+mn-lt"/>
              </a:rPr>
              <a:t>5. Kubernetes manages many containers</a:t>
            </a:r>
          </a:p>
          <a:p>
            <a:pPr>
              <a:lnSpc>
                <a:spcPct val="150000"/>
              </a:lnSpc>
            </a:pPr>
            <a:r>
              <a:rPr lang="en-US" sz="2800" dirty="0">
                <a:latin typeface="+mn-lt"/>
              </a:rPr>
              <a:t>Kubernetes helps run, restart, scale, and update applications automatically.</a:t>
            </a:r>
          </a:p>
        </p:txBody>
      </p:sp>
      <p:pic>
        <p:nvPicPr>
          <p:cNvPr id="4" name="Picture 3">
            <a:extLst>
              <a:ext uri="{FF2B5EF4-FFF2-40B4-BE49-F238E27FC236}">
                <a16:creationId xmlns:a16="http://schemas.microsoft.com/office/drawing/2014/main" id="{36194EDF-4C48-CBF2-9B15-D5D6669EE736}"/>
              </a:ext>
            </a:extLst>
          </p:cNvPr>
          <p:cNvPicPr>
            <a:picLocks noChangeAspect="1"/>
          </p:cNvPicPr>
          <p:nvPr/>
        </p:nvPicPr>
        <p:blipFill>
          <a:blip r:embed="rId3"/>
          <a:srcRect l="1937" t="27204" r="38063" b="12007"/>
          <a:stretch>
            <a:fillRect/>
          </a:stretch>
        </p:blipFill>
        <p:spPr>
          <a:xfrm>
            <a:off x="7535917" y="1371345"/>
            <a:ext cx="1608082" cy="916434"/>
          </a:xfrm>
          <a:prstGeom prst="rect">
            <a:avLst/>
          </a:prstGeom>
        </p:spPr>
      </p:pic>
      <p:sp>
        <p:nvSpPr>
          <p:cNvPr id="6146" name="Title 1">
            <a:extLst>
              <a:ext uri="{FF2B5EF4-FFF2-40B4-BE49-F238E27FC236}">
                <a16:creationId xmlns:a16="http://schemas.microsoft.com/office/drawing/2014/main" id="{75AF2E06-37F7-4477-44A2-896A6E26BD8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5 Pre-Class Video</a:t>
            </a:r>
            <a:endParaRPr lang="en-AU" altLang="en-US" b="1" dirty="0">
              <a:solidFill>
                <a:srgbClr val="00B0F0"/>
              </a:solidFill>
            </a:endParaRPr>
          </a:p>
        </p:txBody>
      </p:sp>
    </p:spTree>
    <p:extLst>
      <p:ext uri="{BB962C8B-B14F-4D97-AF65-F5344CB8AC3E}">
        <p14:creationId xmlns:p14="http://schemas.microsoft.com/office/powerpoint/2010/main" val="11869153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74E41-CD8D-E534-E4A1-06C2720BDB3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0A0588-057B-48A8-680A-F5570E24CFF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1216CA6-27DF-734A-C139-2F04D348BA9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53</a:t>
            </a:fld>
            <a:endParaRPr lang="en-US" altLang="en-US" sz="900">
              <a:solidFill>
                <a:srgbClr val="FFFFFF"/>
              </a:solidFill>
            </a:endParaRPr>
          </a:p>
        </p:txBody>
      </p:sp>
      <p:pic>
        <p:nvPicPr>
          <p:cNvPr id="22534" name="Picture 5">
            <a:extLst>
              <a:ext uri="{FF2B5EF4-FFF2-40B4-BE49-F238E27FC236}">
                <a16:creationId xmlns:a16="http://schemas.microsoft.com/office/drawing/2014/main" id="{A8420656-42C5-49B9-1F9D-33B84425BF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631403DF-B211-A9DE-5A5F-E2C8E4811126}"/>
              </a:ext>
            </a:extLst>
          </p:cNvPr>
          <p:cNvSpPr txBox="1"/>
          <p:nvPr/>
        </p:nvSpPr>
        <p:spPr>
          <a:xfrm>
            <a:off x="-18256" y="1823227"/>
            <a:ext cx="9180511" cy="3903504"/>
          </a:xfrm>
          <a:prstGeom prst="rect">
            <a:avLst/>
          </a:prstGeom>
          <a:solidFill>
            <a:schemeClr val="bg1"/>
          </a:solidFill>
        </p:spPr>
        <p:txBody>
          <a:bodyPr wrap="square">
            <a:spAutoFit/>
          </a:bodyPr>
          <a:lstStyle/>
          <a:p>
            <a:pPr>
              <a:lnSpc>
                <a:spcPct val="150000"/>
              </a:lnSpc>
            </a:pPr>
            <a:r>
              <a:rPr lang="en-US" sz="2800" b="1" dirty="0">
                <a:latin typeface="+mn-lt"/>
              </a:rPr>
              <a:t>6. Cloud skills are very important</a:t>
            </a:r>
          </a:p>
          <a:p>
            <a:pPr>
              <a:lnSpc>
                <a:spcPct val="150000"/>
              </a:lnSpc>
            </a:pPr>
            <a:r>
              <a:rPr lang="en-US" sz="2800" dirty="0">
                <a:latin typeface="+mn-lt"/>
              </a:rPr>
              <a:t>Modern companies use cloud services to host apps, store data, and manage systems.</a:t>
            </a:r>
          </a:p>
          <a:p>
            <a:pPr>
              <a:lnSpc>
                <a:spcPct val="150000"/>
              </a:lnSpc>
            </a:pPr>
            <a:r>
              <a:rPr lang="en-US" sz="2800" b="1" dirty="0">
                <a:latin typeface="+mn-lt"/>
              </a:rPr>
              <a:t>7. MapReduce is useful for big data</a:t>
            </a:r>
          </a:p>
          <a:p>
            <a:pPr>
              <a:lnSpc>
                <a:spcPct val="150000"/>
              </a:lnSpc>
            </a:pPr>
            <a:r>
              <a:rPr lang="en-US" sz="2800" dirty="0">
                <a:latin typeface="+mn-lt"/>
              </a:rPr>
              <a:t>It breaks a huge task into smaller parts, processes them separately, then combines the results.</a:t>
            </a:r>
          </a:p>
        </p:txBody>
      </p:sp>
      <p:pic>
        <p:nvPicPr>
          <p:cNvPr id="4" name="Picture 3">
            <a:extLst>
              <a:ext uri="{FF2B5EF4-FFF2-40B4-BE49-F238E27FC236}">
                <a16:creationId xmlns:a16="http://schemas.microsoft.com/office/drawing/2014/main" id="{09183644-4DCA-BEDB-02A8-BF5673966483}"/>
              </a:ext>
            </a:extLst>
          </p:cNvPr>
          <p:cNvPicPr>
            <a:picLocks noChangeAspect="1"/>
          </p:cNvPicPr>
          <p:nvPr/>
        </p:nvPicPr>
        <p:blipFill>
          <a:blip r:embed="rId3"/>
          <a:srcRect l="1937" t="27204" r="38063" b="12007"/>
          <a:stretch>
            <a:fillRect/>
          </a:stretch>
        </p:blipFill>
        <p:spPr>
          <a:xfrm>
            <a:off x="7535917" y="1371345"/>
            <a:ext cx="1608082" cy="916434"/>
          </a:xfrm>
          <a:prstGeom prst="rect">
            <a:avLst/>
          </a:prstGeom>
        </p:spPr>
      </p:pic>
      <p:sp>
        <p:nvSpPr>
          <p:cNvPr id="6146" name="Title 1">
            <a:extLst>
              <a:ext uri="{FF2B5EF4-FFF2-40B4-BE49-F238E27FC236}">
                <a16:creationId xmlns:a16="http://schemas.microsoft.com/office/drawing/2014/main" id="{7FE51667-12C8-7787-954D-A25EEA15C24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5 Pre-Class Video</a:t>
            </a:r>
            <a:endParaRPr lang="en-AU" altLang="en-US" b="1" dirty="0">
              <a:solidFill>
                <a:srgbClr val="00B0F0"/>
              </a:solidFill>
            </a:endParaRPr>
          </a:p>
        </p:txBody>
      </p:sp>
    </p:spTree>
    <p:extLst>
      <p:ext uri="{BB962C8B-B14F-4D97-AF65-F5344CB8AC3E}">
        <p14:creationId xmlns:p14="http://schemas.microsoft.com/office/powerpoint/2010/main" val="36346722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B0CA5-F7FE-846B-A0BE-A9C6FDCA8CC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4A314BB-5DB1-45EA-4D85-EABF2903B4C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6990F84-E3BF-CFE6-1F4A-6DD1AF63061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54</a:t>
            </a:fld>
            <a:endParaRPr lang="en-US" altLang="en-US" sz="900">
              <a:solidFill>
                <a:srgbClr val="FFFFFF"/>
              </a:solidFill>
            </a:endParaRPr>
          </a:p>
        </p:txBody>
      </p:sp>
      <p:pic>
        <p:nvPicPr>
          <p:cNvPr id="22534" name="Picture 5">
            <a:extLst>
              <a:ext uri="{FF2B5EF4-FFF2-40B4-BE49-F238E27FC236}">
                <a16:creationId xmlns:a16="http://schemas.microsoft.com/office/drawing/2014/main" id="{8579E5A8-3CA0-33DA-4A41-79834C5D61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27441A0-4168-1B5B-37BC-4764ADEF03FD}"/>
              </a:ext>
            </a:extLst>
          </p:cNvPr>
          <p:cNvSpPr txBox="1"/>
          <p:nvPr/>
        </p:nvSpPr>
        <p:spPr>
          <a:xfrm>
            <a:off x="-18256" y="1823227"/>
            <a:ext cx="9180511" cy="2610843"/>
          </a:xfrm>
          <a:prstGeom prst="rect">
            <a:avLst/>
          </a:prstGeom>
          <a:solidFill>
            <a:schemeClr val="bg1"/>
          </a:solidFill>
        </p:spPr>
        <p:txBody>
          <a:bodyPr wrap="square">
            <a:spAutoFit/>
          </a:bodyPr>
          <a:lstStyle/>
          <a:p>
            <a:pPr>
              <a:lnSpc>
                <a:spcPct val="150000"/>
              </a:lnSpc>
            </a:pPr>
            <a:r>
              <a:rPr lang="en-US" sz="2800" b="1" dirty="0">
                <a:latin typeface="+mn-lt"/>
              </a:rPr>
              <a:t>8. Main lesson</a:t>
            </a:r>
          </a:p>
          <a:p>
            <a:pPr>
              <a:lnSpc>
                <a:spcPct val="150000"/>
              </a:lnSpc>
            </a:pPr>
            <a:r>
              <a:rPr lang="en-US" sz="2800" dirty="0">
                <a:latin typeface="+mn-lt"/>
              </a:rPr>
              <a:t>Students should explore modern IT skills such as cloud, DevOps, AI, and data engineering because these skills are highly relevant to industry projects and future employment.</a:t>
            </a:r>
          </a:p>
        </p:txBody>
      </p:sp>
      <p:pic>
        <p:nvPicPr>
          <p:cNvPr id="4" name="Picture 3">
            <a:extLst>
              <a:ext uri="{FF2B5EF4-FFF2-40B4-BE49-F238E27FC236}">
                <a16:creationId xmlns:a16="http://schemas.microsoft.com/office/drawing/2014/main" id="{19344B71-C197-498F-1FF2-2AA985DF4A28}"/>
              </a:ext>
            </a:extLst>
          </p:cNvPr>
          <p:cNvPicPr>
            <a:picLocks noChangeAspect="1"/>
          </p:cNvPicPr>
          <p:nvPr/>
        </p:nvPicPr>
        <p:blipFill>
          <a:blip r:embed="rId3"/>
          <a:srcRect l="1937" t="27204" r="38063" b="12007"/>
          <a:stretch>
            <a:fillRect/>
          </a:stretch>
        </p:blipFill>
        <p:spPr>
          <a:xfrm>
            <a:off x="7535917" y="1371345"/>
            <a:ext cx="1608082" cy="916434"/>
          </a:xfrm>
          <a:prstGeom prst="rect">
            <a:avLst/>
          </a:prstGeom>
        </p:spPr>
      </p:pic>
      <p:sp>
        <p:nvSpPr>
          <p:cNvPr id="6146" name="Title 1">
            <a:extLst>
              <a:ext uri="{FF2B5EF4-FFF2-40B4-BE49-F238E27FC236}">
                <a16:creationId xmlns:a16="http://schemas.microsoft.com/office/drawing/2014/main" id="{BEB31132-1496-BA2C-D337-BEEBA8C52860}"/>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5 Pre-Class Video</a:t>
            </a:r>
            <a:endParaRPr lang="en-AU" altLang="en-US" b="1" dirty="0">
              <a:solidFill>
                <a:srgbClr val="00B0F0"/>
              </a:solidFill>
            </a:endParaRPr>
          </a:p>
        </p:txBody>
      </p:sp>
    </p:spTree>
    <p:extLst>
      <p:ext uri="{BB962C8B-B14F-4D97-AF65-F5344CB8AC3E}">
        <p14:creationId xmlns:p14="http://schemas.microsoft.com/office/powerpoint/2010/main" val="15739433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Pre-Class Discussion</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0" y="1799884"/>
            <a:ext cx="9144000" cy="1332200"/>
          </a:xfrm>
        </p:spPr>
        <p:txBody>
          <a:bodyPr/>
          <a:lstStyle/>
          <a:p>
            <a:pPr marL="0" indent="0" algn="just" eaLnBrk="1" hangingPunct="1">
              <a:lnSpc>
                <a:spcPct val="150000"/>
              </a:lnSpc>
              <a:buClr>
                <a:schemeClr val="hlink"/>
              </a:buClr>
              <a:buNone/>
            </a:pPr>
            <a:r>
              <a:rPr lang="en-AU" sz="2800" dirty="0"/>
              <a:t>When prepping for a tech job, how do soft skills rank relative to tech skills?</a:t>
            </a:r>
          </a:p>
          <a:p>
            <a:pPr marL="0" indent="0" algn="just" eaLnBrk="1" hangingPunct="1">
              <a:lnSpc>
                <a:spcPct val="150000"/>
              </a:lnSpc>
              <a:buClr>
                <a:schemeClr val="hlink"/>
              </a:buClr>
              <a:buNone/>
            </a:pPr>
            <a:endParaRPr lang="en-AU" altLang="en-US" sz="3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F5F81939-B076-5CF7-E7C9-FD8A4D96CFF1}"/>
              </a:ext>
            </a:extLst>
          </p:cNvPr>
          <p:cNvSpPr txBox="1"/>
          <p:nvPr/>
        </p:nvSpPr>
        <p:spPr>
          <a:xfrm>
            <a:off x="-1" y="3132084"/>
            <a:ext cx="9143999" cy="2610843"/>
          </a:xfrm>
          <a:prstGeom prst="rect">
            <a:avLst/>
          </a:prstGeom>
          <a:noFill/>
        </p:spPr>
        <p:txBody>
          <a:bodyPr wrap="square">
            <a:spAutoFit/>
          </a:bodyPr>
          <a:lstStyle/>
          <a:p>
            <a:pPr>
              <a:lnSpc>
                <a:spcPct val="150000"/>
              </a:lnSpc>
              <a:buNone/>
            </a:pPr>
            <a:r>
              <a:rPr lang="en-US" sz="2800" dirty="0">
                <a:latin typeface="+mn-lt"/>
              </a:rPr>
              <a:t>Soft skills are very important, almost as important as technical skills.</a:t>
            </a:r>
          </a:p>
          <a:p>
            <a:pPr>
              <a:lnSpc>
                <a:spcPct val="150000"/>
              </a:lnSpc>
              <a:buNone/>
            </a:pPr>
            <a:r>
              <a:rPr lang="en-US" sz="2800" dirty="0">
                <a:latin typeface="+mn-lt"/>
              </a:rPr>
              <a:t>Technical skills help you do the job (like coding or using tools).</a:t>
            </a:r>
            <a:br>
              <a:rPr lang="en-US" sz="2800" dirty="0">
                <a:latin typeface="+mn-lt"/>
              </a:rPr>
            </a:br>
            <a:r>
              <a:rPr lang="en-US" sz="2800" dirty="0">
                <a:latin typeface="+mn-lt"/>
              </a:rPr>
              <a:t>Soft skills help you work well with others and solve problems.</a:t>
            </a:r>
          </a:p>
        </p:txBody>
      </p:sp>
    </p:spTree>
    <p:extLst>
      <p:ext uri="{BB962C8B-B14F-4D97-AF65-F5344CB8AC3E}">
        <p14:creationId xmlns:p14="http://schemas.microsoft.com/office/powerpoint/2010/main" val="305910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19C97-87B3-9570-519D-B86991778F3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27779DB-CBE7-AA59-EFDF-113C59A4481A}"/>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Pre-Class Discussion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7108A61-2005-0A63-3FD3-9C20B53E0D9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E1CE1E36-947C-CF88-6B1F-293838AB805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56</a:t>
            </a:fld>
            <a:endParaRPr lang="en-US" altLang="en-US" sz="900">
              <a:solidFill>
                <a:srgbClr val="FFFFFF"/>
              </a:solidFill>
            </a:endParaRPr>
          </a:p>
        </p:txBody>
      </p:sp>
      <p:pic>
        <p:nvPicPr>
          <p:cNvPr id="23558" name="Picture 5">
            <a:extLst>
              <a:ext uri="{FF2B5EF4-FFF2-40B4-BE49-F238E27FC236}">
                <a16:creationId xmlns:a16="http://schemas.microsoft.com/office/drawing/2014/main" id="{90EE353F-CC28-6C39-96A3-03D8B258D3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1219B915-2A82-0F3C-4BE2-F85C52628E93}"/>
              </a:ext>
            </a:extLst>
          </p:cNvPr>
          <p:cNvSpPr txBox="1"/>
          <p:nvPr/>
        </p:nvSpPr>
        <p:spPr>
          <a:xfrm>
            <a:off x="0" y="903890"/>
            <a:ext cx="9144000" cy="4549835"/>
          </a:xfrm>
          <a:prstGeom prst="rect">
            <a:avLst/>
          </a:prstGeom>
          <a:solidFill>
            <a:schemeClr val="bg1"/>
          </a:solidFill>
        </p:spPr>
        <p:txBody>
          <a:bodyPr wrap="square">
            <a:spAutoFit/>
          </a:bodyPr>
          <a:lstStyle/>
          <a:p>
            <a:pPr>
              <a:lnSpc>
                <a:spcPct val="150000"/>
              </a:lnSpc>
              <a:buNone/>
            </a:pPr>
            <a:r>
              <a:rPr lang="en-US" sz="2800" dirty="0">
                <a:latin typeface="+mn-lt"/>
              </a:rPr>
              <a:t>For example:</a:t>
            </a:r>
          </a:p>
          <a:p>
            <a:pPr marL="457200" indent="-457200">
              <a:lnSpc>
                <a:spcPct val="150000"/>
              </a:lnSpc>
              <a:buFont typeface="Arial" panose="020B0604020202020204" pitchFamily="34" charset="0"/>
              <a:buChar char="•"/>
            </a:pPr>
            <a:r>
              <a:rPr lang="en-US" sz="2800" dirty="0">
                <a:latin typeface="+mn-lt"/>
              </a:rPr>
              <a:t>Communication helps you explain ideas clearly </a:t>
            </a:r>
          </a:p>
          <a:p>
            <a:pPr marL="457200" indent="-457200">
              <a:lnSpc>
                <a:spcPct val="150000"/>
              </a:lnSpc>
              <a:buFont typeface="Arial" panose="020B0604020202020204" pitchFamily="34" charset="0"/>
              <a:buChar char="•"/>
            </a:pPr>
            <a:r>
              <a:rPr lang="en-US" sz="2800" dirty="0">
                <a:latin typeface="+mn-lt"/>
              </a:rPr>
              <a:t>Teamwork helps you work with others </a:t>
            </a:r>
          </a:p>
          <a:p>
            <a:pPr marL="457200" indent="-457200">
              <a:lnSpc>
                <a:spcPct val="150000"/>
              </a:lnSpc>
              <a:buFont typeface="Arial" panose="020B0604020202020204" pitchFamily="34" charset="0"/>
              <a:buChar char="•"/>
            </a:pPr>
            <a:r>
              <a:rPr lang="en-US" sz="2800" dirty="0">
                <a:latin typeface="+mn-lt"/>
              </a:rPr>
              <a:t>Problem-solving helps you handle challenges </a:t>
            </a:r>
          </a:p>
          <a:p>
            <a:pPr>
              <a:lnSpc>
                <a:spcPct val="150000"/>
              </a:lnSpc>
              <a:buNone/>
            </a:pPr>
            <a:r>
              <a:rPr lang="en-US" sz="2800" dirty="0">
                <a:latin typeface="+mn-lt"/>
              </a:rPr>
              <a:t>Many employers say:</a:t>
            </a:r>
            <a:br>
              <a:rPr lang="en-US" sz="2800" dirty="0">
                <a:latin typeface="+mn-lt"/>
              </a:rPr>
            </a:br>
            <a:r>
              <a:rPr lang="en-US" sz="2800" dirty="0">
                <a:latin typeface="+mn-lt"/>
              </a:rPr>
              <a:t>Even if someone is very technical, they may not get hired if they cannot communicate or work in a team.</a:t>
            </a:r>
          </a:p>
        </p:txBody>
      </p:sp>
    </p:spTree>
    <p:extLst>
      <p:ext uri="{BB962C8B-B14F-4D97-AF65-F5344CB8AC3E}">
        <p14:creationId xmlns:p14="http://schemas.microsoft.com/office/powerpoint/2010/main" val="6808375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4C416-BBB6-E118-F6C2-1F342D0A498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A388F0E-1038-1ADC-2548-810E538F0A71}"/>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Pre-Class Discussion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1B5F07CF-3A98-B342-E480-62B19CE37BC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28C46C60-344F-0380-4C85-2CDE9571055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57</a:t>
            </a:fld>
            <a:endParaRPr lang="en-US" altLang="en-US" sz="900">
              <a:solidFill>
                <a:srgbClr val="FFFFFF"/>
              </a:solidFill>
            </a:endParaRPr>
          </a:p>
        </p:txBody>
      </p:sp>
      <p:pic>
        <p:nvPicPr>
          <p:cNvPr id="23558" name="Picture 5">
            <a:extLst>
              <a:ext uri="{FF2B5EF4-FFF2-40B4-BE49-F238E27FC236}">
                <a16:creationId xmlns:a16="http://schemas.microsoft.com/office/drawing/2014/main" id="{DB71DFAD-C67F-7CD6-0761-01BD31CD41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EFDD90C-6B17-AAD9-A6F6-9DA9F1A4B6DD}"/>
              </a:ext>
            </a:extLst>
          </p:cNvPr>
          <p:cNvSpPr txBox="1"/>
          <p:nvPr/>
        </p:nvSpPr>
        <p:spPr>
          <a:xfrm>
            <a:off x="0" y="903890"/>
            <a:ext cx="9144000" cy="1964512"/>
          </a:xfrm>
          <a:prstGeom prst="rect">
            <a:avLst/>
          </a:prstGeom>
          <a:solidFill>
            <a:schemeClr val="bg1"/>
          </a:solidFill>
        </p:spPr>
        <p:txBody>
          <a:bodyPr wrap="square">
            <a:spAutoFit/>
          </a:bodyPr>
          <a:lstStyle/>
          <a:p>
            <a:pPr>
              <a:lnSpc>
                <a:spcPct val="150000"/>
              </a:lnSpc>
              <a:buNone/>
            </a:pPr>
            <a:r>
              <a:rPr lang="en-US" sz="2800" dirty="0">
                <a:latin typeface="+mn-lt"/>
              </a:rPr>
              <a:t>Simple idea:</a:t>
            </a:r>
          </a:p>
          <a:p>
            <a:pPr marL="457200" indent="-457200">
              <a:lnSpc>
                <a:spcPct val="150000"/>
              </a:lnSpc>
              <a:buFont typeface="Arial" panose="020B0604020202020204" pitchFamily="34" charset="0"/>
              <a:buChar char="•"/>
            </a:pPr>
            <a:r>
              <a:rPr lang="en-US" sz="2800" dirty="0">
                <a:latin typeface="+mn-lt"/>
              </a:rPr>
              <a:t>Technical skills = get the job </a:t>
            </a:r>
          </a:p>
          <a:p>
            <a:pPr marL="457200" indent="-457200">
              <a:lnSpc>
                <a:spcPct val="150000"/>
              </a:lnSpc>
              <a:buFont typeface="Arial" panose="020B0604020202020204" pitchFamily="34" charset="0"/>
              <a:buChar char="•"/>
            </a:pPr>
            <a:r>
              <a:rPr lang="en-US" sz="2800" dirty="0">
                <a:latin typeface="+mn-lt"/>
              </a:rPr>
              <a:t>Soft skills = keep the job and grow in your career</a:t>
            </a:r>
          </a:p>
        </p:txBody>
      </p:sp>
    </p:spTree>
    <p:extLst>
      <p:ext uri="{BB962C8B-B14F-4D97-AF65-F5344CB8AC3E}">
        <p14:creationId xmlns:p14="http://schemas.microsoft.com/office/powerpoint/2010/main" val="33798442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13A58-D986-7EB1-9AB2-383746D899C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6014A77-D54A-FF32-E442-CB484C86D870}"/>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Pre-Class Discussion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93E968B5-511D-5773-54C8-83FBF5E93E8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F899DCAE-83FE-A8CC-3696-E07D1D35DDC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58</a:t>
            </a:fld>
            <a:endParaRPr lang="en-US" altLang="en-US" sz="900">
              <a:solidFill>
                <a:srgbClr val="FFFFFF"/>
              </a:solidFill>
            </a:endParaRPr>
          </a:p>
        </p:txBody>
      </p:sp>
      <p:pic>
        <p:nvPicPr>
          <p:cNvPr id="23558" name="Picture 5">
            <a:extLst>
              <a:ext uri="{FF2B5EF4-FFF2-40B4-BE49-F238E27FC236}">
                <a16:creationId xmlns:a16="http://schemas.microsoft.com/office/drawing/2014/main" id="{E9CE210C-40BB-66CC-A789-9C18AE9AC8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87D1F46-9D37-5D3C-DE5D-3E2302391C1A}"/>
              </a:ext>
            </a:extLst>
          </p:cNvPr>
          <p:cNvSpPr txBox="1"/>
          <p:nvPr/>
        </p:nvSpPr>
        <p:spPr>
          <a:xfrm>
            <a:off x="0" y="903890"/>
            <a:ext cx="9144000" cy="2610843"/>
          </a:xfrm>
          <a:prstGeom prst="rect">
            <a:avLst/>
          </a:prstGeom>
          <a:solidFill>
            <a:schemeClr val="bg1"/>
          </a:solidFill>
        </p:spPr>
        <p:txBody>
          <a:bodyPr wrap="square">
            <a:spAutoFit/>
          </a:bodyPr>
          <a:lstStyle/>
          <a:p>
            <a:pPr>
              <a:lnSpc>
                <a:spcPct val="150000"/>
              </a:lnSpc>
            </a:pPr>
            <a:r>
              <a:rPr lang="en-US" sz="2800" b="1" dirty="0">
                <a:latin typeface="+mn-lt"/>
              </a:rPr>
              <a:t>Why do some tech skills pay more than others?</a:t>
            </a:r>
          </a:p>
          <a:p>
            <a:pPr>
              <a:lnSpc>
                <a:spcPct val="150000"/>
              </a:lnSpc>
            </a:pPr>
            <a:r>
              <a:rPr lang="en-US" sz="2800" b="1" dirty="0">
                <a:latin typeface="+mn-lt"/>
              </a:rPr>
              <a:t>Answer:</a:t>
            </a:r>
            <a:br>
              <a:rPr lang="en-US" sz="2800" dirty="0">
                <a:latin typeface="+mn-lt"/>
              </a:rPr>
            </a:br>
            <a:r>
              <a:rPr lang="en-US" sz="2800" dirty="0">
                <a:latin typeface="+mn-lt"/>
              </a:rPr>
              <a:t>Because of supply and demand. If fewer people know a skill but companies need it, the salary becomes higher.</a:t>
            </a:r>
          </a:p>
        </p:txBody>
      </p:sp>
    </p:spTree>
    <p:extLst>
      <p:ext uri="{BB962C8B-B14F-4D97-AF65-F5344CB8AC3E}">
        <p14:creationId xmlns:p14="http://schemas.microsoft.com/office/powerpoint/2010/main" val="3104474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AAFD5-76E3-2FAF-0A1F-268F4BE8E29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464CAB1-6B83-77A7-EA68-43F049C99466}"/>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Pre-Class Discussion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7609B4C2-A487-7FC6-D6B8-45DD5BB1516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D8DE6F28-BDEE-9477-30E0-22FB5916826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59</a:t>
            </a:fld>
            <a:endParaRPr lang="en-US" altLang="en-US" sz="900">
              <a:solidFill>
                <a:srgbClr val="FFFFFF"/>
              </a:solidFill>
            </a:endParaRPr>
          </a:p>
        </p:txBody>
      </p:sp>
      <p:pic>
        <p:nvPicPr>
          <p:cNvPr id="23558" name="Picture 5">
            <a:extLst>
              <a:ext uri="{FF2B5EF4-FFF2-40B4-BE49-F238E27FC236}">
                <a16:creationId xmlns:a16="http://schemas.microsoft.com/office/drawing/2014/main" id="{754050F9-C3C0-974F-EBDE-659F504BCD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858B3345-A8B3-40EC-1248-D0E3633B277A}"/>
              </a:ext>
            </a:extLst>
          </p:cNvPr>
          <p:cNvSpPr txBox="1"/>
          <p:nvPr/>
        </p:nvSpPr>
        <p:spPr>
          <a:xfrm>
            <a:off x="0" y="903890"/>
            <a:ext cx="9144000" cy="2610843"/>
          </a:xfrm>
          <a:prstGeom prst="rect">
            <a:avLst/>
          </a:prstGeom>
          <a:solidFill>
            <a:schemeClr val="bg1"/>
          </a:solidFill>
        </p:spPr>
        <p:txBody>
          <a:bodyPr wrap="square">
            <a:spAutoFit/>
          </a:bodyPr>
          <a:lstStyle/>
          <a:p>
            <a:pPr>
              <a:lnSpc>
                <a:spcPct val="150000"/>
              </a:lnSpc>
            </a:pPr>
            <a:r>
              <a:rPr lang="en-US" sz="2800" b="1" dirty="0">
                <a:latin typeface="+mn-lt"/>
              </a:rPr>
              <a:t>Should you only choose a career based on salary?</a:t>
            </a:r>
          </a:p>
          <a:p>
            <a:pPr>
              <a:lnSpc>
                <a:spcPct val="150000"/>
              </a:lnSpc>
            </a:pPr>
            <a:r>
              <a:rPr lang="en-US" sz="2800" b="1" dirty="0">
                <a:latin typeface="+mn-lt"/>
              </a:rPr>
              <a:t>Answer:</a:t>
            </a:r>
            <a:br>
              <a:rPr lang="en-US" sz="2800" dirty="0">
                <a:latin typeface="+mn-lt"/>
              </a:rPr>
            </a:br>
            <a:r>
              <a:rPr lang="en-US" sz="2800" dirty="0">
                <a:latin typeface="+mn-lt"/>
              </a:rPr>
              <a:t>No. You should also think about your interest, background, and how easy the skill is for you to learn.</a:t>
            </a:r>
          </a:p>
        </p:txBody>
      </p:sp>
    </p:spTree>
    <p:extLst>
      <p:ext uri="{BB962C8B-B14F-4D97-AF65-F5344CB8AC3E}">
        <p14:creationId xmlns:p14="http://schemas.microsoft.com/office/powerpoint/2010/main" val="281134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2D182-6F1D-6EA8-93B7-65EE2C6C0BA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A682AA6-9A90-7FEA-E3CE-ABDB5F7579A6}"/>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Pre-Class Discussion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3F008FF3-F2F1-3CC5-3D23-CE8E88A5EF0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44A23A1-B704-020D-CA6E-062CE87A761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60</a:t>
            </a:fld>
            <a:endParaRPr lang="en-US" altLang="en-US" sz="900">
              <a:solidFill>
                <a:srgbClr val="FFFFFF"/>
              </a:solidFill>
            </a:endParaRPr>
          </a:p>
        </p:txBody>
      </p:sp>
      <p:pic>
        <p:nvPicPr>
          <p:cNvPr id="23558" name="Picture 5">
            <a:extLst>
              <a:ext uri="{FF2B5EF4-FFF2-40B4-BE49-F238E27FC236}">
                <a16:creationId xmlns:a16="http://schemas.microsoft.com/office/drawing/2014/main" id="{6EC9BC81-3F87-C8BB-3BC4-DB3E80564C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25D3BD99-3070-204C-0B9D-A89C0D74CC6A}"/>
              </a:ext>
            </a:extLst>
          </p:cNvPr>
          <p:cNvSpPr txBox="1"/>
          <p:nvPr/>
        </p:nvSpPr>
        <p:spPr>
          <a:xfrm>
            <a:off x="0" y="903890"/>
            <a:ext cx="9144000" cy="2610843"/>
          </a:xfrm>
          <a:prstGeom prst="rect">
            <a:avLst/>
          </a:prstGeom>
          <a:solidFill>
            <a:schemeClr val="bg1"/>
          </a:solidFill>
        </p:spPr>
        <p:txBody>
          <a:bodyPr wrap="square">
            <a:spAutoFit/>
          </a:bodyPr>
          <a:lstStyle/>
          <a:p>
            <a:pPr>
              <a:lnSpc>
                <a:spcPct val="150000"/>
              </a:lnSpc>
            </a:pPr>
            <a:r>
              <a:rPr lang="en-US" sz="2800" b="1" dirty="0">
                <a:latin typeface="+mn-lt"/>
              </a:rPr>
              <a:t>What is Go programming language? Why is it useful?</a:t>
            </a:r>
          </a:p>
          <a:p>
            <a:pPr>
              <a:lnSpc>
                <a:spcPct val="150000"/>
              </a:lnSpc>
            </a:pPr>
            <a:r>
              <a:rPr lang="en-US" sz="2800" b="1" dirty="0">
                <a:latin typeface="+mn-lt"/>
              </a:rPr>
              <a:t>Answer:</a:t>
            </a:r>
            <a:br>
              <a:rPr lang="en-US" sz="2800" dirty="0">
                <a:latin typeface="+mn-lt"/>
              </a:rPr>
            </a:br>
            <a:r>
              <a:rPr lang="en-US" sz="2800" dirty="0">
                <a:latin typeface="+mn-lt"/>
              </a:rPr>
              <a:t>Go is a simple and fast programming language. It is useful for building web services and cloud applications.</a:t>
            </a:r>
          </a:p>
        </p:txBody>
      </p:sp>
    </p:spTree>
    <p:extLst>
      <p:ext uri="{BB962C8B-B14F-4D97-AF65-F5344CB8AC3E}">
        <p14:creationId xmlns:p14="http://schemas.microsoft.com/office/powerpoint/2010/main" val="341323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04EEE-B403-750A-7318-425AFCE4CAD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F9FA212-ADEC-26FF-C7A6-B96E7F12DB39}"/>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Pre-Class Discussion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9E221857-B5A8-55F8-42A8-B5418AB4371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56B562C1-641D-00A6-C5BD-DC5065D937F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61</a:t>
            </a:fld>
            <a:endParaRPr lang="en-US" altLang="en-US" sz="900">
              <a:solidFill>
                <a:srgbClr val="FFFFFF"/>
              </a:solidFill>
            </a:endParaRPr>
          </a:p>
        </p:txBody>
      </p:sp>
      <p:pic>
        <p:nvPicPr>
          <p:cNvPr id="23558" name="Picture 5">
            <a:extLst>
              <a:ext uri="{FF2B5EF4-FFF2-40B4-BE49-F238E27FC236}">
                <a16:creationId xmlns:a16="http://schemas.microsoft.com/office/drawing/2014/main" id="{0D358619-B97C-C39C-0ED4-5EBEC445E2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CF6D315-F518-C902-6E82-B59E50F4A46E}"/>
              </a:ext>
            </a:extLst>
          </p:cNvPr>
          <p:cNvSpPr txBox="1"/>
          <p:nvPr/>
        </p:nvSpPr>
        <p:spPr>
          <a:xfrm>
            <a:off x="0" y="903890"/>
            <a:ext cx="9144000" cy="2610843"/>
          </a:xfrm>
          <a:prstGeom prst="rect">
            <a:avLst/>
          </a:prstGeom>
          <a:solidFill>
            <a:schemeClr val="bg1"/>
          </a:solidFill>
        </p:spPr>
        <p:txBody>
          <a:bodyPr wrap="square">
            <a:spAutoFit/>
          </a:bodyPr>
          <a:lstStyle/>
          <a:p>
            <a:pPr>
              <a:lnSpc>
                <a:spcPct val="150000"/>
              </a:lnSpc>
            </a:pPr>
            <a:r>
              <a:rPr lang="en-US" sz="2800" b="1" dirty="0">
                <a:latin typeface="+mn-lt"/>
              </a:rPr>
              <a:t>What is Docker in simple terms?</a:t>
            </a:r>
          </a:p>
          <a:p>
            <a:pPr>
              <a:lnSpc>
                <a:spcPct val="150000"/>
              </a:lnSpc>
            </a:pPr>
            <a:r>
              <a:rPr lang="en-US" sz="2800" b="1" dirty="0">
                <a:latin typeface="+mn-lt"/>
              </a:rPr>
              <a:t>Answer:</a:t>
            </a:r>
            <a:br>
              <a:rPr lang="en-US" sz="2800" dirty="0">
                <a:latin typeface="+mn-lt"/>
              </a:rPr>
            </a:br>
            <a:r>
              <a:rPr lang="en-US" sz="2800" dirty="0">
                <a:latin typeface="+mn-lt"/>
              </a:rPr>
              <a:t>Docker is like a box that packages an app with everything it needs, so it can run anywhere without problems.</a:t>
            </a:r>
          </a:p>
        </p:txBody>
      </p:sp>
    </p:spTree>
    <p:extLst>
      <p:ext uri="{BB962C8B-B14F-4D97-AF65-F5344CB8AC3E}">
        <p14:creationId xmlns:p14="http://schemas.microsoft.com/office/powerpoint/2010/main" val="149378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316F8-4B08-D226-1A3C-2E92B94B777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7E1E1EE-E7A2-A0A6-F23D-C2E39BAE6BC5}"/>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Pre-Class Discussion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2C45CE7F-4FA7-546F-77AB-1C2D6B17DEB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B963A78A-F4B7-A072-D686-B4306174659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62</a:t>
            </a:fld>
            <a:endParaRPr lang="en-US" altLang="en-US" sz="900">
              <a:solidFill>
                <a:srgbClr val="FFFFFF"/>
              </a:solidFill>
            </a:endParaRPr>
          </a:p>
        </p:txBody>
      </p:sp>
      <p:pic>
        <p:nvPicPr>
          <p:cNvPr id="23558" name="Picture 5">
            <a:extLst>
              <a:ext uri="{FF2B5EF4-FFF2-40B4-BE49-F238E27FC236}">
                <a16:creationId xmlns:a16="http://schemas.microsoft.com/office/drawing/2014/main" id="{757E8EFE-F23E-F78B-22EA-84C1B6D6AC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A4172EFD-A571-6175-DA92-5DD7C7C91D97}"/>
              </a:ext>
            </a:extLst>
          </p:cNvPr>
          <p:cNvSpPr txBox="1"/>
          <p:nvPr/>
        </p:nvSpPr>
        <p:spPr>
          <a:xfrm>
            <a:off x="0" y="903890"/>
            <a:ext cx="9144000" cy="2610843"/>
          </a:xfrm>
          <a:prstGeom prst="rect">
            <a:avLst/>
          </a:prstGeom>
          <a:solidFill>
            <a:schemeClr val="bg1"/>
          </a:solidFill>
        </p:spPr>
        <p:txBody>
          <a:bodyPr wrap="square">
            <a:spAutoFit/>
          </a:bodyPr>
          <a:lstStyle/>
          <a:p>
            <a:pPr>
              <a:lnSpc>
                <a:spcPct val="150000"/>
              </a:lnSpc>
            </a:pPr>
            <a:r>
              <a:rPr lang="en-US" sz="2800" b="1" dirty="0">
                <a:latin typeface="+mn-lt"/>
              </a:rPr>
              <a:t>What does Kubernetes do?</a:t>
            </a:r>
          </a:p>
          <a:p>
            <a:pPr>
              <a:lnSpc>
                <a:spcPct val="150000"/>
              </a:lnSpc>
            </a:pPr>
            <a:r>
              <a:rPr lang="en-US" sz="2800" b="1" dirty="0">
                <a:latin typeface="+mn-lt"/>
              </a:rPr>
              <a:t>Answer:</a:t>
            </a:r>
            <a:br>
              <a:rPr lang="en-US" sz="2800" dirty="0">
                <a:latin typeface="+mn-lt"/>
              </a:rPr>
            </a:br>
            <a:r>
              <a:rPr lang="en-US" sz="2800" dirty="0">
                <a:latin typeface="+mn-lt"/>
              </a:rPr>
              <a:t>Kubernetes manages many applications. It can restart them, scale them, and keep them running smoothly.</a:t>
            </a:r>
          </a:p>
        </p:txBody>
      </p:sp>
    </p:spTree>
    <p:extLst>
      <p:ext uri="{BB962C8B-B14F-4D97-AF65-F5344CB8AC3E}">
        <p14:creationId xmlns:p14="http://schemas.microsoft.com/office/powerpoint/2010/main" val="1876207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CAEAF-D2A2-54BF-D715-B19432C1D73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1A979E3-930F-1542-E381-A4E50CFDD863}"/>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Pre-Class Discussion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DC850EBC-9029-CB81-7B8B-69572771C79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7B36AA5C-DEBF-18A1-BACE-F3E51C7A4CB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63</a:t>
            </a:fld>
            <a:endParaRPr lang="en-US" altLang="en-US" sz="900">
              <a:solidFill>
                <a:srgbClr val="FFFFFF"/>
              </a:solidFill>
            </a:endParaRPr>
          </a:p>
        </p:txBody>
      </p:sp>
      <p:pic>
        <p:nvPicPr>
          <p:cNvPr id="23558" name="Picture 5">
            <a:extLst>
              <a:ext uri="{FF2B5EF4-FFF2-40B4-BE49-F238E27FC236}">
                <a16:creationId xmlns:a16="http://schemas.microsoft.com/office/drawing/2014/main" id="{1FDD256E-EFA4-A2A9-BCB7-17974725C6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241387C-2354-115F-F2C6-44FB77D92B1C}"/>
              </a:ext>
            </a:extLst>
          </p:cNvPr>
          <p:cNvSpPr txBox="1"/>
          <p:nvPr/>
        </p:nvSpPr>
        <p:spPr>
          <a:xfrm>
            <a:off x="0" y="903890"/>
            <a:ext cx="9144000" cy="2610843"/>
          </a:xfrm>
          <a:prstGeom prst="rect">
            <a:avLst/>
          </a:prstGeom>
          <a:solidFill>
            <a:schemeClr val="bg1"/>
          </a:solidFill>
        </p:spPr>
        <p:txBody>
          <a:bodyPr wrap="square">
            <a:spAutoFit/>
          </a:bodyPr>
          <a:lstStyle/>
          <a:p>
            <a:pPr>
              <a:lnSpc>
                <a:spcPct val="150000"/>
              </a:lnSpc>
            </a:pPr>
            <a:r>
              <a:rPr lang="en-US" sz="2800" b="1" dirty="0">
                <a:latin typeface="+mn-lt"/>
              </a:rPr>
              <a:t>Why are cloud skills important today?</a:t>
            </a:r>
          </a:p>
          <a:p>
            <a:pPr>
              <a:lnSpc>
                <a:spcPct val="150000"/>
              </a:lnSpc>
            </a:pPr>
            <a:r>
              <a:rPr lang="en-US" sz="2800" b="1" dirty="0">
                <a:latin typeface="+mn-lt"/>
              </a:rPr>
              <a:t>Answer:</a:t>
            </a:r>
            <a:br>
              <a:rPr lang="en-US" sz="2800" dirty="0">
                <a:latin typeface="+mn-lt"/>
              </a:rPr>
            </a:br>
            <a:r>
              <a:rPr lang="en-US" sz="2800" dirty="0">
                <a:latin typeface="+mn-lt"/>
              </a:rPr>
              <a:t>Because most companies use cloud services (like AWS or Azure) to run their systems and store data.</a:t>
            </a:r>
          </a:p>
        </p:txBody>
      </p:sp>
    </p:spTree>
    <p:extLst>
      <p:ext uri="{BB962C8B-B14F-4D97-AF65-F5344CB8AC3E}">
        <p14:creationId xmlns:p14="http://schemas.microsoft.com/office/powerpoint/2010/main" val="3331529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2569F-A756-251A-AF11-2957B1CCD12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A3BBF09-6928-752E-7276-3D0D673ABE26}"/>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Pre-Class Discussion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618135D3-E833-FE4F-ABA2-4EDF71638F7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56D7AD4B-22A9-032E-7709-AF0CD8C316C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64</a:t>
            </a:fld>
            <a:endParaRPr lang="en-US" altLang="en-US" sz="900">
              <a:solidFill>
                <a:srgbClr val="FFFFFF"/>
              </a:solidFill>
            </a:endParaRPr>
          </a:p>
        </p:txBody>
      </p:sp>
      <p:pic>
        <p:nvPicPr>
          <p:cNvPr id="23558" name="Picture 5">
            <a:extLst>
              <a:ext uri="{FF2B5EF4-FFF2-40B4-BE49-F238E27FC236}">
                <a16:creationId xmlns:a16="http://schemas.microsoft.com/office/drawing/2014/main" id="{43260669-FB4E-608E-84E2-6104DF7D45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9AAE8C56-C4DE-C9F5-EECE-124E12604C40}"/>
              </a:ext>
            </a:extLst>
          </p:cNvPr>
          <p:cNvSpPr txBox="1"/>
          <p:nvPr/>
        </p:nvSpPr>
        <p:spPr>
          <a:xfrm>
            <a:off x="0" y="903890"/>
            <a:ext cx="9144000" cy="2610843"/>
          </a:xfrm>
          <a:prstGeom prst="rect">
            <a:avLst/>
          </a:prstGeom>
          <a:solidFill>
            <a:schemeClr val="bg1"/>
          </a:solidFill>
        </p:spPr>
        <p:txBody>
          <a:bodyPr wrap="square">
            <a:spAutoFit/>
          </a:bodyPr>
          <a:lstStyle/>
          <a:p>
            <a:pPr>
              <a:lnSpc>
                <a:spcPct val="150000"/>
              </a:lnSpc>
            </a:pPr>
            <a:r>
              <a:rPr lang="en-US" sz="2800" b="1" dirty="0">
                <a:latin typeface="+mn-lt"/>
              </a:rPr>
              <a:t>What is MapReduce used for?</a:t>
            </a:r>
          </a:p>
          <a:p>
            <a:pPr>
              <a:lnSpc>
                <a:spcPct val="150000"/>
              </a:lnSpc>
            </a:pPr>
            <a:r>
              <a:rPr lang="en-US" sz="2800" b="1" dirty="0">
                <a:latin typeface="+mn-lt"/>
              </a:rPr>
              <a:t>Answer:</a:t>
            </a:r>
            <a:br>
              <a:rPr lang="en-US" sz="2800" dirty="0">
                <a:latin typeface="+mn-lt"/>
              </a:rPr>
            </a:br>
            <a:r>
              <a:rPr lang="en-US" sz="2800" dirty="0">
                <a:latin typeface="+mn-lt"/>
              </a:rPr>
              <a:t>It is used to process large amounts of data by breaking the work into smaller parts and combining the results.</a:t>
            </a:r>
          </a:p>
        </p:txBody>
      </p:sp>
    </p:spTree>
    <p:extLst>
      <p:ext uri="{BB962C8B-B14F-4D97-AF65-F5344CB8AC3E}">
        <p14:creationId xmlns:p14="http://schemas.microsoft.com/office/powerpoint/2010/main" val="192731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IT Industry Needs and Trends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5" descr="AEC/O industry trends">
            <a:extLst>
              <a:ext uri="{FF2B5EF4-FFF2-40B4-BE49-F238E27FC236}">
                <a16:creationId xmlns:a16="http://schemas.microsoft.com/office/drawing/2014/main" id="{3C969DAB-404A-F795-7F8C-A652455BB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895" y="1983280"/>
            <a:ext cx="7238114" cy="4076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5823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367850" y="913504"/>
            <a:ext cx="9016998" cy="863600"/>
          </a:xfrm>
        </p:spPr>
        <p:txBody>
          <a:bodyPr>
            <a:noAutofit/>
          </a:bodyPr>
          <a:lstStyle/>
          <a:p>
            <a:pPr algn="ctr" eaLnBrk="1" fontAlgn="auto" hangingPunct="1">
              <a:spcAft>
                <a:spcPts val="0"/>
              </a:spcAft>
              <a:defRPr/>
            </a:pPr>
            <a:r>
              <a:rPr lang="en-AU" sz="4000" b="1" dirty="0">
                <a:solidFill>
                  <a:srgbClr val="00B0F0"/>
                </a:solidFill>
              </a:rPr>
              <a:t>IT Industry Needs and Trends</a:t>
            </a:r>
            <a:br>
              <a:rPr lang="en-AU" sz="4000" b="1" dirty="0">
                <a:solidFill>
                  <a:srgbClr val="00B0F0"/>
                </a:solidFill>
              </a:rPr>
            </a:br>
            <a:r>
              <a:rPr lang="en-AU" sz="4000" b="1" dirty="0">
                <a:solidFill>
                  <a:srgbClr val="00B0F0"/>
                </a:solidFill>
              </a:rPr>
              <a:t>(C</a:t>
            </a:r>
            <a:r>
              <a:rPr lang="en-US" altLang="zh-CN" sz="4000" b="1" dirty="0" err="1">
                <a:solidFill>
                  <a:srgbClr val="00B0F0"/>
                </a:solidFill>
              </a:rPr>
              <a:t>ont.</a:t>
            </a:r>
            <a:r>
              <a:rPr lang="en-US" altLang="zh-CN" sz="4000" b="1" dirty="0">
                <a:solidFill>
                  <a:srgbClr val="00B0F0"/>
                </a:solidFill>
              </a:rPr>
              <a:t>)</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24 IT Skills to Learn in 2024">
            <a:extLst>
              <a:ext uri="{FF2B5EF4-FFF2-40B4-BE49-F238E27FC236}">
                <a16:creationId xmlns:a16="http://schemas.microsoft.com/office/drawing/2014/main" id="{4333B989-9043-72EA-6DC2-0A92D54C88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634" y="2061958"/>
            <a:ext cx="8084732" cy="3464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6112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IT Industry Needs and Trends: </a:t>
            </a:r>
            <a:br>
              <a:rPr lang="en-AU" sz="3600" b="1" dirty="0">
                <a:solidFill>
                  <a:srgbClr val="00B0F0"/>
                </a:solidFill>
              </a:rPr>
            </a:br>
            <a:r>
              <a:rPr lang="it-IT" sz="3600" b="1" dirty="0">
                <a:solidFill>
                  <a:schemeClr val="accent2">
                    <a:lumMod val="75000"/>
                  </a:schemeClr>
                </a:solidFill>
              </a:rPr>
              <a:t>Artificial Intelligence</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7845932" cy="4321533"/>
          </a:xfrm>
        </p:spPr>
        <p:txBody>
          <a:bodyPr/>
          <a:lstStyle/>
          <a:p>
            <a:pPr>
              <a:buFont typeface="Arial" panose="020B0604020202020204" pitchFamily="34" charset="0"/>
              <a:buChar char="•"/>
            </a:pPr>
            <a:r>
              <a:rPr lang="en-AU" sz="2200" b="1" dirty="0"/>
              <a:t>AI in the IT Project Design Phase</a:t>
            </a:r>
          </a:p>
          <a:p>
            <a:pPr lvl="1">
              <a:buFont typeface="Arial" panose="020B0604020202020204" pitchFamily="34" charset="0"/>
              <a:buChar char="•"/>
            </a:pPr>
            <a:r>
              <a:rPr lang="en-AU" dirty="0"/>
              <a:t>Streamlining workflows and aiding complex decision-making.</a:t>
            </a:r>
          </a:p>
          <a:p>
            <a:pPr lvl="1">
              <a:buFont typeface="Arial" panose="020B0604020202020204" pitchFamily="34" charset="0"/>
              <a:buChar char="•"/>
            </a:pPr>
            <a:r>
              <a:rPr lang="en-AU" dirty="0"/>
              <a:t>Enhancing creative processes and optimising designs for efficiency and sustainability through generative AI (GenAI).</a:t>
            </a:r>
          </a:p>
          <a:p>
            <a:pPr>
              <a:buFont typeface="Arial" panose="020B0604020202020204" pitchFamily="34" charset="0"/>
              <a:buChar char="•"/>
            </a:pPr>
            <a:r>
              <a:rPr lang="en-AU" sz="2200" b="1" dirty="0"/>
              <a:t>AI in Construction</a:t>
            </a:r>
          </a:p>
          <a:p>
            <a:pPr lvl="1">
              <a:buFont typeface="Arial" panose="020B0604020202020204" pitchFamily="34" charset="0"/>
              <a:buChar char="•"/>
            </a:pPr>
            <a:r>
              <a:rPr lang="en-AU" dirty="0"/>
              <a:t>Managing logistics, quality control, and task automation.</a:t>
            </a:r>
          </a:p>
          <a:p>
            <a:pPr lvl="1">
              <a:buFont typeface="Arial" panose="020B0604020202020204" pitchFamily="34" charset="0"/>
              <a:buChar char="•"/>
            </a:pPr>
            <a:r>
              <a:rPr lang="en-AU" dirty="0"/>
              <a:t>Mitigating </a:t>
            </a:r>
            <a:r>
              <a:rPr lang="en-AU" dirty="0" err="1"/>
              <a:t>labor</a:t>
            </a:r>
            <a:r>
              <a:rPr lang="en-AU" dirty="0"/>
              <a:t> shortages, improving safety, and minimising errors and delays.</a:t>
            </a:r>
          </a:p>
          <a:p>
            <a:pPr>
              <a:buFont typeface="Arial" panose="020B0604020202020204" pitchFamily="34" charset="0"/>
              <a:buChar char="•"/>
            </a:pPr>
            <a:r>
              <a:rPr lang="en-AU" sz="2200" b="1" dirty="0"/>
              <a:t>AI in Operation</a:t>
            </a:r>
          </a:p>
          <a:p>
            <a:pPr lvl="1">
              <a:buFont typeface="Arial" panose="020B0604020202020204" pitchFamily="34" charset="0"/>
              <a:buChar char="•"/>
            </a:pPr>
            <a:r>
              <a:rPr lang="en-AU" dirty="0"/>
              <a:t>Analysing performance data for energy efficiency and predictive maintenance.</a:t>
            </a:r>
          </a:p>
          <a:p>
            <a:pPr lvl="1">
              <a:buFont typeface="Arial" panose="020B0604020202020204" pitchFamily="34" charset="0"/>
              <a:buChar char="•"/>
            </a:pPr>
            <a:r>
              <a:rPr lang="en-AU" dirty="0"/>
              <a:t>Optimising facility management for sustainable and functional buildings.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22201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IT Industry Needs and Trends: </a:t>
            </a:r>
            <a:br>
              <a:rPr lang="en-AU" sz="3600" b="1" dirty="0">
                <a:solidFill>
                  <a:srgbClr val="00B0F0"/>
                </a:solidFill>
              </a:rPr>
            </a:br>
            <a:r>
              <a:rPr lang="it-IT" sz="3600" b="1" dirty="0">
                <a:solidFill>
                  <a:schemeClr val="accent2">
                    <a:lumMod val="75000"/>
                  </a:schemeClr>
                </a:solidFill>
              </a:rPr>
              <a:t>Sustainable Construction &amp; Operation</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7845932" cy="4321533"/>
          </a:xfrm>
        </p:spPr>
        <p:txBody>
          <a:bodyPr/>
          <a:lstStyle/>
          <a:p>
            <a:pPr>
              <a:buFont typeface="Arial" panose="020B0604020202020204" pitchFamily="34" charset="0"/>
              <a:buChar char="•"/>
            </a:pPr>
            <a:r>
              <a:rPr lang="en-AU" sz="1800" b="1" dirty="0"/>
              <a:t>Introduction to Sustainable Practices</a:t>
            </a:r>
            <a:endParaRPr lang="en-AU" sz="1800" dirty="0"/>
          </a:p>
          <a:p>
            <a:pPr marL="742950" lvl="1" indent="-285750">
              <a:buFont typeface="Arial" panose="020B0604020202020204" pitchFamily="34" charset="0"/>
              <a:buChar char="•"/>
            </a:pPr>
            <a:r>
              <a:rPr lang="en-AU" sz="1600" dirty="0"/>
              <a:t>Pressure to decarbonise and the industry's shift towards sustainability.</a:t>
            </a:r>
          </a:p>
          <a:p>
            <a:pPr marL="742950" lvl="1" indent="-285750">
              <a:buFont typeface="Arial" panose="020B0604020202020204" pitchFamily="34" charset="0"/>
              <a:buChar char="•"/>
            </a:pPr>
            <a:r>
              <a:rPr lang="en-AU" sz="1600" dirty="0"/>
              <a:t>Digital tools as enablers for advanced sustainable practices in 2024.</a:t>
            </a:r>
          </a:p>
          <a:p>
            <a:pPr>
              <a:buFont typeface="Arial" panose="020B0604020202020204" pitchFamily="34" charset="0"/>
              <a:buChar char="•"/>
            </a:pPr>
            <a:r>
              <a:rPr lang="en-AU" sz="1800" b="1" dirty="0"/>
              <a:t>Smart Building Technologies</a:t>
            </a:r>
            <a:endParaRPr lang="en-AU" sz="1800" dirty="0"/>
          </a:p>
          <a:p>
            <a:pPr marL="742950" lvl="1" indent="-285750">
              <a:buFont typeface="Arial" panose="020B0604020202020204" pitchFamily="34" charset="0"/>
              <a:buChar char="•"/>
            </a:pPr>
            <a:r>
              <a:rPr lang="en-AU" sz="1600" dirty="0"/>
              <a:t>Use of AI and sensors for optimising energy use and managing building climates.</a:t>
            </a:r>
          </a:p>
          <a:p>
            <a:pPr marL="742950" lvl="1" indent="-285750">
              <a:buFont typeface="Arial" panose="020B0604020202020204" pitchFamily="34" charset="0"/>
              <a:buChar char="•"/>
            </a:pPr>
            <a:r>
              <a:rPr lang="en-AU" sz="1600" dirty="0"/>
              <a:t>Cloud-based platforms for resource monitoring, particularly water.</a:t>
            </a:r>
          </a:p>
          <a:p>
            <a:pPr>
              <a:buFont typeface="Arial" panose="020B0604020202020204" pitchFamily="34" charset="0"/>
              <a:buChar char="•"/>
            </a:pPr>
            <a:r>
              <a:rPr lang="en-AU" sz="1800" b="1" dirty="0"/>
              <a:t>Eco-Friendly Materials and BIM</a:t>
            </a:r>
            <a:endParaRPr lang="en-AU" sz="1800" dirty="0"/>
          </a:p>
          <a:p>
            <a:pPr marL="742950" lvl="1" indent="-285750">
              <a:buFont typeface="Arial" panose="020B0604020202020204" pitchFamily="34" charset="0"/>
              <a:buChar char="•"/>
            </a:pPr>
            <a:r>
              <a:rPr lang="en-AU" sz="1600" dirty="0"/>
              <a:t>Integrating environmentally conscious materials with BIM for precise planning and resource efficiency.</a:t>
            </a:r>
          </a:p>
          <a:p>
            <a:pPr marL="742950" lvl="1" indent="-285750">
              <a:buFont typeface="Arial" panose="020B0604020202020204" pitchFamily="34" charset="0"/>
              <a:buChar char="•"/>
            </a:pPr>
            <a:r>
              <a:rPr lang="en-AU" sz="1600" dirty="0"/>
              <a:t>Modern construction methods like prefabrication to minimise waste and emissions.</a:t>
            </a:r>
          </a:p>
          <a:p>
            <a:pPr>
              <a:buFont typeface="Arial" panose="020B0604020202020204" pitchFamily="34" charset="0"/>
              <a:buChar char="•"/>
            </a:pPr>
            <a:r>
              <a:rPr lang="en-AU" sz="1800" b="1" dirty="0"/>
              <a:t>Role of Digital Modelling</a:t>
            </a:r>
            <a:endParaRPr lang="en-AU" sz="1800" dirty="0"/>
          </a:p>
          <a:p>
            <a:pPr marL="742950" lvl="1" indent="-285750">
              <a:buFont typeface="Arial" panose="020B0604020202020204" pitchFamily="34" charset="0"/>
              <a:buChar char="•"/>
            </a:pPr>
            <a:r>
              <a:rPr lang="en-AU" sz="1600" dirty="0"/>
              <a:t>Supporting sustainability goals through digital modelling and management.</a:t>
            </a:r>
          </a:p>
          <a:p>
            <a:pPr marL="742950" lvl="1" indent="-285750">
              <a:buFont typeface="Arial" panose="020B0604020202020204" pitchFamily="34" charset="0"/>
              <a:buChar char="•"/>
            </a:pPr>
            <a:r>
              <a:rPr lang="en-AU" sz="1600" dirty="0"/>
              <a:t>Enhancing efficiency and environmental impact assessment.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2842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200" b="1" dirty="0">
                <a:solidFill>
                  <a:srgbClr val="00B0F0"/>
                </a:solidFill>
              </a:rPr>
              <a:t>IT Industry Needs and Trends: </a:t>
            </a:r>
            <a:br>
              <a:rPr lang="en-AU" sz="3200" b="1" dirty="0">
                <a:solidFill>
                  <a:srgbClr val="00B0F0"/>
                </a:solidFill>
              </a:rPr>
            </a:br>
            <a:r>
              <a:rPr lang="en-AU" sz="2800" b="1" dirty="0">
                <a:solidFill>
                  <a:schemeClr val="accent2">
                    <a:lumMod val="75000"/>
                  </a:schemeClr>
                </a:solidFill>
              </a:rPr>
              <a:t>Advanced Digital Twins, Collaboration, and Interoperability</a:t>
            </a:r>
            <a:endParaRPr lang="en-AU" altLang="en-US" sz="28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7845932" cy="4321533"/>
          </a:xfrm>
        </p:spPr>
        <p:txBody>
          <a:bodyPr/>
          <a:lstStyle/>
          <a:p>
            <a:pPr>
              <a:buFont typeface="Arial" panose="020B0604020202020204" pitchFamily="34" charset="0"/>
              <a:buChar char="•"/>
            </a:pPr>
            <a:r>
              <a:rPr lang="en-AU" sz="1800" b="1" dirty="0"/>
              <a:t>Advanced Digital Twins</a:t>
            </a:r>
            <a:endParaRPr lang="en-AU" sz="1800" dirty="0"/>
          </a:p>
          <a:p>
            <a:pPr marL="742950" lvl="1" indent="-285750">
              <a:buFont typeface="Arial" panose="020B0604020202020204" pitchFamily="34" charset="0"/>
              <a:buChar char="•"/>
            </a:pPr>
            <a:r>
              <a:rPr lang="en-AU" sz="1600" dirty="0"/>
              <a:t>AI-driven analytics, AR/VR integration, and immersive experiences for building performance and lifecycle management.</a:t>
            </a:r>
          </a:p>
          <a:p>
            <a:pPr>
              <a:buFont typeface="Arial" panose="020B0604020202020204" pitchFamily="34" charset="0"/>
              <a:buChar char="•"/>
            </a:pPr>
            <a:r>
              <a:rPr lang="en-AU" sz="1800" b="1" dirty="0"/>
              <a:t>AR/VR and Improved Collaboration</a:t>
            </a:r>
            <a:endParaRPr lang="en-AU" sz="1800" dirty="0"/>
          </a:p>
          <a:p>
            <a:pPr marL="742950" lvl="1" indent="-285750">
              <a:buFont typeface="Arial" panose="020B0604020202020204" pitchFamily="34" charset="0"/>
              <a:buChar char="•"/>
            </a:pPr>
            <a:r>
              <a:rPr lang="en-AU" sz="1600" dirty="0"/>
              <a:t>Cloud technology's role in real-time project data sharing and management.</a:t>
            </a:r>
          </a:p>
          <a:p>
            <a:pPr marL="742950" lvl="1" indent="-285750">
              <a:buFont typeface="Arial" panose="020B0604020202020204" pitchFamily="34" charset="0"/>
              <a:buChar char="•"/>
            </a:pPr>
            <a:r>
              <a:rPr lang="en-AU" sz="1600" dirty="0"/>
              <a:t>AR/VR enhancing stakeholder engagement, design reviews, and decision-making.</a:t>
            </a:r>
          </a:p>
          <a:p>
            <a:pPr>
              <a:buFont typeface="Arial" panose="020B0604020202020204" pitchFamily="34" charset="0"/>
              <a:buChar char="•"/>
            </a:pPr>
            <a:r>
              <a:rPr lang="en-AU" sz="1800" b="1" dirty="0"/>
              <a:t>Technological Integration</a:t>
            </a:r>
            <a:endParaRPr lang="en-AU" sz="1800" dirty="0"/>
          </a:p>
          <a:p>
            <a:pPr marL="742950" lvl="1" indent="-285750">
              <a:buFont typeface="Arial" panose="020B0604020202020204" pitchFamily="34" charset="0"/>
              <a:buChar char="•"/>
            </a:pPr>
            <a:r>
              <a:rPr lang="en-AU" sz="1600" dirty="0"/>
              <a:t>VR's emergence as a design and engineering tool, enhanced by AI for realistic simulations and remote walkthroughs.</a:t>
            </a:r>
          </a:p>
          <a:p>
            <a:pPr marL="742950" lvl="1" indent="-285750">
              <a:buFont typeface="Arial" panose="020B0604020202020204" pitchFamily="34" charset="0"/>
              <a:buChar char="•"/>
            </a:pPr>
            <a:r>
              <a:rPr lang="en-AU" sz="1600" dirty="0"/>
              <a:t>Streamlining collaboration and fostering creative project development.</a:t>
            </a:r>
          </a:p>
          <a:p>
            <a:pPr>
              <a:buFont typeface="Arial" panose="020B0604020202020204" pitchFamily="34" charset="0"/>
              <a:buChar char="•"/>
            </a:pPr>
            <a:r>
              <a:rPr lang="en-AU" sz="1800" b="1" dirty="0"/>
              <a:t>Interoperability and Connectivity</a:t>
            </a:r>
            <a:endParaRPr lang="en-AU" sz="1800" dirty="0"/>
          </a:p>
          <a:p>
            <a:pPr marL="742950" lvl="1" indent="-285750">
              <a:buFont typeface="Arial" panose="020B0604020202020204" pitchFamily="34" charset="0"/>
              <a:buChar char="•"/>
            </a:pPr>
            <a:r>
              <a:rPr lang="en-AU" sz="1600" dirty="0"/>
              <a:t>Integration of BIM with digital twins, AI, IoT sensors, and cloud computing.</a:t>
            </a:r>
          </a:p>
          <a:p>
            <a:pPr marL="742950" lvl="1" indent="-285750">
              <a:buFont typeface="Arial" panose="020B0604020202020204" pitchFamily="34" charset="0"/>
              <a:buChar char="•"/>
            </a:pPr>
            <a:r>
              <a:rPr lang="en-AU" sz="1600" dirty="0"/>
              <a:t>Centralising building data for informed decision-making and efficient project delivery.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77920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IT Project Skills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marL="90488" lvl="1" indent="-90488">
              <a:spcBef>
                <a:spcPts val="1200"/>
              </a:spcBef>
              <a:spcAft>
                <a:spcPts val="200"/>
              </a:spcAft>
              <a:buSzPct val="100000"/>
              <a:buFont typeface="Arial" panose="020B0604020202020204" pitchFamily="34" charset="0"/>
              <a:buChar char="•"/>
            </a:pPr>
            <a:endParaRPr lang="en-AU" sz="2200" b="1" dirty="0"/>
          </a:p>
          <a:p>
            <a:pPr marL="90488" lvl="1" indent="-90488">
              <a:spcBef>
                <a:spcPts val="1200"/>
              </a:spcBef>
              <a:spcAft>
                <a:spcPts val="200"/>
              </a:spcAft>
              <a:buSzPct val="100000"/>
              <a:buFont typeface="Arial" panose="020B0604020202020204" pitchFamily="34" charset="0"/>
              <a:buChar char="•"/>
            </a:pPr>
            <a:r>
              <a:rPr lang="en-AU" sz="2200" b="1" dirty="0">
                <a:solidFill>
                  <a:schemeClr val="accent2">
                    <a:lumMod val="75000"/>
                  </a:schemeClr>
                </a:solidFill>
              </a:rPr>
              <a:t>Core Technical Skills</a:t>
            </a:r>
          </a:p>
          <a:p>
            <a:pPr marL="742950" lvl="1" indent="-285750">
              <a:buFont typeface="Arial" panose="020B0604020202020204" pitchFamily="34" charset="0"/>
              <a:buChar char="•"/>
            </a:pPr>
            <a:r>
              <a:rPr lang="en-AU" u="sng" dirty="0"/>
              <a:t>Programming Languages</a:t>
            </a:r>
            <a:r>
              <a:rPr lang="en-AU" dirty="0"/>
              <a:t>: Proficiency in languages like Python, Java, and JavaScript.</a:t>
            </a:r>
          </a:p>
          <a:p>
            <a:pPr marL="742950" lvl="1" indent="-285750">
              <a:buFont typeface="Arial" panose="020B0604020202020204" pitchFamily="34" charset="0"/>
              <a:buChar char="•"/>
            </a:pPr>
            <a:r>
              <a:rPr lang="en-AU" u="sng" dirty="0"/>
              <a:t>Database Management: </a:t>
            </a:r>
            <a:r>
              <a:rPr lang="en-AU" dirty="0"/>
              <a:t>Skills in SQL, NoSQL databases, and data modelling.</a:t>
            </a:r>
          </a:p>
          <a:p>
            <a:pPr marL="742950" lvl="1" indent="-285750">
              <a:buFont typeface="Arial" panose="020B0604020202020204" pitchFamily="34" charset="0"/>
              <a:buChar char="•"/>
            </a:pPr>
            <a:r>
              <a:rPr lang="en-AU" u="sng" dirty="0"/>
              <a:t>Web Development: </a:t>
            </a:r>
            <a:r>
              <a:rPr lang="en-AU" dirty="0"/>
              <a:t>Understanding of HTML/CSS, frameworks like React or Angular.</a:t>
            </a:r>
          </a:p>
          <a:p>
            <a:pPr marL="742950" lvl="1" indent="-285750">
              <a:buFont typeface="Arial" panose="020B0604020202020204" pitchFamily="34" charset="0"/>
              <a:buChar char="•"/>
            </a:pPr>
            <a:r>
              <a:rPr lang="en-AU" u="sng" dirty="0"/>
              <a:t>Cloud Computing: </a:t>
            </a:r>
            <a:r>
              <a:rPr lang="en-AU" dirty="0"/>
              <a:t>Knowledge of platforms like AWS, Azure, or Google Cloud.</a:t>
            </a:r>
          </a:p>
          <a:p>
            <a:pPr marL="742950" lvl="1" indent="-285750">
              <a:buFont typeface="Arial" panose="020B0604020202020204" pitchFamily="34" charset="0"/>
              <a:buChar char="•"/>
            </a:pPr>
            <a:r>
              <a:rPr lang="en-AU" u="sng" dirty="0"/>
              <a:t>Networking: </a:t>
            </a:r>
            <a:r>
              <a:rPr lang="en-AU" dirty="0"/>
              <a:t>Understanding network protocols, security, and configurations</a:t>
            </a:r>
            <a:r>
              <a:rPr lang="en-AU" sz="2000" b="1" dirty="0"/>
              <a:t>.</a:t>
            </a:r>
            <a:endParaRPr lang="en-AU" sz="2000" i="1"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96644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IT Project Skills (C</a:t>
            </a:r>
            <a:r>
              <a:rPr lang="en-US" altLang="zh-CN" sz="3600" b="1" dirty="0" err="1">
                <a:solidFill>
                  <a:srgbClr val="00B0F0"/>
                </a:solidFill>
              </a:rPr>
              <a:t>ont.</a:t>
            </a:r>
            <a:r>
              <a:rPr lang="en-US" altLang="zh-CN" sz="3600" b="1" dirty="0">
                <a:solidFill>
                  <a:srgbClr val="00B0F0"/>
                </a:solidFill>
              </a:rPr>
              <a: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500332" y="1865322"/>
            <a:ext cx="8643668" cy="4321533"/>
          </a:xfrm>
        </p:spPr>
        <p:txBody>
          <a:bodyPr/>
          <a:lstStyle/>
          <a:p>
            <a:pPr marL="90488" lvl="1" indent="-90488">
              <a:spcBef>
                <a:spcPts val="1200"/>
              </a:spcBef>
              <a:spcAft>
                <a:spcPts val="200"/>
              </a:spcAft>
              <a:buSzPct val="100000"/>
              <a:buFont typeface="Arial" panose="020B0604020202020204" pitchFamily="34" charset="0"/>
              <a:buChar char="•"/>
            </a:pPr>
            <a:endParaRPr lang="en-AU" sz="2400" b="1" dirty="0"/>
          </a:p>
          <a:p>
            <a:pPr marL="90488" lvl="1" indent="-90488">
              <a:spcBef>
                <a:spcPts val="1200"/>
              </a:spcBef>
              <a:spcAft>
                <a:spcPts val="200"/>
              </a:spcAft>
              <a:buSzPct val="100000"/>
              <a:buFont typeface="Arial" panose="020B0604020202020204" pitchFamily="34" charset="0"/>
              <a:buChar char="•"/>
            </a:pPr>
            <a:r>
              <a:rPr lang="en-AU" sz="2400" b="1" dirty="0">
                <a:solidFill>
                  <a:schemeClr val="accent2">
                    <a:lumMod val="75000"/>
                  </a:schemeClr>
                </a:solidFill>
              </a:rPr>
              <a:t>Soft Skills</a:t>
            </a:r>
          </a:p>
          <a:p>
            <a:pPr marL="274638" lvl="2" indent="-90488">
              <a:spcBef>
                <a:spcPts val="1200"/>
              </a:spcBef>
              <a:spcAft>
                <a:spcPts val="200"/>
              </a:spcAft>
              <a:buSzPct val="100000"/>
              <a:buFont typeface="Arial" panose="020B0604020202020204" pitchFamily="34" charset="0"/>
              <a:buChar char="•"/>
            </a:pPr>
            <a:r>
              <a:rPr lang="en-AU" sz="1800" u="sng" dirty="0"/>
              <a:t>Communication: </a:t>
            </a:r>
            <a:r>
              <a:rPr lang="en-AU" sz="1800" dirty="0"/>
              <a:t>Effective communication with team members, stakeholders, and clients.</a:t>
            </a:r>
          </a:p>
          <a:p>
            <a:pPr marL="274638" lvl="2" indent="-90488">
              <a:spcBef>
                <a:spcPts val="1200"/>
              </a:spcBef>
              <a:spcAft>
                <a:spcPts val="200"/>
              </a:spcAft>
              <a:buSzPct val="100000"/>
              <a:buFont typeface="Arial" panose="020B0604020202020204" pitchFamily="34" charset="0"/>
              <a:buChar char="•"/>
            </a:pPr>
            <a:r>
              <a:rPr lang="en-AU" sz="1800" u="sng" dirty="0"/>
              <a:t>Problem-Solving: </a:t>
            </a:r>
            <a:r>
              <a:rPr lang="en-AU" sz="1800" dirty="0"/>
              <a:t>Critical thinking and analytical skills to solve complex issues.</a:t>
            </a:r>
          </a:p>
          <a:p>
            <a:pPr marL="274638" lvl="2" indent="-90488">
              <a:spcBef>
                <a:spcPts val="1200"/>
              </a:spcBef>
              <a:spcAft>
                <a:spcPts val="200"/>
              </a:spcAft>
              <a:buSzPct val="100000"/>
              <a:buFont typeface="Arial" panose="020B0604020202020204" pitchFamily="34" charset="0"/>
              <a:buChar char="•"/>
            </a:pPr>
            <a:r>
              <a:rPr lang="en-AU" sz="1800" u="sng" dirty="0"/>
              <a:t>Time Management: </a:t>
            </a:r>
            <a:r>
              <a:rPr lang="en-AU" sz="1800" dirty="0"/>
              <a:t>Efficiently managing deadlines and project timelines.</a:t>
            </a:r>
          </a:p>
          <a:p>
            <a:pPr marL="274638" lvl="2" indent="-90488">
              <a:spcBef>
                <a:spcPts val="1200"/>
              </a:spcBef>
              <a:spcAft>
                <a:spcPts val="200"/>
              </a:spcAft>
              <a:buSzPct val="100000"/>
              <a:buFont typeface="Arial" panose="020B0604020202020204" pitchFamily="34" charset="0"/>
              <a:buChar char="•"/>
            </a:pPr>
            <a:r>
              <a:rPr lang="en-AU" sz="1800" u="sng" dirty="0"/>
              <a:t>Adaptability: </a:t>
            </a:r>
            <a:r>
              <a:rPr lang="en-AU" sz="1800" dirty="0"/>
              <a:t>Flexibility to adapt to changing project requirements and technologies.</a:t>
            </a:r>
          </a:p>
          <a:p>
            <a:pPr marL="274638" lvl="2" indent="-90488">
              <a:spcBef>
                <a:spcPts val="1200"/>
              </a:spcBef>
              <a:spcAft>
                <a:spcPts val="200"/>
              </a:spcAft>
              <a:buSzPct val="100000"/>
              <a:buFont typeface="Arial" panose="020B0604020202020204" pitchFamily="34" charset="0"/>
              <a:buChar char="•"/>
            </a:pPr>
            <a:r>
              <a:rPr lang="en-AU" sz="1800" u="sng" dirty="0"/>
              <a:t>Collaboration: </a:t>
            </a:r>
            <a:r>
              <a:rPr lang="en-AU" sz="1800" dirty="0"/>
              <a:t>Working effectively in cross-functional teams and fostering teamwork.</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95183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IT Project Skills (C</a:t>
            </a:r>
            <a:r>
              <a:rPr lang="en-US" altLang="zh-CN" sz="3600" b="1" dirty="0" err="1">
                <a:solidFill>
                  <a:srgbClr val="00B0F0"/>
                </a:solidFill>
              </a:rPr>
              <a:t>ont.</a:t>
            </a:r>
            <a:r>
              <a:rPr lang="en-US" altLang="zh-CN" sz="3600" b="1" dirty="0">
                <a:solidFill>
                  <a:srgbClr val="00B0F0"/>
                </a:solidFill>
              </a:rPr>
              <a: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500332" y="1865322"/>
            <a:ext cx="8643668" cy="4321533"/>
          </a:xfrm>
        </p:spPr>
        <p:txBody>
          <a:bodyPr/>
          <a:lstStyle/>
          <a:p>
            <a:pPr marL="90488" lvl="1" indent="-90488">
              <a:spcBef>
                <a:spcPts val="1200"/>
              </a:spcBef>
              <a:spcAft>
                <a:spcPts val="200"/>
              </a:spcAft>
              <a:buSzPct val="100000"/>
              <a:buFont typeface="Arial" panose="020B0604020202020204" pitchFamily="34" charset="0"/>
              <a:buChar char="•"/>
            </a:pPr>
            <a:endParaRPr lang="en-AU" sz="2400" b="1" dirty="0"/>
          </a:p>
          <a:p>
            <a:pPr marL="90488" lvl="1" indent="-90488">
              <a:spcBef>
                <a:spcPts val="1200"/>
              </a:spcBef>
              <a:spcAft>
                <a:spcPts val="200"/>
              </a:spcAft>
              <a:buSzPct val="100000"/>
              <a:buFont typeface="Arial" panose="020B0604020202020204" pitchFamily="34" charset="0"/>
              <a:buChar char="•"/>
            </a:pPr>
            <a:r>
              <a:rPr lang="en-AU" sz="2400" b="1" dirty="0">
                <a:solidFill>
                  <a:schemeClr val="accent2">
                    <a:lumMod val="75000"/>
                  </a:schemeClr>
                </a:solidFill>
              </a:rPr>
              <a:t>Project Management Skills</a:t>
            </a:r>
            <a:endParaRPr lang="en-AU" sz="1800" dirty="0">
              <a:solidFill>
                <a:schemeClr val="accent2">
                  <a:lumMod val="75000"/>
                </a:schemeClr>
              </a:solidFill>
            </a:endParaRPr>
          </a:p>
          <a:p>
            <a:pPr marL="274638" lvl="2" indent="-90488">
              <a:spcBef>
                <a:spcPts val="1200"/>
              </a:spcBef>
              <a:spcAft>
                <a:spcPts val="200"/>
              </a:spcAft>
              <a:buSzPct val="100000"/>
              <a:buFont typeface="Arial" panose="020B0604020202020204" pitchFamily="34" charset="0"/>
              <a:buChar char="•"/>
            </a:pPr>
            <a:r>
              <a:rPr lang="en-AU" sz="1800" dirty="0"/>
              <a:t>Agile Methodologies: Knowledge of Agile frameworks like Scrum or Kanban.</a:t>
            </a:r>
          </a:p>
          <a:p>
            <a:pPr marL="274638" lvl="2" indent="-90488">
              <a:spcBef>
                <a:spcPts val="1200"/>
              </a:spcBef>
              <a:spcAft>
                <a:spcPts val="200"/>
              </a:spcAft>
              <a:buSzPct val="100000"/>
              <a:buFont typeface="Arial" panose="020B0604020202020204" pitchFamily="34" charset="0"/>
              <a:buChar char="•"/>
            </a:pPr>
            <a:r>
              <a:rPr lang="en-AU" sz="1800" dirty="0"/>
              <a:t>Waterfall Methodology: Understanding traditional project management approaches.</a:t>
            </a:r>
          </a:p>
          <a:p>
            <a:pPr marL="274638" lvl="2" indent="-90488">
              <a:spcBef>
                <a:spcPts val="1200"/>
              </a:spcBef>
              <a:spcAft>
                <a:spcPts val="200"/>
              </a:spcAft>
              <a:buSzPct val="100000"/>
              <a:buFont typeface="Arial" panose="020B0604020202020204" pitchFamily="34" charset="0"/>
              <a:buChar char="•"/>
            </a:pPr>
            <a:r>
              <a:rPr lang="en-AU" sz="1800" dirty="0"/>
              <a:t>Risk Management: Identifying and mitigating risks throughout the project lifecycle.</a:t>
            </a:r>
          </a:p>
          <a:p>
            <a:pPr marL="274638" lvl="2" indent="-90488">
              <a:spcBef>
                <a:spcPts val="1200"/>
              </a:spcBef>
              <a:spcAft>
                <a:spcPts val="200"/>
              </a:spcAft>
              <a:buSzPct val="100000"/>
              <a:buFont typeface="Arial" panose="020B0604020202020204" pitchFamily="34" charset="0"/>
              <a:buChar char="•"/>
            </a:pPr>
            <a:r>
              <a:rPr lang="en-AU" sz="1800" dirty="0"/>
              <a:t>Budgeting and Resource Allocation: Skills in managing project budgets and resources effectively.</a:t>
            </a:r>
          </a:p>
          <a:p>
            <a:pPr marL="274638" lvl="2" indent="-90488">
              <a:spcBef>
                <a:spcPts val="1200"/>
              </a:spcBef>
              <a:spcAft>
                <a:spcPts val="200"/>
              </a:spcAft>
              <a:buSzPct val="100000"/>
              <a:buFont typeface="Arial" panose="020B0604020202020204" pitchFamily="34" charset="0"/>
              <a:buChar char="•"/>
            </a:pPr>
            <a:r>
              <a:rPr lang="en-AU" sz="1800" dirty="0"/>
              <a:t>Stakeholder Management: Building relationships and managing expectations with stakeholders.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18323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IT Project Skills (C</a:t>
            </a:r>
            <a:r>
              <a:rPr lang="en-US" altLang="zh-CN" sz="3600" b="1" dirty="0" err="1">
                <a:solidFill>
                  <a:srgbClr val="00B0F0"/>
                </a:solidFill>
              </a:rPr>
              <a:t>ont.</a:t>
            </a:r>
            <a:r>
              <a:rPr lang="en-US" altLang="zh-CN" sz="3600" b="1" dirty="0">
                <a:solidFill>
                  <a:srgbClr val="00B0F0"/>
                </a:solidFill>
              </a:rPr>
              <a:t>)</a:t>
            </a:r>
            <a:endParaRPr lang="en-AU" altLang="en-US" sz="3600" b="1" dirty="0">
              <a:solidFill>
                <a:srgbClr val="00B0F0"/>
              </a:solidFill>
            </a:endParaRPr>
          </a:p>
        </p:txBody>
      </p:sp>
      <p:pic>
        <p:nvPicPr>
          <p:cNvPr id="5" name="Content Placeholder 4">
            <a:extLst>
              <a:ext uri="{FF2B5EF4-FFF2-40B4-BE49-F238E27FC236}">
                <a16:creationId xmlns:a16="http://schemas.microsoft.com/office/drawing/2014/main" id="{D8A352F5-5FA6-E50E-98EE-57A6F11043EA}"/>
              </a:ext>
            </a:extLst>
          </p:cNvPr>
          <p:cNvPicPr>
            <a:picLocks noGrp="1" noChangeAspect="1"/>
          </p:cNvPicPr>
          <p:nvPr>
            <p:ph idx="1"/>
          </p:nvPr>
        </p:nvPicPr>
        <p:blipFill>
          <a:blip r:embed="rId2"/>
          <a:stretch>
            <a:fillRect/>
          </a:stretch>
        </p:blipFill>
        <p:spPr>
          <a:xfrm>
            <a:off x="1383506" y="1925639"/>
            <a:ext cx="6021120" cy="3677720"/>
          </a:xfrm>
        </p:spPr>
      </p:pic>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AutoShape 2" descr="Project Manager Skills - Infographic">
            <a:extLst>
              <a:ext uri="{FF2B5EF4-FFF2-40B4-BE49-F238E27FC236}">
                <a16:creationId xmlns:a16="http://schemas.microsoft.com/office/drawing/2014/main" id="{1E6841FB-6261-443C-E480-E47B28DA443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Tree>
    <p:extLst>
      <p:ext uri="{BB962C8B-B14F-4D97-AF65-F5344CB8AC3E}">
        <p14:creationId xmlns:p14="http://schemas.microsoft.com/office/powerpoint/2010/main" val="25254519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IT Project Skills (C</a:t>
            </a:r>
            <a:r>
              <a:rPr lang="en-US" altLang="zh-CN" sz="3600" b="1" dirty="0" err="1">
                <a:solidFill>
                  <a:srgbClr val="00B0F0"/>
                </a:solidFill>
              </a:rPr>
              <a:t>ont.</a:t>
            </a:r>
            <a:r>
              <a:rPr lang="en-US" altLang="zh-CN" sz="3600" b="1" dirty="0">
                <a:solidFill>
                  <a:srgbClr val="00B0F0"/>
                </a:solidFill>
              </a:rPr>
              <a: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500332" y="1865322"/>
            <a:ext cx="8643668" cy="4321533"/>
          </a:xfrm>
        </p:spPr>
        <p:txBody>
          <a:bodyPr/>
          <a:lstStyle/>
          <a:p>
            <a:pPr marL="90488" lvl="1" indent="-90488">
              <a:spcBef>
                <a:spcPts val="1200"/>
              </a:spcBef>
              <a:spcAft>
                <a:spcPts val="200"/>
              </a:spcAft>
              <a:buSzPct val="100000"/>
              <a:buFont typeface="Arial" panose="020B0604020202020204" pitchFamily="34" charset="0"/>
              <a:buChar char="•"/>
            </a:pPr>
            <a:endParaRPr lang="en-AU" sz="2400" b="1" dirty="0"/>
          </a:p>
          <a:p>
            <a:pPr marL="90488" lvl="1" indent="-90488">
              <a:spcBef>
                <a:spcPts val="1200"/>
              </a:spcBef>
              <a:spcAft>
                <a:spcPts val="200"/>
              </a:spcAft>
              <a:buSzPct val="100000"/>
              <a:buFont typeface="Arial" panose="020B0604020202020204" pitchFamily="34" charset="0"/>
              <a:buChar char="•"/>
            </a:pPr>
            <a:r>
              <a:rPr lang="en-AU" sz="2400" b="1" dirty="0">
                <a:solidFill>
                  <a:schemeClr val="accent2">
                    <a:lumMod val="75000"/>
                  </a:schemeClr>
                </a:solidFill>
              </a:rPr>
              <a:t>Quality Assurance and Testing Skills</a:t>
            </a:r>
            <a:endParaRPr lang="en-AU" sz="2400" dirty="0">
              <a:solidFill>
                <a:schemeClr val="accent2">
                  <a:lumMod val="75000"/>
                </a:schemeClr>
              </a:solidFill>
            </a:endParaRPr>
          </a:p>
          <a:p>
            <a:pPr marL="274638" lvl="2" indent="-90488">
              <a:spcBef>
                <a:spcPts val="1200"/>
              </a:spcBef>
              <a:spcAft>
                <a:spcPts val="200"/>
              </a:spcAft>
              <a:buSzPct val="100000"/>
              <a:buFont typeface="Arial" panose="020B0604020202020204" pitchFamily="34" charset="0"/>
              <a:buChar char="•"/>
            </a:pPr>
            <a:r>
              <a:rPr lang="en-AU" sz="1800" dirty="0"/>
              <a:t>Testing Strategies: Implementing test-driven development (TDD) and automated testing.</a:t>
            </a:r>
          </a:p>
          <a:p>
            <a:pPr marL="274638" lvl="2" indent="-90488">
              <a:spcBef>
                <a:spcPts val="1200"/>
              </a:spcBef>
              <a:spcAft>
                <a:spcPts val="200"/>
              </a:spcAft>
              <a:buSzPct val="100000"/>
              <a:buFont typeface="Arial" panose="020B0604020202020204" pitchFamily="34" charset="0"/>
              <a:buChar char="•"/>
            </a:pPr>
            <a:r>
              <a:rPr lang="en-AU" sz="1800" dirty="0"/>
              <a:t>Quality Control: Ensuring software quality through rigorous testing and validation.</a:t>
            </a:r>
          </a:p>
          <a:p>
            <a:pPr marL="274638" lvl="2" indent="-90488">
              <a:spcBef>
                <a:spcPts val="1200"/>
              </a:spcBef>
              <a:spcAft>
                <a:spcPts val="200"/>
              </a:spcAft>
              <a:buSzPct val="100000"/>
              <a:buFont typeface="Arial" panose="020B0604020202020204" pitchFamily="34" charset="0"/>
              <a:buChar char="•"/>
            </a:pPr>
            <a:r>
              <a:rPr lang="en-AU" sz="1800" dirty="0"/>
              <a:t>User Acceptance Testing (UAT): Collaborating with end-users to validate system functionality.</a:t>
            </a:r>
          </a:p>
          <a:p>
            <a:pPr marL="274638" lvl="2" indent="-90488">
              <a:spcBef>
                <a:spcPts val="1200"/>
              </a:spcBef>
              <a:spcAft>
                <a:spcPts val="200"/>
              </a:spcAft>
              <a:buSzPct val="100000"/>
              <a:buFont typeface="Arial" panose="020B0604020202020204" pitchFamily="34" charset="0"/>
              <a:buChar char="•"/>
            </a:pPr>
            <a:r>
              <a:rPr lang="en-AU" sz="1800" dirty="0"/>
              <a:t>Deployment and Maintenance: Skills in deploying software updates and maintaining system performance.</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77292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IT Project Skills (C</a:t>
            </a:r>
            <a:r>
              <a:rPr lang="en-US" altLang="zh-CN" sz="3600" b="1" dirty="0" err="1">
                <a:solidFill>
                  <a:srgbClr val="00B0F0"/>
                </a:solidFill>
              </a:rPr>
              <a:t>ont.</a:t>
            </a:r>
            <a:r>
              <a:rPr lang="en-US" altLang="zh-CN" sz="3600" b="1" dirty="0">
                <a:solidFill>
                  <a:srgbClr val="00B0F0"/>
                </a:solidFill>
              </a:rPr>
              <a: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500332" y="1865322"/>
            <a:ext cx="8643668" cy="4321533"/>
          </a:xfrm>
        </p:spPr>
        <p:txBody>
          <a:bodyPr/>
          <a:lstStyle/>
          <a:p>
            <a:pPr marL="90488" lvl="1" indent="-90488">
              <a:spcBef>
                <a:spcPts val="1200"/>
              </a:spcBef>
              <a:spcAft>
                <a:spcPts val="200"/>
              </a:spcAft>
              <a:buSzPct val="100000"/>
              <a:buFont typeface="Arial" panose="020B0604020202020204" pitchFamily="34" charset="0"/>
              <a:buChar char="•"/>
            </a:pPr>
            <a:endParaRPr lang="en-AU" sz="2400" b="1" dirty="0"/>
          </a:p>
          <a:p>
            <a:pPr marL="90488" lvl="1" indent="-90488">
              <a:spcBef>
                <a:spcPts val="1200"/>
              </a:spcBef>
              <a:spcAft>
                <a:spcPts val="200"/>
              </a:spcAft>
              <a:buSzPct val="100000"/>
              <a:buFont typeface="Arial" panose="020B0604020202020204" pitchFamily="34" charset="0"/>
              <a:buChar char="•"/>
            </a:pPr>
            <a:r>
              <a:rPr lang="en-AU" sz="2400" b="1" dirty="0">
                <a:solidFill>
                  <a:schemeClr val="accent2">
                    <a:lumMod val="75000"/>
                  </a:schemeClr>
                </a:solidFill>
              </a:rPr>
              <a:t>Assurance and Testing Skills</a:t>
            </a:r>
            <a:endParaRPr lang="en-AU" sz="2400" dirty="0">
              <a:solidFill>
                <a:schemeClr val="accent2">
                  <a:lumMod val="75000"/>
                </a:schemeClr>
              </a:solidFill>
            </a:endParaRPr>
          </a:p>
          <a:p>
            <a:pPr marL="274638" lvl="2" indent="-90488">
              <a:spcBef>
                <a:spcPts val="1200"/>
              </a:spcBef>
              <a:spcAft>
                <a:spcPts val="200"/>
              </a:spcAft>
              <a:buSzPct val="100000"/>
              <a:buFont typeface="Arial" panose="020B0604020202020204" pitchFamily="34" charset="0"/>
              <a:buChar char="•"/>
            </a:pPr>
            <a:r>
              <a:rPr lang="en-AU" sz="1800" b="1" dirty="0"/>
              <a:t>Emerging Technologies:</a:t>
            </a:r>
          </a:p>
          <a:p>
            <a:pPr marL="457200" lvl="3" indent="-90488">
              <a:spcBef>
                <a:spcPts val="1200"/>
              </a:spcBef>
              <a:spcAft>
                <a:spcPts val="200"/>
              </a:spcAft>
              <a:buSzPct val="100000"/>
              <a:buFont typeface="Arial" panose="020B0604020202020204" pitchFamily="34" charset="0"/>
              <a:buChar char="•"/>
            </a:pPr>
            <a:r>
              <a:rPr lang="en-AU" sz="1800" dirty="0"/>
              <a:t>Artificial Intelligence and Machine Learning: Integrating AI/ML into project solutions.</a:t>
            </a:r>
          </a:p>
          <a:p>
            <a:pPr marL="457200" lvl="3" indent="-90488">
              <a:spcBef>
                <a:spcPts val="1200"/>
              </a:spcBef>
              <a:spcAft>
                <a:spcPts val="200"/>
              </a:spcAft>
              <a:buSzPct val="100000"/>
              <a:buFont typeface="Arial" panose="020B0604020202020204" pitchFamily="34" charset="0"/>
              <a:buChar char="•"/>
            </a:pPr>
            <a:r>
              <a:rPr lang="en-AU" sz="1800" dirty="0"/>
              <a:t>Blockchain: Understanding blockchain technology for secure transactions and data management.</a:t>
            </a:r>
          </a:p>
          <a:p>
            <a:pPr marL="457200" lvl="3" indent="-90488">
              <a:spcBef>
                <a:spcPts val="1200"/>
              </a:spcBef>
              <a:spcAft>
                <a:spcPts val="200"/>
              </a:spcAft>
              <a:buSzPct val="100000"/>
              <a:buFont typeface="Arial" panose="020B0604020202020204" pitchFamily="34" charset="0"/>
              <a:buChar char="•"/>
            </a:pPr>
            <a:r>
              <a:rPr lang="en-AU" sz="1800" dirty="0"/>
              <a:t>Internet of Things (IoT): Implementing IoT devices and leveraging data for insights.</a:t>
            </a:r>
          </a:p>
          <a:p>
            <a:pPr marL="457200" lvl="3" indent="-90488">
              <a:spcBef>
                <a:spcPts val="1200"/>
              </a:spcBef>
              <a:spcAft>
                <a:spcPts val="200"/>
              </a:spcAft>
              <a:buSzPct val="100000"/>
              <a:buFont typeface="Arial" panose="020B0604020202020204" pitchFamily="34" charset="0"/>
              <a:buChar char="•"/>
            </a:pPr>
            <a:r>
              <a:rPr lang="en-AU" sz="1800" dirty="0"/>
              <a:t>Cybersecurity: Ensuring robust security measures in IT projects to protect data and systems.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85431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IT Project Skills (C</a:t>
            </a:r>
            <a:r>
              <a:rPr lang="en-US" altLang="zh-CN" sz="3600" b="1" dirty="0" err="1">
                <a:solidFill>
                  <a:srgbClr val="00B0F0"/>
                </a:solidFill>
              </a:rPr>
              <a:t>ont.</a:t>
            </a:r>
            <a:r>
              <a:rPr lang="en-US" altLang="zh-CN" sz="3600" b="1" dirty="0">
                <a:solidFill>
                  <a:srgbClr val="00B0F0"/>
                </a:solidFill>
              </a:rPr>
              <a: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500332" y="1865322"/>
            <a:ext cx="8643668" cy="4321533"/>
          </a:xfrm>
        </p:spPr>
        <p:txBody>
          <a:bodyPr/>
          <a:lstStyle/>
          <a:p>
            <a:pPr marL="90488" lvl="1" indent="-90488">
              <a:spcBef>
                <a:spcPts val="1200"/>
              </a:spcBef>
              <a:spcAft>
                <a:spcPts val="200"/>
              </a:spcAft>
              <a:buSzPct val="100000"/>
              <a:buFont typeface="Arial" panose="020B0604020202020204" pitchFamily="34" charset="0"/>
              <a:buChar char="•"/>
            </a:pPr>
            <a:endParaRPr lang="en-AU" sz="2400" b="1" dirty="0"/>
          </a:p>
          <a:p>
            <a:pPr marL="90488" lvl="1" indent="-90488">
              <a:spcBef>
                <a:spcPts val="1200"/>
              </a:spcBef>
              <a:spcAft>
                <a:spcPts val="200"/>
              </a:spcAft>
              <a:buSzPct val="100000"/>
              <a:buFont typeface="Arial" panose="020B0604020202020204" pitchFamily="34" charset="0"/>
              <a:buChar char="•"/>
            </a:pPr>
            <a:r>
              <a:rPr lang="en-AU" sz="2400" b="1" dirty="0">
                <a:solidFill>
                  <a:schemeClr val="accent2">
                    <a:lumMod val="75000"/>
                  </a:schemeClr>
                </a:solidFill>
              </a:rPr>
              <a:t>Assurance and Testing Skills(cont.)</a:t>
            </a:r>
            <a:endParaRPr lang="en-AU" sz="2400" dirty="0">
              <a:solidFill>
                <a:schemeClr val="accent2">
                  <a:lumMod val="75000"/>
                </a:schemeClr>
              </a:solidFill>
            </a:endParaRPr>
          </a:p>
          <a:p>
            <a:pPr marL="274638" lvl="2" indent="-90488">
              <a:spcBef>
                <a:spcPts val="1200"/>
              </a:spcBef>
              <a:spcAft>
                <a:spcPts val="200"/>
              </a:spcAft>
              <a:buSzPct val="100000"/>
              <a:buFont typeface="Arial" panose="020B0604020202020204" pitchFamily="34" charset="0"/>
              <a:buChar char="•"/>
            </a:pPr>
            <a:r>
              <a:rPr lang="en-AU" sz="1800" b="1" dirty="0"/>
              <a:t>Data Analytics and Visualisation</a:t>
            </a:r>
          </a:p>
          <a:p>
            <a:pPr marL="457200" lvl="3" indent="-90488">
              <a:spcBef>
                <a:spcPts val="1200"/>
              </a:spcBef>
              <a:spcAft>
                <a:spcPts val="200"/>
              </a:spcAft>
              <a:buSzPct val="100000"/>
              <a:buFont typeface="Arial" panose="020B0604020202020204" pitchFamily="34" charset="0"/>
              <a:buChar char="•"/>
            </a:pPr>
            <a:r>
              <a:rPr lang="en-AU" sz="1800" dirty="0"/>
              <a:t>Data Mining: Extracting meaningful insights from large datasets.</a:t>
            </a:r>
          </a:p>
          <a:p>
            <a:pPr marL="457200" lvl="3" indent="-90488">
              <a:spcBef>
                <a:spcPts val="1200"/>
              </a:spcBef>
              <a:spcAft>
                <a:spcPts val="200"/>
              </a:spcAft>
              <a:buSzPct val="100000"/>
              <a:buFont typeface="Arial" panose="020B0604020202020204" pitchFamily="34" charset="0"/>
              <a:buChar char="•"/>
            </a:pPr>
            <a:r>
              <a:rPr lang="en-AU" sz="1800" dirty="0"/>
              <a:t>Data Visualisation: Communicating data insights effectively using tools like Tableau or Power BI.</a:t>
            </a:r>
          </a:p>
          <a:p>
            <a:pPr marL="457200" lvl="3" indent="-90488">
              <a:spcBef>
                <a:spcPts val="1200"/>
              </a:spcBef>
              <a:spcAft>
                <a:spcPts val="200"/>
              </a:spcAft>
              <a:buSzPct val="100000"/>
              <a:buFont typeface="Arial" panose="020B0604020202020204" pitchFamily="34" charset="0"/>
              <a:buChar char="•"/>
            </a:pPr>
            <a:r>
              <a:rPr lang="en-AU" sz="1800" dirty="0"/>
              <a:t>Predictive Analytics: Utilising statistical models and machine learning for predictive insights.</a:t>
            </a:r>
          </a:p>
          <a:p>
            <a:pPr marL="457200" lvl="3" indent="-90488">
              <a:spcBef>
                <a:spcPts val="1200"/>
              </a:spcBef>
              <a:spcAft>
                <a:spcPts val="200"/>
              </a:spcAft>
              <a:buSzPct val="100000"/>
              <a:buFont typeface="Arial" panose="020B0604020202020204" pitchFamily="34" charset="0"/>
              <a:buChar char="•"/>
            </a:pPr>
            <a:r>
              <a:rPr lang="en-AU" sz="1800" dirty="0"/>
              <a:t>Business Intelligence: Analysing data to support strategic decision-making in organisations.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10117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IT Project Skills (C</a:t>
            </a:r>
            <a:r>
              <a:rPr lang="en-US" altLang="zh-CN" sz="3600" b="1" dirty="0" err="1">
                <a:solidFill>
                  <a:srgbClr val="00B0F0"/>
                </a:solidFill>
              </a:rPr>
              <a:t>ont.</a:t>
            </a:r>
            <a:r>
              <a:rPr lang="en-US" altLang="zh-CN" sz="3600" b="1" dirty="0">
                <a:solidFill>
                  <a:srgbClr val="00B0F0"/>
                </a:solidFill>
              </a:rPr>
              <a: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500332" y="1865322"/>
            <a:ext cx="8643668" cy="4321533"/>
          </a:xfrm>
        </p:spPr>
        <p:txBody>
          <a:bodyPr/>
          <a:lstStyle/>
          <a:p>
            <a:pPr marL="90488" lvl="1" indent="-90488">
              <a:spcBef>
                <a:spcPts val="1200"/>
              </a:spcBef>
              <a:spcAft>
                <a:spcPts val="200"/>
              </a:spcAft>
              <a:buSzPct val="100000"/>
              <a:buFont typeface="Arial" panose="020B0604020202020204" pitchFamily="34" charset="0"/>
              <a:buChar char="•"/>
            </a:pPr>
            <a:endParaRPr lang="en-AU" sz="2400" b="1" dirty="0"/>
          </a:p>
          <a:p>
            <a:pPr marL="90488" lvl="1" indent="-90488">
              <a:spcBef>
                <a:spcPts val="1200"/>
              </a:spcBef>
              <a:spcAft>
                <a:spcPts val="200"/>
              </a:spcAft>
              <a:buSzPct val="100000"/>
              <a:buFont typeface="Arial" panose="020B0604020202020204" pitchFamily="34" charset="0"/>
              <a:buChar char="•"/>
            </a:pPr>
            <a:r>
              <a:rPr lang="en-AU" sz="2400" b="1" dirty="0">
                <a:solidFill>
                  <a:schemeClr val="accent2">
                    <a:lumMod val="75000"/>
                  </a:schemeClr>
                </a:solidFill>
              </a:rPr>
              <a:t>Future Directions</a:t>
            </a:r>
          </a:p>
          <a:p>
            <a:pPr marL="274638" lvl="2" indent="-90488">
              <a:spcBef>
                <a:spcPts val="1200"/>
              </a:spcBef>
              <a:spcAft>
                <a:spcPts val="200"/>
              </a:spcAft>
              <a:buSzPct val="100000"/>
              <a:buFont typeface="Arial" panose="020B0604020202020204" pitchFamily="34" charset="0"/>
              <a:buChar char="•"/>
            </a:pPr>
            <a:r>
              <a:rPr lang="en-AU" sz="1800" dirty="0"/>
              <a:t>Ethical AI: Integrating ethical considerations into AI development and deployment.</a:t>
            </a:r>
          </a:p>
          <a:p>
            <a:pPr marL="274638" lvl="2" indent="-90488">
              <a:spcBef>
                <a:spcPts val="1200"/>
              </a:spcBef>
              <a:spcAft>
                <a:spcPts val="200"/>
              </a:spcAft>
              <a:buSzPct val="100000"/>
              <a:buFont typeface="Arial" panose="020B0604020202020204" pitchFamily="34" charset="0"/>
              <a:buChar char="•"/>
            </a:pPr>
            <a:r>
              <a:rPr lang="en-AU" sz="1800" dirty="0"/>
              <a:t>DevOps: Emphasising collaboration between development and operations teams.</a:t>
            </a:r>
          </a:p>
          <a:p>
            <a:pPr marL="274638" lvl="2" indent="-90488">
              <a:spcBef>
                <a:spcPts val="1200"/>
              </a:spcBef>
              <a:spcAft>
                <a:spcPts val="200"/>
              </a:spcAft>
              <a:buSzPct val="100000"/>
              <a:buFont typeface="Arial" panose="020B0604020202020204" pitchFamily="34" charset="0"/>
              <a:buChar char="•"/>
            </a:pPr>
            <a:r>
              <a:rPr lang="en-AU" sz="1800" dirty="0"/>
              <a:t>Cloud-native Technologies: Harnessing the full potential of cloud computing for scalability and efficiency.</a:t>
            </a:r>
          </a:p>
          <a:p>
            <a:pPr marL="274638" lvl="2" indent="-90488">
              <a:spcBef>
                <a:spcPts val="1200"/>
              </a:spcBef>
              <a:spcAft>
                <a:spcPts val="200"/>
              </a:spcAft>
              <a:buSzPct val="100000"/>
              <a:buFont typeface="Arial" panose="020B0604020202020204" pitchFamily="34" charset="0"/>
              <a:buChar char="•"/>
            </a:pPr>
            <a:r>
              <a:rPr lang="en-AU" sz="1800" dirty="0"/>
              <a:t>Remote Work and Collaboration Tools: Adopting tools and practices for effective remote project management.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74717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Tools for Developing Sustainable Solutions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a:buFont typeface="Arial" panose="020B0604020202020204" pitchFamily="34" charset="0"/>
              <a:buChar char="•"/>
            </a:pPr>
            <a:r>
              <a:rPr lang="en-AU" b="1" dirty="0"/>
              <a:t>Lifecycle Assessment (LCA): </a:t>
            </a:r>
            <a:r>
              <a:rPr lang="en-AU" dirty="0"/>
              <a:t>LCA is a method for evaluating the environmental impacts of a product or service throughout its lifecycle, from raw material extraction to disposal.</a:t>
            </a:r>
          </a:p>
          <a:p>
            <a:pPr>
              <a:buFont typeface="Arial" panose="020B0604020202020204" pitchFamily="34" charset="0"/>
              <a:buChar char="•"/>
            </a:pPr>
            <a:endParaRPr lang="en-AU" dirty="0"/>
          </a:p>
          <a:p>
            <a:pPr>
              <a:buFont typeface="Arial" panose="020B0604020202020204" pitchFamily="34" charset="0"/>
              <a:buChar char="•"/>
            </a:pPr>
            <a:r>
              <a:rPr lang="en-AU" b="1" dirty="0"/>
              <a:t>Energy Management Systems (EMS): </a:t>
            </a:r>
            <a:r>
              <a:rPr lang="en-AU" dirty="0"/>
              <a:t>EMS tools for monitoring and optimising energy use in IT infrastructure and operations to improve efficiency and reduce carbon footprint.</a:t>
            </a:r>
          </a:p>
          <a:p>
            <a:pPr>
              <a:buFont typeface="Arial" panose="020B0604020202020204" pitchFamily="34" charset="0"/>
              <a:buChar char="•"/>
            </a:pPr>
            <a:endParaRPr lang="en-AU" dirty="0"/>
          </a:p>
          <a:p>
            <a:pPr>
              <a:buFont typeface="Arial" panose="020B0604020202020204" pitchFamily="34" charset="0"/>
              <a:buChar char="•"/>
            </a:pPr>
            <a:r>
              <a:rPr lang="en-AU" b="1" dirty="0"/>
              <a:t>Green Building Design Tools: </a:t>
            </a:r>
            <a:r>
              <a:rPr lang="en-AU" dirty="0"/>
              <a:t>Software tools used in architecture and construction for designing energy-efficient buildings that minimise environmental impact.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949006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Technologies for Sustainable Solutions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a:buFont typeface="Arial" panose="020B0604020202020204" pitchFamily="34" charset="0"/>
              <a:buChar char="•"/>
            </a:pPr>
            <a:r>
              <a:rPr lang="en-AU" b="1" dirty="0"/>
              <a:t>Renewable Energy Technologies</a:t>
            </a:r>
            <a:r>
              <a:rPr lang="en-AU" dirty="0"/>
              <a:t>: Technologies such as solar panels, wind turbines, and geothermal systems used to generate renewable energy and reduce reliance on fossil fuels.</a:t>
            </a:r>
          </a:p>
          <a:p>
            <a:pPr>
              <a:buFont typeface="Arial" panose="020B0604020202020204" pitchFamily="34" charset="0"/>
              <a:buChar char="•"/>
            </a:pPr>
            <a:endParaRPr lang="en-AU" dirty="0"/>
          </a:p>
          <a:p>
            <a:pPr>
              <a:buFont typeface="Arial" panose="020B0604020202020204" pitchFamily="34" charset="0"/>
              <a:buChar char="•"/>
            </a:pPr>
            <a:r>
              <a:rPr lang="en-AU" b="1" dirty="0"/>
              <a:t>IoT (Internet of Things) for Smart Environmental Monitoring: </a:t>
            </a:r>
            <a:r>
              <a:rPr lang="en-AU" dirty="0"/>
              <a:t>IoT devices and sensors are used to monitor environmental parameters like air quality, water usage, and energy consumption to optimise resource usage.</a:t>
            </a:r>
          </a:p>
          <a:p>
            <a:pPr>
              <a:buFont typeface="Arial" panose="020B0604020202020204" pitchFamily="34" charset="0"/>
              <a:buChar char="•"/>
            </a:pPr>
            <a:endParaRPr lang="en-AU" dirty="0"/>
          </a:p>
          <a:p>
            <a:pPr>
              <a:buFont typeface="Arial" panose="020B0604020202020204" pitchFamily="34" charset="0"/>
              <a:buChar char="•"/>
            </a:pPr>
            <a:r>
              <a:rPr lang="en-AU" b="1" dirty="0"/>
              <a:t>Circular Economy Technologies</a:t>
            </a:r>
            <a:r>
              <a:rPr lang="en-AU" dirty="0"/>
              <a:t>: Technologies that support the principles of a circular economy, such as recycling technologies for e-waste and sustainable materials for manufacturing.</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97710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Understanding Patents in IT Projects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7537588" cy="4321533"/>
          </a:xfrm>
        </p:spPr>
        <p:txBody>
          <a:bodyPr/>
          <a:lstStyle/>
          <a:p>
            <a:pPr>
              <a:buFont typeface="Arial" panose="020B0604020202020204" pitchFamily="34" charset="0"/>
              <a:buChar char="•"/>
            </a:pPr>
            <a:r>
              <a:rPr lang="en-AU" sz="2800" b="1" dirty="0">
                <a:solidFill>
                  <a:schemeClr val="accent2">
                    <a:lumMod val="75000"/>
                  </a:schemeClr>
                </a:solidFill>
              </a:rPr>
              <a:t>Patents: </a:t>
            </a:r>
          </a:p>
          <a:p>
            <a:pPr lvl="1">
              <a:buFont typeface="Arial" panose="020B0604020202020204" pitchFamily="34" charset="0"/>
              <a:buChar char="•"/>
            </a:pPr>
            <a:r>
              <a:rPr lang="en-AU" sz="2000" dirty="0"/>
              <a:t>Patents protect inventions and innovations, granting exclusive rights to inventors. They are crucial for safeguarding intellectual property.</a:t>
            </a:r>
          </a:p>
          <a:p>
            <a:pPr>
              <a:buFont typeface="Arial" panose="020B0604020202020204" pitchFamily="34" charset="0"/>
              <a:buChar char="•"/>
            </a:pPr>
            <a:r>
              <a:rPr lang="en-AU" b="1" dirty="0"/>
              <a:t>Claims Analysis:</a:t>
            </a:r>
            <a:r>
              <a:rPr lang="en-AU" dirty="0"/>
              <a:t> </a:t>
            </a:r>
          </a:p>
          <a:p>
            <a:pPr lvl="1">
              <a:buFont typeface="Arial" panose="020B0604020202020204" pitchFamily="34" charset="0"/>
              <a:buChar char="•"/>
            </a:pPr>
            <a:r>
              <a:rPr lang="en-AU" dirty="0"/>
              <a:t>Involves scrutinising patent claims to decipher the specific features and functionalities that are protected. This analysis guides IT project teams in understanding what aspects of their innovations could potentially infringe on existing patents.</a:t>
            </a:r>
          </a:p>
          <a:p>
            <a:pPr>
              <a:buFont typeface="Arial" panose="020B0604020202020204" pitchFamily="34" charset="0"/>
              <a:buChar char="•"/>
            </a:pPr>
            <a:r>
              <a:rPr lang="en-AU" b="1" dirty="0"/>
              <a:t>Impact on IT Landscape:</a:t>
            </a:r>
            <a:r>
              <a:rPr lang="en-AU" dirty="0"/>
              <a:t> </a:t>
            </a:r>
          </a:p>
          <a:p>
            <a:pPr lvl="1">
              <a:buFont typeface="Arial" panose="020B0604020202020204" pitchFamily="34" charset="0"/>
              <a:buChar char="•"/>
            </a:pPr>
            <a:r>
              <a:rPr lang="en-AU" dirty="0"/>
              <a:t>Patents shape the competitive dynamics within the IT industry by influencing product development strategies, dictating licensing terms for using patented technologies, and impacting market positioning through exclusivity rights.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66400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Understanding Patents in IT Projects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7537588" cy="4321533"/>
          </a:xfrm>
        </p:spPr>
        <p:txBody>
          <a:bodyPr/>
          <a:lstStyle/>
          <a:p>
            <a:pPr>
              <a:buFont typeface="Arial" panose="020B0604020202020204" pitchFamily="34" charset="0"/>
              <a:buChar char="•"/>
            </a:pPr>
            <a:r>
              <a:rPr lang="en-AU" b="1" dirty="0"/>
              <a:t>Importance in IT:</a:t>
            </a:r>
            <a:r>
              <a:rPr lang="en-AU" dirty="0"/>
              <a:t> </a:t>
            </a:r>
          </a:p>
          <a:p>
            <a:pPr lvl="1">
              <a:buFont typeface="Arial" panose="020B0604020202020204" pitchFamily="34" charset="0"/>
              <a:buChar char="•"/>
            </a:pPr>
            <a:r>
              <a:rPr lang="en-AU" dirty="0"/>
              <a:t>Essential for safeguarding investments in research and development, fostering innovation by providing incentives for new ideas, and establishing market dominance through legal protection.</a:t>
            </a:r>
          </a:p>
          <a:p>
            <a:pPr>
              <a:buFont typeface="Arial" panose="020B0604020202020204" pitchFamily="34" charset="0"/>
              <a:buChar char="•"/>
            </a:pPr>
            <a:r>
              <a:rPr lang="en-AU" b="1" dirty="0"/>
              <a:t>Role in Project Development:</a:t>
            </a:r>
            <a:r>
              <a:rPr lang="en-AU" dirty="0"/>
              <a:t> </a:t>
            </a:r>
          </a:p>
          <a:p>
            <a:pPr lvl="1">
              <a:buFont typeface="Arial" panose="020B0604020202020204" pitchFamily="34" charset="0"/>
              <a:buChar char="•"/>
            </a:pPr>
            <a:r>
              <a:rPr lang="en-AU" dirty="0"/>
              <a:t>Integral to guiding the direction of IT projects by outlining boundaries for innovation, influencing technological choices based on patent landscapes, and ensuring compliance with intellectual property laws to mitigate legal risks.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56017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Understanding Patents and Prior Art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6" name="Picture 2">
            <a:extLst>
              <a:ext uri="{FF2B5EF4-FFF2-40B4-BE49-F238E27FC236}">
                <a16:creationId xmlns:a16="http://schemas.microsoft.com/office/drawing/2014/main" id="{867305DE-334A-AF94-B4D9-05AA7EAE0BF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19325" y="2005806"/>
            <a:ext cx="4162425" cy="416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0232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Understanding Prior Art in IT Projects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7537588" cy="4321533"/>
          </a:xfrm>
        </p:spPr>
        <p:txBody>
          <a:bodyPr/>
          <a:lstStyle/>
          <a:p>
            <a:pPr>
              <a:buFont typeface="Arial" panose="020B0604020202020204" pitchFamily="34" charset="0"/>
              <a:buChar char="•"/>
            </a:pPr>
            <a:r>
              <a:rPr lang="en-AU" sz="2800" b="1" dirty="0">
                <a:solidFill>
                  <a:schemeClr val="accent2">
                    <a:lumMod val="75000"/>
                  </a:schemeClr>
                </a:solidFill>
              </a:rPr>
              <a:t>Prior Art Searches: </a:t>
            </a:r>
          </a:p>
          <a:p>
            <a:pPr lvl="1">
              <a:buFont typeface="Arial" panose="020B0604020202020204" pitchFamily="34" charset="0"/>
              <a:buChar char="•"/>
            </a:pPr>
            <a:r>
              <a:rPr lang="en-AU" sz="2000" dirty="0"/>
              <a:t>Conduct comprehensive searches across patent databases and scientific literature to identify prior art—existing technologies or solutions that may invalidate a patent claim or inspire alternative approaches in IT projects.</a:t>
            </a:r>
          </a:p>
          <a:p>
            <a:pPr>
              <a:buFont typeface="Arial" panose="020B0604020202020204" pitchFamily="34" charset="0"/>
              <a:buChar char="•"/>
            </a:pPr>
            <a:r>
              <a:rPr lang="en-AU" b="1" dirty="0"/>
              <a:t>Search Methods: </a:t>
            </a:r>
          </a:p>
          <a:p>
            <a:pPr lvl="1">
              <a:buFont typeface="Arial" panose="020B0604020202020204" pitchFamily="34" charset="0"/>
              <a:buChar char="•"/>
            </a:pPr>
            <a:r>
              <a:rPr lang="en-AU" sz="2000" dirty="0"/>
              <a:t>Utilise comprehensive strategies such as exploring patent databases (e.g., USPTO, WIPO), reviewing scientific literature, attending conferences, and leveraging online repositories. </a:t>
            </a:r>
          </a:p>
          <a:p>
            <a:pPr marL="90488" lvl="1" indent="-90488">
              <a:spcBef>
                <a:spcPts val="1200"/>
              </a:spcBef>
              <a:spcAft>
                <a:spcPts val="200"/>
              </a:spcAft>
              <a:buSzPct val="100000"/>
              <a:buFont typeface="Arial" panose="020B0604020202020204" pitchFamily="34" charset="0"/>
              <a:buChar char="•"/>
            </a:pPr>
            <a:r>
              <a:rPr lang="en-AU" sz="2000" b="1" dirty="0"/>
              <a:t>Evaluation Criteria: </a:t>
            </a:r>
          </a:p>
          <a:p>
            <a:pPr lvl="1">
              <a:buFont typeface="Arial" panose="020B0604020202020204" pitchFamily="34" charset="0"/>
              <a:buChar char="•"/>
            </a:pPr>
            <a:r>
              <a:rPr lang="en-AU" dirty="0"/>
              <a:t>Assess the relevance of prior art based on its similarity to the proposed innovation, temporal proximity, technological impact, and applicability to the project's objectives.</a:t>
            </a:r>
            <a:endParaRPr lang="en-AU" b="1"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44988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Understanding Prior Art in IT Projects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7537588" cy="4321533"/>
          </a:xfrm>
        </p:spPr>
        <p:txBody>
          <a:bodyPr/>
          <a:lstStyle/>
          <a:p>
            <a:pPr>
              <a:buFont typeface="Arial" panose="020B0604020202020204" pitchFamily="34" charset="0"/>
              <a:buChar char="•"/>
            </a:pPr>
            <a:r>
              <a:rPr lang="en-AU" b="1" dirty="0"/>
              <a:t>Importance in IT:</a:t>
            </a:r>
            <a:r>
              <a:rPr lang="en-AU" dirty="0"/>
              <a:t> </a:t>
            </a:r>
          </a:p>
          <a:p>
            <a:pPr lvl="1">
              <a:buFont typeface="Arial" panose="020B0604020202020204" pitchFamily="34" charset="0"/>
              <a:buChar char="•"/>
            </a:pPr>
            <a:r>
              <a:rPr lang="en-AU" dirty="0"/>
              <a:t>Essential for safeguarding investments in research and development, fostering innovation by providing incentives for new ideas, and establishing market dominance through legal protection.</a:t>
            </a:r>
          </a:p>
          <a:p>
            <a:pPr>
              <a:buFont typeface="Arial" panose="020B0604020202020204" pitchFamily="34" charset="0"/>
              <a:buChar char="•"/>
            </a:pPr>
            <a:r>
              <a:rPr lang="en-AU" b="1" dirty="0"/>
              <a:t>Role in Project Development:</a:t>
            </a:r>
            <a:r>
              <a:rPr lang="en-AU" dirty="0"/>
              <a:t> </a:t>
            </a:r>
          </a:p>
          <a:p>
            <a:pPr lvl="1">
              <a:buFont typeface="Arial" panose="020B0604020202020204" pitchFamily="34" charset="0"/>
              <a:buChar char="•"/>
            </a:pPr>
            <a:r>
              <a:rPr lang="en-AU" dirty="0"/>
              <a:t>Integral to guiding the direction of IT projects by outlining boundaries for innovation, influencing technological choices based on patent landscapes, and ensuring compliance with intellectual property laws to mitigate legal risks.</a:t>
            </a:r>
          </a:p>
          <a:p>
            <a:pPr lvl="1">
              <a:buFont typeface="Arial" panose="020B0604020202020204" pitchFamily="34" charset="0"/>
              <a:buChar char="•"/>
            </a:pPr>
            <a:endParaRPr lang="en-AU"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05463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Group Discussion Case Stud</a:t>
            </a:r>
            <a:r>
              <a:rPr lang="en-US" altLang="zh-CN" sz="3600" b="1" dirty="0">
                <a:solidFill>
                  <a:srgbClr val="00B0F0"/>
                </a:solidFill>
              </a:rPr>
              <a:t>y </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967746"/>
            <a:ext cx="8643668" cy="3458762"/>
          </a:xfrm>
        </p:spPr>
        <p:txBody>
          <a:bodyPr/>
          <a:lstStyle/>
          <a:p>
            <a:pPr marL="0" indent="0">
              <a:lnSpc>
                <a:spcPct val="150000"/>
              </a:lnSpc>
              <a:buNone/>
            </a:pPr>
            <a:r>
              <a:rPr lang="en-AU" sz="2800" b="1" dirty="0">
                <a:solidFill>
                  <a:schemeClr val="accent2">
                    <a:lumMod val="75000"/>
                  </a:schemeClr>
                </a:solidFill>
              </a:rPr>
              <a:t>Scenario:</a:t>
            </a:r>
            <a:r>
              <a:rPr lang="en-AU" sz="2800" dirty="0">
                <a:solidFill>
                  <a:schemeClr val="accent2">
                    <a:lumMod val="75000"/>
                  </a:schemeClr>
                </a:solidFill>
              </a:rPr>
              <a:t> </a:t>
            </a:r>
            <a:r>
              <a:rPr lang="en-AU" sz="2800" b="1" dirty="0">
                <a:solidFill>
                  <a:schemeClr val="accent2">
                    <a:lumMod val="75000"/>
                  </a:schemeClr>
                </a:solidFill>
              </a:rPr>
              <a:t>Tools and Technologies for Developing Sustainable Solutions</a:t>
            </a:r>
          </a:p>
          <a:p>
            <a:pPr marL="0" indent="0">
              <a:lnSpc>
                <a:spcPct val="150000"/>
              </a:lnSpc>
              <a:buNone/>
            </a:pPr>
            <a:r>
              <a:rPr lang="en-AU" sz="2800" dirty="0"/>
              <a:t>You are leading a green technology initiative to develop smart city solutions. The project aims to integrate IoT and AI technologies to enhance urban sustainability.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80667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24353-9DC2-1EDB-0B1F-E478A6AB828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6C72FBF-685B-D8D9-73E8-C7575BC0E7EA}"/>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Group Discussion Case Stud</a:t>
            </a:r>
            <a:r>
              <a:rPr lang="en-US" altLang="zh-CN" sz="3600" b="1" dirty="0">
                <a:solidFill>
                  <a:srgbClr val="00B0F0"/>
                </a:solidFill>
              </a:rPr>
              <a:t>y </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22B832-6D64-90E6-7954-0CDA92A4D3FE}"/>
              </a:ext>
            </a:extLst>
          </p:cNvPr>
          <p:cNvSpPr>
            <a:spLocks noGrp="1" noChangeArrowheads="1"/>
          </p:cNvSpPr>
          <p:nvPr>
            <p:ph idx="1"/>
          </p:nvPr>
        </p:nvSpPr>
        <p:spPr>
          <a:xfrm>
            <a:off x="0" y="1967745"/>
            <a:ext cx="9143999" cy="4580199"/>
          </a:xfrm>
          <a:solidFill>
            <a:schemeClr val="bg1"/>
          </a:solidFill>
        </p:spPr>
        <p:txBody>
          <a:bodyPr/>
          <a:lstStyle/>
          <a:p>
            <a:pPr>
              <a:lnSpc>
                <a:spcPct val="150000"/>
              </a:lnSpc>
            </a:pPr>
            <a:r>
              <a:rPr lang="en-US" sz="2500" b="1" dirty="0"/>
              <a:t>1. What are examples of IoT applications for smart city solutions?</a:t>
            </a:r>
          </a:p>
          <a:p>
            <a:pPr>
              <a:lnSpc>
                <a:spcPct val="150000"/>
              </a:lnSpc>
            </a:pPr>
            <a:r>
              <a:rPr lang="en-US" sz="2500" dirty="0"/>
              <a:t>- Smart traffic lights that reduce traffic jams </a:t>
            </a:r>
          </a:p>
          <a:p>
            <a:pPr>
              <a:lnSpc>
                <a:spcPct val="150000"/>
              </a:lnSpc>
            </a:pPr>
            <a:r>
              <a:rPr lang="en-US" sz="2500" dirty="0"/>
              <a:t>- Smart parking systems that show free parking spaces </a:t>
            </a:r>
          </a:p>
          <a:p>
            <a:pPr>
              <a:lnSpc>
                <a:spcPct val="150000"/>
              </a:lnSpc>
            </a:pPr>
            <a:r>
              <a:rPr lang="en-US" sz="2500" dirty="0"/>
              <a:t>- Sensors for air quality monitoring </a:t>
            </a:r>
          </a:p>
          <a:p>
            <a:pPr>
              <a:lnSpc>
                <a:spcPct val="150000"/>
              </a:lnSpc>
            </a:pPr>
            <a:r>
              <a:rPr lang="en-US" sz="2500" dirty="0"/>
              <a:t>- Smart waste bins that tell when they are full </a:t>
            </a:r>
          </a:p>
          <a:p>
            <a:pPr>
              <a:lnSpc>
                <a:spcPct val="150000"/>
              </a:lnSpc>
            </a:pPr>
            <a:r>
              <a:rPr lang="en-US" sz="2500" dirty="0"/>
              <a:t>These devices collect real-time data to improve city services.</a:t>
            </a:r>
          </a:p>
        </p:txBody>
      </p:sp>
      <p:sp>
        <p:nvSpPr>
          <p:cNvPr id="2" name="Footer Placeholder 1">
            <a:extLst>
              <a:ext uri="{FF2B5EF4-FFF2-40B4-BE49-F238E27FC236}">
                <a16:creationId xmlns:a16="http://schemas.microsoft.com/office/drawing/2014/main" id="{8D386AA8-5D99-695A-AECA-A9E646D0A01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E0879221-7341-D26C-DA1D-6E8C304395F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86</a:t>
            </a:fld>
            <a:endParaRPr lang="en-US" altLang="en-US" sz="900">
              <a:solidFill>
                <a:srgbClr val="FFFFFF"/>
              </a:solidFill>
            </a:endParaRPr>
          </a:p>
        </p:txBody>
      </p:sp>
      <p:pic>
        <p:nvPicPr>
          <p:cNvPr id="23558" name="Picture 5">
            <a:extLst>
              <a:ext uri="{FF2B5EF4-FFF2-40B4-BE49-F238E27FC236}">
                <a16:creationId xmlns:a16="http://schemas.microsoft.com/office/drawing/2014/main" id="{8B846278-8BC3-5134-2AFC-23396C9F5C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3199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fade">
                                      <p:cBhvr>
                                        <p:cTn id="7" dur="1000"/>
                                        <p:tgtEl>
                                          <p:spTgt spid="23555">
                                            <p:txEl>
                                              <p:pRg st="1" end="1"/>
                                            </p:txEl>
                                          </p:spTgt>
                                        </p:tgtEl>
                                      </p:cBhvr>
                                    </p:animEffect>
                                    <p:anim calcmode="lin" valueType="num">
                                      <p:cBhvr>
                                        <p:cTn id="8" dur="10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355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fade">
                                      <p:cBhvr>
                                        <p:cTn id="12" dur="1000"/>
                                        <p:tgtEl>
                                          <p:spTgt spid="23555">
                                            <p:txEl>
                                              <p:pRg st="2" end="2"/>
                                            </p:txEl>
                                          </p:spTgt>
                                        </p:tgtEl>
                                      </p:cBhvr>
                                    </p:animEffect>
                                    <p:anim calcmode="lin" valueType="num">
                                      <p:cBhvr>
                                        <p:cTn id="13" dur="10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355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3555">
                                            <p:txEl>
                                              <p:pRg st="3" end="3"/>
                                            </p:txEl>
                                          </p:spTgt>
                                        </p:tgtEl>
                                        <p:attrNameLst>
                                          <p:attrName>style.visibility</p:attrName>
                                        </p:attrNameLst>
                                      </p:cBhvr>
                                      <p:to>
                                        <p:strVal val="visible"/>
                                      </p:to>
                                    </p:set>
                                    <p:animEffect transition="in" filter="fade">
                                      <p:cBhvr>
                                        <p:cTn id="17" dur="1000"/>
                                        <p:tgtEl>
                                          <p:spTgt spid="23555">
                                            <p:txEl>
                                              <p:pRg st="3" end="3"/>
                                            </p:txEl>
                                          </p:spTgt>
                                        </p:tgtEl>
                                      </p:cBhvr>
                                    </p:animEffect>
                                    <p:anim calcmode="lin" valueType="num">
                                      <p:cBhvr>
                                        <p:cTn id="18" dur="10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355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3555">
                                            <p:txEl>
                                              <p:pRg st="4" end="4"/>
                                            </p:txEl>
                                          </p:spTgt>
                                        </p:tgtEl>
                                        <p:attrNameLst>
                                          <p:attrName>style.visibility</p:attrName>
                                        </p:attrNameLst>
                                      </p:cBhvr>
                                      <p:to>
                                        <p:strVal val="visible"/>
                                      </p:to>
                                    </p:set>
                                    <p:animEffect transition="in" filter="fade">
                                      <p:cBhvr>
                                        <p:cTn id="22" dur="1000"/>
                                        <p:tgtEl>
                                          <p:spTgt spid="23555">
                                            <p:txEl>
                                              <p:pRg st="4" end="4"/>
                                            </p:txEl>
                                          </p:spTgt>
                                        </p:tgtEl>
                                      </p:cBhvr>
                                    </p:animEffect>
                                    <p:anim calcmode="lin" valueType="num">
                                      <p:cBhvr>
                                        <p:cTn id="23" dur="10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2355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animEffect transition="in" filter="fade">
                                      <p:cBhvr>
                                        <p:cTn id="27" dur="1000"/>
                                        <p:tgtEl>
                                          <p:spTgt spid="23555">
                                            <p:txEl>
                                              <p:pRg st="5" end="5"/>
                                            </p:txEl>
                                          </p:spTgt>
                                        </p:tgtEl>
                                      </p:cBhvr>
                                    </p:animEffect>
                                    <p:anim calcmode="lin" valueType="num">
                                      <p:cBhvr>
                                        <p:cTn id="28" dur="1000" fill="hold"/>
                                        <p:tgtEl>
                                          <p:spTgt spid="2355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2355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49272-4CB5-660E-5FD8-51BE17FE1DB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AB7351B-D07F-6468-CEAE-F0C7025D7025}"/>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Group Discussion Case Stud</a:t>
            </a:r>
            <a:r>
              <a:rPr lang="en-US" altLang="zh-CN" sz="3600" b="1" dirty="0">
                <a:solidFill>
                  <a:srgbClr val="00B0F0"/>
                </a:solidFill>
              </a:rPr>
              <a:t>y </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9E7AEED3-CA71-4274-F85E-6FE8D8843FEE}"/>
              </a:ext>
            </a:extLst>
          </p:cNvPr>
          <p:cNvSpPr>
            <a:spLocks noGrp="1" noChangeArrowheads="1"/>
          </p:cNvSpPr>
          <p:nvPr>
            <p:ph idx="1"/>
          </p:nvPr>
        </p:nvSpPr>
        <p:spPr>
          <a:xfrm>
            <a:off x="0" y="1967745"/>
            <a:ext cx="9143999" cy="4716834"/>
          </a:xfrm>
          <a:solidFill>
            <a:schemeClr val="bg1"/>
          </a:solidFill>
        </p:spPr>
        <p:txBody>
          <a:bodyPr/>
          <a:lstStyle/>
          <a:p>
            <a:pPr>
              <a:lnSpc>
                <a:spcPct val="150000"/>
              </a:lnSpc>
            </a:pPr>
            <a:r>
              <a:rPr lang="en-US" sz="2800" b="1" dirty="0"/>
              <a:t>2. How can AI contribute to sustainable urban development?</a:t>
            </a:r>
          </a:p>
          <a:p>
            <a:pPr>
              <a:lnSpc>
                <a:spcPct val="150000"/>
              </a:lnSpc>
            </a:pPr>
            <a:r>
              <a:rPr lang="en-US" sz="2800" b="1" dirty="0"/>
              <a:t>- </a:t>
            </a:r>
            <a:r>
              <a:rPr lang="en-US" sz="2800" dirty="0"/>
              <a:t>AI can reduce traffic by finding the best routes </a:t>
            </a:r>
          </a:p>
          <a:p>
            <a:pPr>
              <a:lnSpc>
                <a:spcPct val="150000"/>
              </a:lnSpc>
            </a:pPr>
            <a:r>
              <a:rPr lang="en-US" sz="2800" dirty="0"/>
              <a:t>- It can save energy by controlling lighting and electricity use </a:t>
            </a:r>
          </a:p>
          <a:p>
            <a:pPr>
              <a:lnSpc>
                <a:spcPct val="150000"/>
              </a:lnSpc>
            </a:pPr>
            <a:r>
              <a:rPr lang="en-US" sz="2800" dirty="0"/>
              <a:t>- It can predict problems (like system failures or pollution levels) </a:t>
            </a:r>
          </a:p>
          <a:p>
            <a:pPr>
              <a:lnSpc>
                <a:spcPct val="150000"/>
              </a:lnSpc>
            </a:pPr>
            <a:r>
              <a:rPr lang="en-US" sz="2800" dirty="0"/>
              <a:t>AI helps make better and faster decisions.</a:t>
            </a:r>
          </a:p>
        </p:txBody>
      </p:sp>
      <p:sp>
        <p:nvSpPr>
          <p:cNvPr id="2" name="Footer Placeholder 1">
            <a:extLst>
              <a:ext uri="{FF2B5EF4-FFF2-40B4-BE49-F238E27FC236}">
                <a16:creationId xmlns:a16="http://schemas.microsoft.com/office/drawing/2014/main" id="{53D8BDF7-9164-CDCE-EB02-031622C4E5E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3278176C-AB2E-F7FC-9217-FE14FD943CB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87</a:t>
            </a:fld>
            <a:endParaRPr lang="en-US" altLang="en-US" sz="900">
              <a:solidFill>
                <a:srgbClr val="FFFFFF"/>
              </a:solidFill>
            </a:endParaRPr>
          </a:p>
        </p:txBody>
      </p:sp>
      <p:pic>
        <p:nvPicPr>
          <p:cNvPr id="23558" name="Picture 5">
            <a:extLst>
              <a:ext uri="{FF2B5EF4-FFF2-40B4-BE49-F238E27FC236}">
                <a16:creationId xmlns:a16="http://schemas.microsoft.com/office/drawing/2014/main" id="{5324AF6D-EC87-32E2-7301-93C68C47D1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572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fade">
                                      <p:cBhvr>
                                        <p:cTn id="7" dur="1000"/>
                                        <p:tgtEl>
                                          <p:spTgt spid="23555">
                                            <p:txEl>
                                              <p:pRg st="1" end="1"/>
                                            </p:txEl>
                                          </p:spTgt>
                                        </p:tgtEl>
                                      </p:cBhvr>
                                    </p:animEffect>
                                    <p:anim calcmode="lin" valueType="num">
                                      <p:cBhvr>
                                        <p:cTn id="8" dur="10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355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fade">
                                      <p:cBhvr>
                                        <p:cTn id="12" dur="1000"/>
                                        <p:tgtEl>
                                          <p:spTgt spid="23555">
                                            <p:txEl>
                                              <p:pRg st="2" end="2"/>
                                            </p:txEl>
                                          </p:spTgt>
                                        </p:tgtEl>
                                      </p:cBhvr>
                                    </p:animEffect>
                                    <p:anim calcmode="lin" valueType="num">
                                      <p:cBhvr>
                                        <p:cTn id="13" dur="10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355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3555">
                                            <p:txEl>
                                              <p:pRg st="3" end="3"/>
                                            </p:txEl>
                                          </p:spTgt>
                                        </p:tgtEl>
                                        <p:attrNameLst>
                                          <p:attrName>style.visibility</p:attrName>
                                        </p:attrNameLst>
                                      </p:cBhvr>
                                      <p:to>
                                        <p:strVal val="visible"/>
                                      </p:to>
                                    </p:set>
                                    <p:animEffect transition="in" filter="fade">
                                      <p:cBhvr>
                                        <p:cTn id="17" dur="1000"/>
                                        <p:tgtEl>
                                          <p:spTgt spid="23555">
                                            <p:txEl>
                                              <p:pRg st="3" end="3"/>
                                            </p:txEl>
                                          </p:spTgt>
                                        </p:tgtEl>
                                      </p:cBhvr>
                                    </p:animEffect>
                                    <p:anim calcmode="lin" valueType="num">
                                      <p:cBhvr>
                                        <p:cTn id="18" dur="10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355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3555">
                                            <p:txEl>
                                              <p:pRg st="4" end="4"/>
                                            </p:txEl>
                                          </p:spTgt>
                                        </p:tgtEl>
                                        <p:attrNameLst>
                                          <p:attrName>style.visibility</p:attrName>
                                        </p:attrNameLst>
                                      </p:cBhvr>
                                      <p:to>
                                        <p:strVal val="visible"/>
                                      </p:to>
                                    </p:set>
                                    <p:animEffect transition="in" filter="fade">
                                      <p:cBhvr>
                                        <p:cTn id="22" dur="1000"/>
                                        <p:tgtEl>
                                          <p:spTgt spid="23555">
                                            <p:txEl>
                                              <p:pRg st="4" end="4"/>
                                            </p:txEl>
                                          </p:spTgt>
                                        </p:tgtEl>
                                      </p:cBhvr>
                                    </p:animEffect>
                                    <p:anim calcmode="lin" valueType="num">
                                      <p:cBhvr>
                                        <p:cTn id="23" dur="10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2355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5443-E841-BC1B-9245-946E3035F06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F9A23C5-E232-B3A2-DE19-774586680856}"/>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Group Discussion Case Stud</a:t>
            </a:r>
            <a:r>
              <a:rPr lang="en-US" altLang="zh-CN" sz="3600" b="1" dirty="0">
                <a:solidFill>
                  <a:srgbClr val="00B0F0"/>
                </a:solidFill>
              </a:rPr>
              <a:t>y </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92FDD402-AF81-4DA3-AA6B-189E9097733A}"/>
              </a:ext>
            </a:extLst>
          </p:cNvPr>
          <p:cNvSpPr>
            <a:spLocks noGrp="1" noChangeArrowheads="1"/>
          </p:cNvSpPr>
          <p:nvPr>
            <p:ph idx="1"/>
          </p:nvPr>
        </p:nvSpPr>
        <p:spPr>
          <a:xfrm>
            <a:off x="0" y="1967745"/>
            <a:ext cx="9143999" cy="3718352"/>
          </a:xfrm>
          <a:solidFill>
            <a:schemeClr val="bg1"/>
          </a:solidFill>
        </p:spPr>
        <p:txBody>
          <a:bodyPr/>
          <a:lstStyle/>
          <a:p>
            <a:pPr>
              <a:lnSpc>
                <a:spcPct val="150000"/>
              </a:lnSpc>
            </a:pPr>
            <a:r>
              <a:rPr lang="en-US" sz="2500" b="1" dirty="0"/>
              <a:t>What role does data analytics play in sustainable solutions?</a:t>
            </a:r>
          </a:p>
          <a:p>
            <a:pPr>
              <a:lnSpc>
                <a:spcPct val="150000"/>
              </a:lnSpc>
            </a:pPr>
            <a:r>
              <a:rPr lang="en-US" sz="2500" b="1" dirty="0"/>
              <a:t>- </a:t>
            </a:r>
            <a:r>
              <a:rPr lang="en-US" sz="2500" dirty="0"/>
              <a:t>It helps understand large amounts of data from sensors </a:t>
            </a:r>
          </a:p>
          <a:p>
            <a:pPr>
              <a:lnSpc>
                <a:spcPct val="150000"/>
              </a:lnSpc>
            </a:pPr>
            <a:r>
              <a:rPr lang="en-US" sz="2500" dirty="0"/>
              <a:t>- It finds patterns (like peak traffic times) </a:t>
            </a:r>
          </a:p>
          <a:p>
            <a:pPr>
              <a:lnSpc>
                <a:spcPct val="150000"/>
              </a:lnSpc>
            </a:pPr>
            <a:r>
              <a:rPr lang="en-US" sz="2500" dirty="0"/>
              <a:t>- It supports better planning and decision-making </a:t>
            </a:r>
          </a:p>
          <a:p>
            <a:pPr>
              <a:lnSpc>
                <a:spcPct val="150000"/>
              </a:lnSpc>
            </a:pPr>
            <a:r>
              <a:rPr lang="en-US" sz="2500" dirty="0"/>
              <a:t>Data analytics turns data into useful insights for improving the city.</a:t>
            </a:r>
          </a:p>
        </p:txBody>
      </p:sp>
      <p:sp>
        <p:nvSpPr>
          <p:cNvPr id="2" name="Footer Placeholder 1">
            <a:extLst>
              <a:ext uri="{FF2B5EF4-FFF2-40B4-BE49-F238E27FC236}">
                <a16:creationId xmlns:a16="http://schemas.microsoft.com/office/drawing/2014/main" id="{18FF3B08-7CBD-63CF-D706-3AE85317CB1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3A743B75-65E5-1D16-911B-8E118BEA34A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88</a:t>
            </a:fld>
            <a:endParaRPr lang="en-US" altLang="en-US" sz="900">
              <a:solidFill>
                <a:srgbClr val="FFFFFF"/>
              </a:solidFill>
            </a:endParaRPr>
          </a:p>
        </p:txBody>
      </p:sp>
      <p:pic>
        <p:nvPicPr>
          <p:cNvPr id="23558" name="Picture 5">
            <a:extLst>
              <a:ext uri="{FF2B5EF4-FFF2-40B4-BE49-F238E27FC236}">
                <a16:creationId xmlns:a16="http://schemas.microsoft.com/office/drawing/2014/main" id="{306035ED-464B-94E5-FB3D-0FD1454E5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7360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fade">
                                      <p:cBhvr>
                                        <p:cTn id="7" dur="1000"/>
                                        <p:tgtEl>
                                          <p:spTgt spid="23555">
                                            <p:txEl>
                                              <p:pRg st="1" end="1"/>
                                            </p:txEl>
                                          </p:spTgt>
                                        </p:tgtEl>
                                      </p:cBhvr>
                                    </p:animEffect>
                                    <p:anim calcmode="lin" valueType="num">
                                      <p:cBhvr>
                                        <p:cTn id="8" dur="10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355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fade">
                                      <p:cBhvr>
                                        <p:cTn id="12" dur="1000"/>
                                        <p:tgtEl>
                                          <p:spTgt spid="23555">
                                            <p:txEl>
                                              <p:pRg st="2" end="2"/>
                                            </p:txEl>
                                          </p:spTgt>
                                        </p:tgtEl>
                                      </p:cBhvr>
                                    </p:animEffect>
                                    <p:anim calcmode="lin" valueType="num">
                                      <p:cBhvr>
                                        <p:cTn id="13" dur="10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355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3555">
                                            <p:txEl>
                                              <p:pRg st="3" end="3"/>
                                            </p:txEl>
                                          </p:spTgt>
                                        </p:tgtEl>
                                        <p:attrNameLst>
                                          <p:attrName>style.visibility</p:attrName>
                                        </p:attrNameLst>
                                      </p:cBhvr>
                                      <p:to>
                                        <p:strVal val="visible"/>
                                      </p:to>
                                    </p:set>
                                    <p:animEffect transition="in" filter="fade">
                                      <p:cBhvr>
                                        <p:cTn id="17" dur="1000"/>
                                        <p:tgtEl>
                                          <p:spTgt spid="23555">
                                            <p:txEl>
                                              <p:pRg st="3" end="3"/>
                                            </p:txEl>
                                          </p:spTgt>
                                        </p:tgtEl>
                                      </p:cBhvr>
                                    </p:animEffect>
                                    <p:anim calcmode="lin" valueType="num">
                                      <p:cBhvr>
                                        <p:cTn id="18" dur="10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355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3555">
                                            <p:txEl>
                                              <p:pRg st="4" end="4"/>
                                            </p:txEl>
                                          </p:spTgt>
                                        </p:tgtEl>
                                        <p:attrNameLst>
                                          <p:attrName>style.visibility</p:attrName>
                                        </p:attrNameLst>
                                      </p:cBhvr>
                                      <p:to>
                                        <p:strVal val="visible"/>
                                      </p:to>
                                    </p:set>
                                    <p:animEffect transition="in" filter="fade">
                                      <p:cBhvr>
                                        <p:cTn id="22" dur="1000"/>
                                        <p:tgtEl>
                                          <p:spTgt spid="23555">
                                            <p:txEl>
                                              <p:pRg st="4" end="4"/>
                                            </p:txEl>
                                          </p:spTgt>
                                        </p:tgtEl>
                                      </p:cBhvr>
                                    </p:animEffect>
                                    <p:anim calcmode="lin" valueType="num">
                                      <p:cBhvr>
                                        <p:cTn id="23" dur="10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2355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967745"/>
            <a:ext cx="8643668" cy="4856918"/>
          </a:xfrm>
          <a:solidFill>
            <a:schemeClr val="bg1"/>
          </a:solidFill>
        </p:spPr>
        <p:txBody>
          <a:bodyPr/>
          <a:lstStyle/>
          <a:p>
            <a:pPr>
              <a:buFont typeface="Arial" panose="020B0604020202020204" pitchFamily="34" charset="0"/>
              <a:buChar char="•"/>
            </a:pPr>
            <a:r>
              <a:rPr lang="en-AU" b="1" dirty="0"/>
              <a:t>What are examples of IoT applications for smart city solutions?</a:t>
            </a:r>
          </a:p>
          <a:p>
            <a:pPr>
              <a:buFont typeface="Arial" panose="020B0604020202020204" pitchFamily="34" charset="0"/>
              <a:buChar char="•"/>
            </a:pPr>
            <a:r>
              <a:rPr lang="en-AU" sz="1600" dirty="0"/>
              <a:t>Smart energy grids for optimising energy distribution and consumption.</a:t>
            </a:r>
          </a:p>
          <a:p>
            <a:pPr>
              <a:buFont typeface="Arial" panose="020B0604020202020204" pitchFamily="34" charset="0"/>
              <a:buChar char="•"/>
            </a:pPr>
            <a:r>
              <a:rPr lang="en-AU" sz="1600" dirty="0"/>
              <a:t>Intelligent traffic management systems to reduce congestion and emissions.</a:t>
            </a:r>
          </a:p>
          <a:p>
            <a:pPr>
              <a:buFont typeface="Arial" panose="020B0604020202020204" pitchFamily="34" charset="0"/>
              <a:buChar char="•"/>
            </a:pPr>
            <a:r>
              <a:rPr lang="en-AU" sz="1600" dirty="0"/>
              <a:t>Environmental sensors for monitoring air quality and water usage.</a:t>
            </a:r>
          </a:p>
          <a:p>
            <a:pPr>
              <a:buFont typeface="Arial" panose="020B0604020202020204" pitchFamily="34" charset="0"/>
              <a:buChar char="•"/>
            </a:pPr>
            <a:r>
              <a:rPr lang="en-AU" b="1" dirty="0"/>
              <a:t>How can AI contribute to sustainable urban development?</a:t>
            </a:r>
          </a:p>
          <a:p>
            <a:pPr>
              <a:buFont typeface="Arial" panose="020B0604020202020204" pitchFamily="34" charset="0"/>
              <a:buChar char="•"/>
            </a:pPr>
            <a:r>
              <a:rPr lang="en-AU" sz="1600" dirty="0"/>
              <a:t>Predictive analytics for efficient resource management and waste reduction.</a:t>
            </a:r>
          </a:p>
          <a:p>
            <a:pPr>
              <a:buFont typeface="Arial" panose="020B0604020202020204" pitchFamily="34" charset="0"/>
              <a:buChar char="•"/>
            </a:pPr>
            <a:r>
              <a:rPr lang="en-AU" sz="1600" dirty="0"/>
              <a:t>AI-driven optimisation of public transportation routes and schedules.</a:t>
            </a:r>
          </a:p>
          <a:p>
            <a:pPr>
              <a:buFont typeface="Arial" panose="020B0604020202020204" pitchFamily="34" charset="0"/>
              <a:buChar char="•"/>
            </a:pPr>
            <a:r>
              <a:rPr lang="en-AU" sz="1600" dirty="0"/>
              <a:t>Smart building technologies for energy-efficient infrastructure.</a:t>
            </a:r>
          </a:p>
          <a:p>
            <a:pPr>
              <a:buFont typeface="Arial" panose="020B0604020202020204" pitchFamily="34" charset="0"/>
              <a:buChar char="•"/>
            </a:pPr>
            <a:r>
              <a:rPr lang="en-AU" b="1" dirty="0"/>
              <a:t>What role does data analytics play in sustainable solutions?</a:t>
            </a:r>
          </a:p>
          <a:p>
            <a:pPr>
              <a:buFont typeface="Arial" panose="020B0604020202020204" pitchFamily="34" charset="0"/>
              <a:buChar char="•"/>
            </a:pPr>
            <a:r>
              <a:rPr lang="en-AU" sz="1600" dirty="0"/>
              <a:t>Analysing large datasets to identify trends and patterns for informed decision-making.</a:t>
            </a:r>
          </a:p>
          <a:p>
            <a:pPr>
              <a:buFont typeface="Arial" panose="020B0604020202020204" pitchFamily="34" charset="0"/>
              <a:buChar char="•"/>
            </a:pPr>
            <a:r>
              <a:rPr lang="en-AU" sz="1600" dirty="0"/>
              <a:t>Monitoring environmental impacts and performance metrics of sustainable initiatives.</a:t>
            </a:r>
          </a:p>
          <a:p>
            <a:pPr>
              <a:buFont typeface="Arial" panose="020B0604020202020204" pitchFamily="34" charset="0"/>
              <a:buChar char="•"/>
            </a:pPr>
            <a:r>
              <a:rPr lang="en-AU" sz="1600" dirty="0"/>
              <a:t>Providing actionable insights for continuous improvement and innovation.</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069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 calcmode="lin" valueType="num">
                                      <p:cBhvr additive="base">
                                        <p:cTn id="7" dur="5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555">
                                            <p:txEl>
                                              <p:pRg st="2" end="2"/>
                                            </p:txEl>
                                          </p:spTgt>
                                        </p:tgtEl>
                                        <p:attrNameLst>
                                          <p:attrName>style.visibility</p:attrName>
                                        </p:attrNameLst>
                                      </p:cBhvr>
                                      <p:to>
                                        <p:strVal val="visible"/>
                                      </p:to>
                                    </p:set>
                                    <p:anim calcmode="lin" valueType="num">
                                      <p:cBhvr additive="base">
                                        <p:cTn id="11"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55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555">
                                            <p:txEl>
                                              <p:pRg st="3" end="3"/>
                                            </p:txEl>
                                          </p:spTgt>
                                        </p:tgtEl>
                                        <p:attrNameLst>
                                          <p:attrName>style.visibility</p:attrName>
                                        </p:attrNameLst>
                                      </p:cBhvr>
                                      <p:to>
                                        <p:strVal val="visible"/>
                                      </p:to>
                                    </p:set>
                                    <p:anim calcmode="lin" valueType="num">
                                      <p:cBhvr additive="base">
                                        <p:cTn id="15" dur="5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3555">
                                            <p:txEl>
                                              <p:pRg st="3" end="3"/>
                                            </p:txEl>
                                          </p:spTgt>
                                        </p:tgtEl>
                                        <p:attrNameLst>
                                          <p:attrName>ppt_y</p:attrName>
                                        </p:attrNameLst>
                                      </p:cBhvr>
                                      <p:tavLst>
                                        <p:tav tm="0">
                                          <p:val>
                                            <p:strVal val="1+#ppt_h/2"/>
                                          </p:val>
                                        </p:tav>
                                        <p:tav tm="100000">
                                          <p:val>
                                            <p:strVal val="#ppt_y"/>
                                          </p:val>
                                        </p:tav>
                                      </p:tavLst>
                                    </p:anim>
                                  </p:childTnLst>
                                </p:cTn>
                              </p:par>
                              <p:par>
                                <p:cTn id="17" presetID="16" presetClass="entr" presetSubtype="21" fill="hold" nodeType="withEffect">
                                  <p:stCondLst>
                                    <p:cond delay="0"/>
                                  </p:stCondLst>
                                  <p:childTnLst>
                                    <p:set>
                                      <p:cBhvr>
                                        <p:cTn id="18" dur="1" fill="hold">
                                          <p:stCondLst>
                                            <p:cond delay="0"/>
                                          </p:stCondLst>
                                        </p:cTn>
                                        <p:tgtEl>
                                          <p:spTgt spid="23555">
                                            <p:txEl>
                                              <p:pRg st="5" end="5"/>
                                            </p:txEl>
                                          </p:spTgt>
                                        </p:tgtEl>
                                        <p:attrNameLst>
                                          <p:attrName>style.visibility</p:attrName>
                                        </p:attrNameLst>
                                      </p:cBhvr>
                                      <p:to>
                                        <p:strVal val="visible"/>
                                      </p:to>
                                    </p:set>
                                    <p:animEffect transition="in" filter="barn(inVertical)">
                                      <p:cBhvr>
                                        <p:cTn id="19" dur="500"/>
                                        <p:tgtEl>
                                          <p:spTgt spid="23555">
                                            <p:txEl>
                                              <p:pRg st="5" end="5"/>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23555">
                                            <p:txEl>
                                              <p:pRg st="6" end="6"/>
                                            </p:txEl>
                                          </p:spTgt>
                                        </p:tgtEl>
                                        <p:attrNameLst>
                                          <p:attrName>style.visibility</p:attrName>
                                        </p:attrNameLst>
                                      </p:cBhvr>
                                      <p:to>
                                        <p:strVal val="visible"/>
                                      </p:to>
                                    </p:set>
                                    <p:animEffect transition="in" filter="barn(inVertical)">
                                      <p:cBhvr>
                                        <p:cTn id="22" dur="500"/>
                                        <p:tgtEl>
                                          <p:spTgt spid="23555">
                                            <p:txEl>
                                              <p:pRg st="6" end="6"/>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23555">
                                            <p:txEl>
                                              <p:pRg st="7" end="7"/>
                                            </p:txEl>
                                          </p:spTgt>
                                        </p:tgtEl>
                                        <p:attrNameLst>
                                          <p:attrName>style.visibility</p:attrName>
                                        </p:attrNameLst>
                                      </p:cBhvr>
                                      <p:to>
                                        <p:strVal val="visible"/>
                                      </p:to>
                                    </p:set>
                                    <p:animEffect transition="in" filter="barn(inVertical)">
                                      <p:cBhvr>
                                        <p:cTn id="25" dur="500"/>
                                        <p:tgtEl>
                                          <p:spTgt spid="23555">
                                            <p:txEl>
                                              <p:pRg st="7" end="7"/>
                                            </p:txEl>
                                          </p:spTgt>
                                        </p:tgtEl>
                                      </p:cBhvr>
                                    </p:animEffect>
                                  </p:childTnLst>
                                </p:cTn>
                              </p:par>
                              <p:par>
                                <p:cTn id="26" presetID="42" presetClass="entr" presetSubtype="0" fill="hold" nodeType="withEffect">
                                  <p:stCondLst>
                                    <p:cond delay="0"/>
                                  </p:stCondLst>
                                  <p:childTnLst>
                                    <p:set>
                                      <p:cBhvr>
                                        <p:cTn id="27" dur="1" fill="hold">
                                          <p:stCondLst>
                                            <p:cond delay="0"/>
                                          </p:stCondLst>
                                        </p:cTn>
                                        <p:tgtEl>
                                          <p:spTgt spid="23555">
                                            <p:txEl>
                                              <p:pRg st="9" end="9"/>
                                            </p:txEl>
                                          </p:spTgt>
                                        </p:tgtEl>
                                        <p:attrNameLst>
                                          <p:attrName>style.visibility</p:attrName>
                                        </p:attrNameLst>
                                      </p:cBhvr>
                                      <p:to>
                                        <p:strVal val="visible"/>
                                      </p:to>
                                    </p:set>
                                    <p:animEffect transition="in" filter="fade">
                                      <p:cBhvr>
                                        <p:cTn id="28" dur="1000"/>
                                        <p:tgtEl>
                                          <p:spTgt spid="23555">
                                            <p:txEl>
                                              <p:pRg st="9" end="9"/>
                                            </p:txEl>
                                          </p:spTgt>
                                        </p:tgtEl>
                                      </p:cBhvr>
                                    </p:animEffect>
                                    <p:anim calcmode="lin" valueType="num">
                                      <p:cBhvr>
                                        <p:cTn id="29" dur="1000" fill="hold"/>
                                        <p:tgtEl>
                                          <p:spTgt spid="23555">
                                            <p:txEl>
                                              <p:pRg st="9" end="9"/>
                                            </p:txEl>
                                          </p:spTgt>
                                        </p:tgtEl>
                                        <p:attrNameLst>
                                          <p:attrName>ppt_x</p:attrName>
                                        </p:attrNameLst>
                                      </p:cBhvr>
                                      <p:tavLst>
                                        <p:tav tm="0">
                                          <p:val>
                                            <p:strVal val="#ppt_x"/>
                                          </p:val>
                                        </p:tav>
                                        <p:tav tm="100000">
                                          <p:val>
                                            <p:strVal val="#ppt_x"/>
                                          </p:val>
                                        </p:tav>
                                      </p:tavLst>
                                    </p:anim>
                                    <p:anim calcmode="lin" valueType="num">
                                      <p:cBhvr>
                                        <p:cTn id="30" dur="1000" fill="hold"/>
                                        <p:tgtEl>
                                          <p:spTgt spid="23555">
                                            <p:txEl>
                                              <p:pRg st="9" end="9"/>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23555">
                                            <p:txEl>
                                              <p:pRg st="10" end="10"/>
                                            </p:txEl>
                                          </p:spTgt>
                                        </p:tgtEl>
                                        <p:attrNameLst>
                                          <p:attrName>style.visibility</p:attrName>
                                        </p:attrNameLst>
                                      </p:cBhvr>
                                      <p:to>
                                        <p:strVal val="visible"/>
                                      </p:to>
                                    </p:set>
                                    <p:animEffect transition="in" filter="fade">
                                      <p:cBhvr>
                                        <p:cTn id="33" dur="1000"/>
                                        <p:tgtEl>
                                          <p:spTgt spid="23555">
                                            <p:txEl>
                                              <p:pRg st="10" end="10"/>
                                            </p:txEl>
                                          </p:spTgt>
                                        </p:tgtEl>
                                      </p:cBhvr>
                                    </p:animEffect>
                                    <p:anim calcmode="lin" valueType="num">
                                      <p:cBhvr>
                                        <p:cTn id="34" dur="1000" fill="hold"/>
                                        <p:tgtEl>
                                          <p:spTgt spid="23555">
                                            <p:txEl>
                                              <p:pRg st="10" end="10"/>
                                            </p:txEl>
                                          </p:spTgt>
                                        </p:tgtEl>
                                        <p:attrNameLst>
                                          <p:attrName>ppt_x</p:attrName>
                                        </p:attrNameLst>
                                      </p:cBhvr>
                                      <p:tavLst>
                                        <p:tav tm="0">
                                          <p:val>
                                            <p:strVal val="#ppt_x"/>
                                          </p:val>
                                        </p:tav>
                                        <p:tav tm="100000">
                                          <p:val>
                                            <p:strVal val="#ppt_x"/>
                                          </p:val>
                                        </p:tav>
                                      </p:tavLst>
                                    </p:anim>
                                    <p:anim calcmode="lin" valueType="num">
                                      <p:cBhvr>
                                        <p:cTn id="35" dur="1000" fill="hold"/>
                                        <p:tgtEl>
                                          <p:spTgt spid="23555">
                                            <p:txEl>
                                              <p:pRg st="10" end="10"/>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3555">
                                            <p:txEl>
                                              <p:pRg st="11" end="11"/>
                                            </p:txEl>
                                          </p:spTgt>
                                        </p:tgtEl>
                                        <p:attrNameLst>
                                          <p:attrName>style.visibility</p:attrName>
                                        </p:attrNameLst>
                                      </p:cBhvr>
                                      <p:to>
                                        <p:strVal val="visible"/>
                                      </p:to>
                                    </p:set>
                                    <p:animEffect transition="in" filter="fade">
                                      <p:cBhvr>
                                        <p:cTn id="38" dur="1000"/>
                                        <p:tgtEl>
                                          <p:spTgt spid="23555">
                                            <p:txEl>
                                              <p:pRg st="11" end="11"/>
                                            </p:txEl>
                                          </p:spTgt>
                                        </p:tgtEl>
                                      </p:cBhvr>
                                    </p:animEffect>
                                    <p:anim calcmode="lin" valueType="num">
                                      <p:cBhvr>
                                        <p:cTn id="39" dur="1000" fill="hold"/>
                                        <p:tgtEl>
                                          <p:spTgt spid="23555">
                                            <p:txEl>
                                              <p:pRg st="11" end="11"/>
                                            </p:txEl>
                                          </p:spTgt>
                                        </p:tgtEl>
                                        <p:attrNameLst>
                                          <p:attrName>ppt_x</p:attrName>
                                        </p:attrNameLst>
                                      </p:cBhvr>
                                      <p:tavLst>
                                        <p:tav tm="0">
                                          <p:val>
                                            <p:strVal val="#ppt_x"/>
                                          </p:val>
                                        </p:tav>
                                        <p:tav tm="100000">
                                          <p:val>
                                            <p:strVal val="#ppt_x"/>
                                          </p:val>
                                        </p:tav>
                                      </p:tavLst>
                                    </p:anim>
                                    <p:anim calcmode="lin" valueType="num">
                                      <p:cBhvr>
                                        <p:cTn id="40" dur="1000" fill="hold"/>
                                        <p:tgtEl>
                                          <p:spTgt spid="23555">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altLang="en-US" sz="3600" b="1" dirty="0">
                <a:solidFill>
                  <a:srgbClr val="00B0F0"/>
                </a:solidFill>
              </a:rPr>
              <a:t>Summary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5535D9B4-5465-735A-B05F-0A38735FF53B}"/>
              </a:ext>
            </a:extLst>
          </p:cNvPr>
          <p:cNvSpPr>
            <a:spLocks noGrp="1" noChangeArrowheads="1"/>
          </p:cNvSpPr>
          <p:nvPr>
            <p:ph idx="1"/>
          </p:nvPr>
        </p:nvSpPr>
        <p:spPr bwMode="auto">
          <a:xfrm>
            <a:off x="723135" y="2457626"/>
            <a:ext cx="8293865" cy="2195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AU" dirty="0"/>
              <a:t>Understanding industry needs and trends in 2024.</a:t>
            </a:r>
          </a:p>
          <a:p>
            <a:pPr>
              <a:buFont typeface="Arial" panose="020B0604020202020204" pitchFamily="34" charset="0"/>
              <a:buChar char="•"/>
            </a:pPr>
            <a:r>
              <a:rPr lang="en-AU" dirty="0"/>
              <a:t>Identifying key skills and capabilities required in IT projects.</a:t>
            </a:r>
          </a:p>
          <a:p>
            <a:pPr>
              <a:buFont typeface="Arial" panose="020B0604020202020204" pitchFamily="34" charset="0"/>
              <a:buChar char="•"/>
            </a:pPr>
            <a:r>
              <a:rPr lang="en-AU" dirty="0"/>
              <a:t>Tools and technologies for developing sustainable solutions.</a:t>
            </a:r>
          </a:p>
          <a:p>
            <a:pPr>
              <a:buFont typeface="Arial" panose="020B0604020202020204" pitchFamily="34" charset="0"/>
              <a:buChar char="•"/>
            </a:pPr>
            <a:r>
              <a:rPr lang="en-AU" dirty="0"/>
              <a:t>Integration of AI in various sectors for efficiency and innovation.</a:t>
            </a:r>
          </a:p>
          <a:p>
            <a:pPr>
              <a:buFont typeface="Arial" panose="020B0604020202020204" pitchFamily="34" charset="0"/>
              <a:buChar char="•"/>
            </a:pPr>
            <a:r>
              <a:rPr lang="en-AU" dirty="0"/>
              <a:t>Case studies on successful implementation of sustainable practices.</a:t>
            </a:r>
          </a:p>
        </p:txBody>
      </p:sp>
    </p:spTree>
    <p:extLst>
      <p:ext uri="{BB962C8B-B14F-4D97-AF65-F5344CB8AC3E}">
        <p14:creationId xmlns:p14="http://schemas.microsoft.com/office/powerpoint/2010/main" val="26462278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US" altLang="zh-CN" sz="3600" b="1" dirty="0">
                <a:solidFill>
                  <a:srgbClr val="00B0F0"/>
                </a:solidFill>
              </a:rPr>
              <a:t>Q&amp;A</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50166" y="3127488"/>
            <a:ext cx="8643668" cy="2191204"/>
          </a:xfrm>
        </p:spPr>
        <p:txBody>
          <a:bodyPr/>
          <a:lstStyle/>
          <a:p>
            <a:pPr marL="0" indent="0" algn="ctr" eaLnBrk="1" hangingPunct="1">
              <a:buClr>
                <a:schemeClr val="hlink"/>
              </a:buClr>
              <a:buNone/>
            </a:pPr>
            <a:r>
              <a:rPr lang="en-US" altLang="zh-CN" sz="4000" dirty="0"/>
              <a:t>Question?</a:t>
            </a:r>
            <a:endParaRPr lang="en-US" altLang="en-US" sz="4000" dirty="0"/>
          </a:p>
          <a:p>
            <a:pPr marL="0" indent="0" algn="ctr" eaLnBrk="1" hangingPunct="1">
              <a:buClr>
                <a:schemeClr val="hlink"/>
              </a:buClr>
              <a:buNone/>
            </a:pPr>
            <a:endParaRPr lang="en-US" altLang="en-US" sz="4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656750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642938" y="920262"/>
            <a:ext cx="8066087" cy="3788019"/>
          </a:xfrm>
        </p:spPr>
        <p:txBody>
          <a:bodyPr anchor="ctr">
            <a:normAutofit fontScale="92500" lnSpcReduction="10000"/>
          </a:bodyPr>
          <a:lstStyle/>
          <a:p>
            <a:pPr eaLnBrk="1" hangingPunct="1">
              <a:spcBef>
                <a:spcPts val="600"/>
              </a:spcBef>
              <a:spcAft>
                <a:spcPts val="2400"/>
              </a:spcAft>
            </a:pPr>
            <a:r>
              <a:rPr lang="en-AU" altLang="en-US" sz="5400" dirty="0">
                <a:solidFill>
                  <a:schemeClr val="accent2"/>
                </a:solidFill>
              </a:rPr>
              <a:t>Week 5 Workshop :</a:t>
            </a:r>
          </a:p>
          <a:p>
            <a:pPr eaLnBrk="1" hangingPunct="1">
              <a:spcBef>
                <a:spcPts val="600"/>
              </a:spcBef>
              <a:spcAft>
                <a:spcPts val="2400"/>
              </a:spcAft>
            </a:pPr>
            <a:r>
              <a:rPr lang="en-AU" sz="5400" dirty="0">
                <a:solidFill>
                  <a:schemeClr val="accent2"/>
                </a:solidFill>
              </a:rPr>
              <a:t>Skills and Capabilities in IT Projects</a:t>
            </a:r>
          </a:p>
          <a:p>
            <a:pPr algn="ctr" eaLnBrk="1" hangingPunct="1">
              <a:spcBef>
                <a:spcPts val="600"/>
              </a:spcBef>
              <a:spcAft>
                <a:spcPts val="2400"/>
              </a:spcAft>
            </a:pPr>
            <a:r>
              <a:rPr lang="en-AU" altLang="en-US" sz="7100" dirty="0">
                <a:solidFill>
                  <a:srgbClr val="0070C0"/>
                </a:solidFill>
              </a:rPr>
              <a:t>ICT502</a:t>
            </a: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92</a:t>
            </a:fld>
            <a:endParaRPr lang="en-US" altLang="en-US" sz="1000">
              <a:solidFill>
                <a:schemeClr val="bg1"/>
              </a:solidFill>
              <a:latin typeface="Arial" panose="020B060402020202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600" b="1" dirty="0">
                <a:solidFill>
                  <a:schemeClr val="accent2"/>
                </a:solidFill>
              </a:rPr>
              <a:t>IT industry needs and trends in 2024</a:t>
            </a:r>
            <a:endParaRPr lang="en-AU" altLang="en-US" sz="3600" b="1" dirty="0">
              <a:solidFill>
                <a:schemeClr val="accent2"/>
              </a:solidFill>
            </a:endParaRP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93</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rends to Watch 2024">
            <a:extLst>
              <a:ext uri="{FF2B5EF4-FFF2-40B4-BE49-F238E27FC236}">
                <a16:creationId xmlns:a16="http://schemas.microsoft.com/office/drawing/2014/main" id="{1C77FAFC-6BE5-8669-8B4D-5E95839DE643}"/>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408307" y="1774917"/>
            <a:ext cx="4133170" cy="447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51539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Summary of IT industry needs and trends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539750" y="2089150"/>
            <a:ext cx="8299450" cy="4043800"/>
          </a:xfrm>
        </p:spPr>
        <p:txBody>
          <a:bodyPr/>
          <a:lstStyle/>
          <a:p>
            <a:pPr marL="742950" lvl="1" indent="-285750">
              <a:buFont typeface="Arial" panose="020B0604020202020204" pitchFamily="34" charset="0"/>
              <a:buChar char="•"/>
            </a:pPr>
            <a:r>
              <a:rPr lang="en-AU" sz="2000" dirty="0"/>
              <a:t>Increased adoption of AI and machine learning across industries.</a:t>
            </a:r>
          </a:p>
          <a:p>
            <a:pPr marL="742950" lvl="1" indent="-285750">
              <a:buFont typeface="Arial" panose="020B0604020202020204" pitchFamily="34" charset="0"/>
              <a:buChar char="•"/>
            </a:pPr>
            <a:r>
              <a:rPr lang="en-AU" sz="2000" dirty="0"/>
              <a:t>Emphasis on cybersecurity measures and data privacy.</a:t>
            </a:r>
          </a:p>
          <a:p>
            <a:pPr marL="742950" lvl="1" indent="-285750">
              <a:buFont typeface="Arial" panose="020B0604020202020204" pitchFamily="34" charset="0"/>
              <a:buChar char="•"/>
            </a:pPr>
            <a:r>
              <a:rPr lang="en-AU" sz="2000" dirty="0"/>
              <a:t>Growth in cloud computing solutions and hybrid IT infrastructures.</a:t>
            </a:r>
          </a:p>
          <a:p>
            <a:pPr marL="742950" lvl="1" indent="-285750">
              <a:buFont typeface="Arial" panose="020B0604020202020204" pitchFamily="34" charset="0"/>
              <a:buChar char="•"/>
            </a:pPr>
            <a:r>
              <a:rPr lang="en-AU" sz="2000" dirty="0"/>
              <a:t>Expansion of IoT applications in smart cities and industrial sectors.</a:t>
            </a:r>
          </a:p>
          <a:p>
            <a:pPr marL="742950" lvl="1" indent="-285750">
              <a:buFont typeface="Arial" panose="020B0604020202020204" pitchFamily="34" charset="0"/>
              <a:buChar char="•"/>
            </a:pPr>
            <a:r>
              <a:rPr lang="en-AU" sz="2000" dirty="0"/>
              <a:t>Demand for professionals skilled in blockchain technology.</a:t>
            </a:r>
          </a:p>
          <a:p>
            <a:pPr marL="742950" lvl="1" indent="-285750">
              <a:buFont typeface="Arial" panose="020B0604020202020204" pitchFamily="34" charset="0"/>
              <a:buChar char="•"/>
            </a:pPr>
            <a:r>
              <a:rPr lang="en-AU" sz="2000" dirty="0"/>
              <a:t>Focus on sustainability and green IT practices.</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94</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600" b="1" dirty="0">
                <a:solidFill>
                  <a:schemeClr val="accent2"/>
                </a:solidFill>
              </a:rPr>
              <a:t>Challenges: Building Cybersecurity Skills</a:t>
            </a:r>
            <a:endParaRPr lang="en-AU" altLang="en-US" sz="3600" b="1" dirty="0">
              <a:solidFill>
                <a:schemeClr val="accent2"/>
              </a:solidFill>
            </a:endParaRP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95</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AD00E3B-801C-585F-6B98-65089A1B3BBA}"/>
              </a:ext>
            </a:extLst>
          </p:cNvPr>
          <p:cNvPicPr>
            <a:picLocks noChangeAspect="1"/>
          </p:cNvPicPr>
          <p:nvPr/>
        </p:nvPicPr>
        <p:blipFill>
          <a:blip r:embed="rId4"/>
          <a:stretch>
            <a:fillRect/>
          </a:stretch>
        </p:blipFill>
        <p:spPr>
          <a:xfrm>
            <a:off x="789584" y="1900106"/>
            <a:ext cx="7619404" cy="3057787"/>
          </a:xfrm>
          <a:prstGeom prst="rect">
            <a:avLst/>
          </a:prstGeom>
        </p:spPr>
      </p:pic>
    </p:spTree>
    <p:extLst>
      <p:ext uri="{BB962C8B-B14F-4D97-AF65-F5344CB8AC3E}">
        <p14:creationId xmlns:p14="http://schemas.microsoft.com/office/powerpoint/2010/main" val="346563214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539750" y="1836738"/>
            <a:ext cx="8299450" cy="4043800"/>
          </a:xfrm>
        </p:spPr>
        <p:txBody>
          <a:bodyPr/>
          <a:lstStyle/>
          <a:p>
            <a:pPr algn="l"/>
            <a:r>
              <a:rPr lang="en-AU" sz="2200" dirty="0"/>
              <a:t>Do you have what it takes to get into Cybersecurity in 2024?</a:t>
            </a:r>
          </a:p>
          <a:p>
            <a:pPr>
              <a:buFont typeface="Arial" panose="020B0604020202020204" pitchFamily="34" charset="0"/>
              <a:buChar char="•"/>
            </a:pPr>
            <a:endParaRPr lang="en-AU" sz="1600" dirty="0">
              <a:solidFill>
                <a:srgbClr val="131313"/>
              </a:solidFill>
              <a:latin typeface="Roboto" panose="02000000000000000000" pitchFamily="2" charset="0"/>
            </a:endParaRP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96</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D5EA6B-DC7C-50EC-7291-CB17637AD60A}"/>
              </a:ext>
            </a:extLst>
          </p:cNvPr>
          <p:cNvSpPr txBox="1"/>
          <p:nvPr/>
        </p:nvSpPr>
        <p:spPr>
          <a:xfrm>
            <a:off x="0" y="3552498"/>
            <a:ext cx="9144000" cy="2610843"/>
          </a:xfrm>
          <a:prstGeom prst="rect">
            <a:avLst/>
          </a:prstGeom>
          <a:noFill/>
        </p:spPr>
        <p:txBody>
          <a:bodyPr wrap="square">
            <a:spAutoFit/>
          </a:bodyPr>
          <a:lstStyle/>
          <a:p>
            <a:pPr>
              <a:lnSpc>
                <a:spcPct val="150000"/>
              </a:lnSpc>
              <a:buNone/>
            </a:pPr>
            <a:r>
              <a:rPr lang="en-US" sz="2800" b="1" dirty="0">
                <a:latin typeface="+mn-lt"/>
              </a:rPr>
              <a:t>1. Cyber security is not easy</a:t>
            </a:r>
          </a:p>
          <a:p>
            <a:pPr>
              <a:lnSpc>
                <a:spcPct val="150000"/>
              </a:lnSpc>
              <a:buNone/>
            </a:pPr>
            <a:r>
              <a:rPr lang="en-US" sz="2800" dirty="0">
                <a:latin typeface="+mn-lt"/>
              </a:rPr>
              <a:t>Many people think it is easy, but it is actually hard to learn because you need to understand many things like computers, networks, and systems.</a:t>
            </a:r>
          </a:p>
        </p:txBody>
      </p:sp>
    </p:spTree>
    <p:extLst>
      <p:ext uri="{BB962C8B-B14F-4D97-AF65-F5344CB8AC3E}">
        <p14:creationId xmlns:p14="http://schemas.microsoft.com/office/powerpoint/2010/main" val="27067469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99D7F-2A35-3041-305F-784EC5A1FBA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B4580F0-7669-3B14-4850-6F489DA2A628}"/>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7225BC7A-044A-F547-F263-E7538AB4D21D}"/>
              </a:ext>
            </a:extLst>
          </p:cNvPr>
          <p:cNvSpPr>
            <a:spLocks noGrp="1" noChangeArrowheads="1"/>
          </p:cNvSpPr>
          <p:nvPr>
            <p:ph idx="1"/>
          </p:nvPr>
        </p:nvSpPr>
        <p:spPr>
          <a:xfrm>
            <a:off x="539750" y="1836738"/>
            <a:ext cx="8299450" cy="4043800"/>
          </a:xfrm>
        </p:spPr>
        <p:txBody>
          <a:bodyPr/>
          <a:lstStyle/>
          <a:p>
            <a:pPr algn="l"/>
            <a:r>
              <a:rPr lang="en-AU" sz="2200" dirty="0"/>
              <a:t>Do you have what it takes to get into Cybersecurity in 2024?</a:t>
            </a:r>
          </a:p>
          <a:p>
            <a:pPr>
              <a:buFont typeface="Arial" panose="020B0604020202020204" pitchFamily="34" charset="0"/>
              <a:buChar char="•"/>
            </a:pPr>
            <a:endParaRPr lang="en-AU" sz="1600" dirty="0">
              <a:solidFill>
                <a:srgbClr val="131313"/>
              </a:solidFill>
              <a:latin typeface="Roboto" panose="02000000000000000000" pitchFamily="2" charset="0"/>
            </a:endParaRP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6F8CE7A5-CEC7-98AB-A8EC-3D473E9345E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AE99DFB-5EA0-4394-0EF1-E0FD4AD235A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97</a:t>
            </a:fld>
            <a:endParaRPr lang="en-US" altLang="en-US" sz="900">
              <a:solidFill>
                <a:srgbClr val="FFFFFF"/>
              </a:solidFill>
            </a:endParaRPr>
          </a:p>
        </p:txBody>
      </p:sp>
      <p:pic>
        <p:nvPicPr>
          <p:cNvPr id="20486" name="Picture 5">
            <a:extLst>
              <a:ext uri="{FF2B5EF4-FFF2-40B4-BE49-F238E27FC236}">
                <a16:creationId xmlns:a16="http://schemas.microsoft.com/office/drawing/2014/main" id="{3F5D8C84-16C5-B24C-3C37-A8E8E4E3DC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2ED0A10-6465-BFCF-A2A2-A6FB2DECF6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D7032FC-B2ED-906F-1818-E954B646830C}"/>
              </a:ext>
            </a:extLst>
          </p:cNvPr>
          <p:cNvSpPr txBox="1"/>
          <p:nvPr/>
        </p:nvSpPr>
        <p:spPr>
          <a:xfrm>
            <a:off x="0" y="3552498"/>
            <a:ext cx="9144000" cy="1964512"/>
          </a:xfrm>
          <a:prstGeom prst="rect">
            <a:avLst/>
          </a:prstGeom>
          <a:noFill/>
        </p:spPr>
        <p:txBody>
          <a:bodyPr wrap="square">
            <a:spAutoFit/>
          </a:bodyPr>
          <a:lstStyle/>
          <a:p>
            <a:pPr>
              <a:lnSpc>
                <a:spcPct val="150000"/>
              </a:lnSpc>
            </a:pPr>
            <a:r>
              <a:rPr lang="en-US" sz="2800" b="1" dirty="0">
                <a:latin typeface="+mn-lt"/>
              </a:rPr>
              <a:t>2. You usually don’t start directly in cyber security</a:t>
            </a:r>
          </a:p>
          <a:p>
            <a:pPr>
              <a:lnSpc>
                <a:spcPct val="150000"/>
              </a:lnSpc>
            </a:pPr>
            <a:r>
              <a:rPr lang="en-US" sz="2800" dirty="0">
                <a:latin typeface="+mn-lt"/>
              </a:rPr>
              <a:t>Most people begin with basic IT jobs (like help desk) to learn fundamentals first.</a:t>
            </a:r>
          </a:p>
        </p:txBody>
      </p:sp>
    </p:spTree>
    <p:extLst>
      <p:ext uri="{BB962C8B-B14F-4D97-AF65-F5344CB8AC3E}">
        <p14:creationId xmlns:p14="http://schemas.microsoft.com/office/powerpoint/2010/main" val="200199467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CD41D-1C4E-F7FD-3185-DD797326CA6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B735187-4C62-943B-35E0-21C206330494}"/>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CAC1175B-FFF4-0F00-E178-B642313F5559}"/>
              </a:ext>
            </a:extLst>
          </p:cNvPr>
          <p:cNvSpPr>
            <a:spLocks noGrp="1" noChangeArrowheads="1"/>
          </p:cNvSpPr>
          <p:nvPr>
            <p:ph idx="1"/>
          </p:nvPr>
        </p:nvSpPr>
        <p:spPr>
          <a:xfrm>
            <a:off x="539750" y="1836738"/>
            <a:ext cx="8299450" cy="1263814"/>
          </a:xfrm>
        </p:spPr>
        <p:txBody>
          <a:bodyPr/>
          <a:lstStyle/>
          <a:p>
            <a:pPr algn="l"/>
            <a:r>
              <a:rPr lang="en-AU" sz="2200" dirty="0"/>
              <a:t>Do you have what it takes to get into Cybersecurity in 2024?</a:t>
            </a: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B7119464-BE46-2AC3-B8FD-2C3F6F05D01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5D461E6-5B98-7B80-4617-F14037FA2D2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98</a:t>
            </a:fld>
            <a:endParaRPr lang="en-US" altLang="en-US" sz="900">
              <a:solidFill>
                <a:srgbClr val="FFFFFF"/>
              </a:solidFill>
            </a:endParaRPr>
          </a:p>
        </p:txBody>
      </p:sp>
      <p:pic>
        <p:nvPicPr>
          <p:cNvPr id="20486" name="Picture 5">
            <a:extLst>
              <a:ext uri="{FF2B5EF4-FFF2-40B4-BE49-F238E27FC236}">
                <a16:creationId xmlns:a16="http://schemas.microsoft.com/office/drawing/2014/main" id="{ED2218DD-9696-2A93-F606-068623D1B7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1DF82B7-4998-39F1-C031-82608D2529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4846190-17E3-5E9D-CFA0-BE0710B2F62C}"/>
              </a:ext>
            </a:extLst>
          </p:cNvPr>
          <p:cNvSpPr txBox="1"/>
          <p:nvPr/>
        </p:nvSpPr>
        <p:spPr>
          <a:xfrm>
            <a:off x="0" y="3170499"/>
            <a:ext cx="9144000" cy="3492623"/>
          </a:xfrm>
          <a:prstGeom prst="rect">
            <a:avLst/>
          </a:prstGeom>
          <a:solidFill>
            <a:schemeClr val="bg1"/>
          </a:solidFill>
        </p:spPr>
        <p:txBody>
          <a:bodyPr wrap="square">
            <a:spAutoFit/>
          </a:bodyPr>
          <a:lstStyle/>
          <a:p>
            <a:pPr>
              <a:lnSpc>
                <a:spcPct val="150000"/>
              </a:lnSpc>
            </a:pPr>
            <a:r>
              <a:rPr lang="en-US" sz="2500" b="1" dirty="0">
                <a:latin typeface="+mn-lt"/>
              </a:rPr>
              <a:t>3. You need strong basic knowledge</a:t>
            </a:r>
          </a:p>
          <a:p>
            <a:pPr>
              <a:lnSpc>
                <a:spcPct val="150000"/>
              </a:lnSpc>
            </a:pPr>
            <a:r>
              <a:rPr lang="en-US" sz="2500" dirty="0">
                <a:latin typeface="+mn-lt"/>
              </a:rPr>
              <a:t>You must understand:</a:t>
            </a:r>
          </a:p>
          <a:p>
            <a:pPr>
              <a:lnSpc>
                <a:spcPct val="150000"/>
              </a:lnSpc>
            </a:pPr>
            <a:r>
              <a:rPr lang="en-US" sz="2500" dirty="0">
                <a:latin typeface="+mn-lt"/>
              </a:rPr>
              <a:t>- How computers work </a:t>
            </a:r>
          </a:p>
          <a:p>
            <a:pPr>
              <a:lnSpc>
                <a:spcPct val="150000"/>
              </a:lnSpc>
            </a:pPr>
            <a:r>
              <a:rPr lang="en-US" sz="2500" dirty="0">
                <a:latin typeface="+mn-lt"/>
              </a:rPr>
              <a:t>- How networks work </a:t>
            </a:r>
          </a:p>
          <a:p>
            <a:pPr>
              <a:lnSpc>
                <a:spcPct val="150000"/>
              </a:lnSpc>
            </a:pPr>
            <a:r>
              <a:rPr lang="en-US" sz="2500" dirty="0">
                <a:latin typeface="+mn-lt"/>
              </a:rPr>
              <a:t>- How systems are secured </a:t>
            </a:r>
          </a:p>
          <a:p>
            <a:pPr>
              <a:lnSpc>
                <a:spcPct val="150000"/>
              </a:lnSpc>
            </a:pPr>
            <a:r>
              <a:rPr lang="en-US" sz="2500" dirty="0">
                <a:latin typeface="+mn-lt"/>
              </a:rPr>
              <a:t>Without this, cyber security will be very difficult.</a:t>
            </a:r>
          </a:p>
        </p:txBody>
      </p:sp>
    </p:spTree>
    <p:extLst>
      <p:ext uri="{BB962C8B-B14F-4D97-AF65-F5344CB8AC3E}">
        <p14:creationId xmlns:p14="http://schemas.microsoft.com/office/powerpoint/2010/main" val="38343887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CF7BD-4B2C-91CC-7AE0-91B67817FB4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508AE8A-6B5F-C950-C663-BC095F75869F}"/>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B43AAA22-3EC5-511B-A70A-27EA861EE5CC}"/>
              </a:ext>
            </a:extLst>
          </p:cNvPr>
          <p:cNvSpPr>
            <a:spLocks noGrp="1" noChangeArrowheads="1"/>
          </p:cNvSpPr>
          <p:nvPr>
            <p:ph idx="1"/>
          </p:nvPr>
        </p:nvSpPr>
        <p:spPr>
          <a:xfrm>
            <a:off x="539750" y="1836738"/>
            <a:ext cx="8299450" cy="1263814"/>
          </a:xfrm>
        </p:spPr>
        <p:txBody>
          <a:bodyPr/>
          <a:lstStyle/>
          <a:p>
            <a:pPr algn="l"/>
            <a:r>
              <a:rPr lang="en-AU" sz="2200" dirty="0"/>
              <a:t>Do you have what it takes to get into Cybersecurity in 2024?</a:t>
            </a: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B358EC69-91F7-C771-244B-BD7AB823D92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953A992C-6586-9809-E20B-189A181C106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99</a:t>
            </a:fld>
            <a:endParaRPr lang="en-US" altLang="en-US" sz="900">
              <a:solidFill>
                <a:srgbClr val="FFFFFF"/>
              </a:solidFill>
            </a:endParaRPr>
          </a:p>
        </p:txBody>
      </p:sp>
      <p:pic>
        <p:nvPicPr>
          <p:cNvPr id="20486" name="Picture 5">
            <a:extLst>
              <a:ext uri="{FF2B5EF4-FFF2-40B4-BE49-F238E27FC236}">
                <a16:creationId xmlns:a16="http://schemas.microsoft.com/office/drawing/2014/main" id="{DB906CDE-0A46-4284-3080-96E5F2B59C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4F319089-8FBB-FC30-C5D1-B5D1481A33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55FDE4D-D602-29E2-4896-51C52C5934B9}"/>
              </a:ext>
            </a:extLst>
          </p:cNvPr>
          <p:cNvSpPr txBox="1"/>
          <p:nvPr/>
        </p:nvSpPr>
        <p:spPr>
          <a:xfrm>
            <a:off x="0" y="3170499"/>
            <a:ext cx="9144000" cy="2610843"/>
          </a:xfrm>
          <a:prstGeom prst="rect">
            <a:avLst/>
          </a:prstGeom>
          <a:solidFill>
            <a:schemeClr val="bg1"/>
          </a:solidFill>
        </p:spPr>
        <p:txBody>
          <a:bodyPr wrap="square">
            <a:spAutoFit/>
          </a:bodyPr>
          <a:lstStyle/>
          <a:p>
            <a:pPr>
              <a:lnSpc>
                <a:spcPct val="150000"/>
              </a:lnSpc>
            </a:pPr>
            <a:r>
              <a:rPr lang="en-US" sz="2800" b="1" dirty="0">
                <a:latin typeface="+mn-lt"/>
              </a:rPr>
              <a:t>4. There are different roles</a:t>
            </a:r>
          </a:p>
          <a:p>
            <a:pPr>
              <a:lnSpc>
                <a:spcPct val="150000"/>
              </a:lnSpc>
            </a:pPr>
            <a:r>
              <a:rPr lang="en-US" sz="2800" b="1" dirty="0">
                <a:latin typeface="+mn-lt"/>
              </a:rPr>
              <a:t>- Blue team (defenders)</a:t>
            </a:r>
            <a:r>
              <a:rPr lang="en-US" sz="2800" dirty="0">
                <a:latin typeface="+mn-lt"/>
              </a:rPr>
              <a:t> → protect systems (most beginners start here) </a:t>
            </a:r>
          </a:p>
          <a:p>
            <a:pPr>
              <a:lnSpc>
                <a:spcPct val="150000"/>
              </a:lnSpc>
            </a:pPr>
            <a:r>
              <a:rPr lang="en-US" sz="2800" b="1" dirty="0">
                <a:latin typeface="+mn-lt"/>
              </a:rPr>
              <a:t>- Red team (hackers/testers)</a:t>
            </a:r>
            <a:r>
              <a:rPr lang="en-US" sz="2800" dirty="0">
                <a:latin typeface="+mn-lt"/>
              </a:rPr>
              <a:t> → test security (not entry-level)</a:t>
            </a:r>
          </a:p>
        </p:txBody>
      </p:sp>
    </p:spTree>
    <p:extLst>
      <p:ext uri="{BB962C8B-B14F-4D97-AF65-F5344CB8AC3E}">
        <p14:creationId xmlns:p14="http://schemas.microsoft.com/office/powerpoint/2010/main" val="134981028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7051-4959-2E6D-E50B-541FDA5C9B4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12C8AC9-8393-128A-72F4-806502D651F4}"/>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6B457FCC-6FC5-223F-AD14-514B0E53F7E5}"/>
              </a:ext>
            </a:extLst>
          </p:cNvPr>
          <p:cNvSpPr>
            <a:spLocks noGrp="1" noChangeArrowheads="1"/>
          </p:cNvSpPr>
          <p:nvPr>
            <p:ph idx="1"/>
          </p:nvPr>
        </p:nvSpPr>
        <p:spPr>
          <a:xfrm>
            <a:off x="539750" y="1836738"/>
            <a:ext cx="8299450" cy="1263814"/>
          </a:xfrm>
        </p:spPr>
        <p:txBody>
          <a:bodyPr/>
          <a:lstStyle/>
          <a:p>
            <a:pPr algn="l"/>
            <a:r>
              <a:rPr lang="en-AU" sz="2200" dirty="0"/>
              <a:t>Do you have what it takes to get into Cybersecurity in 2024?</a:t>
            </a: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F4895174-2D18-3244-7BD8-DCD44336F1F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D3AC9230-35A9-EAE7-57F3-E91050CB1C1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100</a:t>
            </a:fld>
            <a:endParaRPr lang="en-US" altLang="en-US" sz="900">
              <a:solidFill>
                <a:srgbClr val="FFFFFF"/>
              </a:solidFill>
            </a:endParaRPr>
          </a:p>
        </p:txBody>
      </p:sp>
      <p:pic>
        <p:nvPicPr>
          <p:cNvPr id="20486" name="Picture 5">
            <a:extLst>
              <a:ext uri="{FF2B5EF4-FFF2-40B4-BE49-F238E27FC236}">
                <a16:creationId xmlns:a16="http://schemas.microsoft.com/office/drawing/2014/main" id="{72CAFD7C-6F80-4AED-2AD4-12A7190A1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A3C826EC-F318-D76C-9F51-A33C052DC6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0BFF7F4-927C-B730-543F-4515FF667246}"/>
              </a:ext>
            </a:extLst>
          </p:cNvPr>
          <p:cNvSpPr txBox="1"/>
          <p:nvPr/>
        </p:nvSpPr>
        <p:spPr>
          <a:xfrm>
            <a:off x="0" y="3170499"/>
            <a:ext cx="9144000" cy="1964512"/>
          </a:xfrm>
          <a:prstGeom prst="rect">
            <a:avLst/>
          </a:prstGeom>
          <a:solidFill>
            <a:schemeClr val="bg1"/>
          </a:solidFill>
        </p:spPr>
        <p:txBody>
          <a:bodyPr wrap="square">
            <a:spAutoFit/>
          </a:bodyPr>
          <a:lstStyle/>
          <a:p>
            <a:pPr>
              <a:lnSpc>
                <a:spcPct val="150000"/>
              </a:lnSpc>
            </a:pPr>
            <a:r>
              <a:rPr lang="en-US" sz="2800" b="1" dirty="0">
                <a:latin typeface="+mn-lt"/>
              </a:rPr>
              <a:t>5. The job can be stressful</a:t>
            </a:r>
          </a:p>
          <a:p>
            <a:pPr>
              <a:lnSpc>
                <a:spcPct val="150000"/>
              </a:lnSpc>
            </a:pPr>
            <a:r>
              <a:rPr lang="en-US" sz="2800" dirty="0">
                <a:latin typeface="+mn-lt"/>
              </a:rPr>
              <a:t>Sometimes there are many alerts and problems, which can cause pressure and burnout.</a:t>
            </a:r>
          </a:p>
        </p:txBody>
      </p:sp>
    </p:spTree>
    <p:extLst>
      <p:ext uri="{BB962C8B-B14F-4D97-AF65-F5344CB8AC3E}">
        <p14:creationId xmlns:p14="http://schemas.microsoft.com/office/powerpoint/2010/main" val="361751540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B6E91-8B28-16E2-B609-14C8A63D95A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10EE686-8794-CF46-ACC3-CE04E6DC2F9C}"/>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C08FF224-1CD1-73A6-4BBE-3D1BE6FF6671}"/>
              </a:ext>
            </a:extLst>
          </p:cNvPr>
          <p:cNvSpPr>
            <a:spLocks noGrp="1" noChangeArrowheads="1"/>
          </p:cNvSpPr>
          <p:nvPr>
            <p:ph idx="1"/>
          </p:nvPr>
        </p:nvSpPr>
        <p:spPr>
          <a:xfrm>
            <a:off x="539750" y="1836738"/>
            <a:ext cx="8299450" cy="1263814"/>
          </a:xfrm>
        </p:spPr>
        <p:txBody>
          <a:bodyPr/>
          <a:lstStyle/>
          <a:p>
            <a:pPr algn="l"/>
            <a:r>
              <a:rPr lang="en-AU" sz="2200" dirty="0"/>
              <a:t>Do you have what it takes to get into Cybersecurity in 2024?</a:t>
            </a: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5001F0C3-6A68-FCA7-6849-0774C8EBD73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FEB6DE88-BA1C-CF72-72FC-84BDADC9EEB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101</a:t>
            </a:fld>
            <a:endParaRPr lang="en-US" altLang="en-US" sz="900">
              <a:solidFill>
                <a:srgbClr val="FFFFFF"/>
              </a:solidFill>
            </a:endParaRPr>
          </a:p>
        </p:txBody>
      </p:sp>
      <p:pic>
        <p:nvPicPr>
          <p:cNvPr id="20486" name="Picture 5">
            <a:extLst>
              <a:ext uri="{FF2B5EF4-FFF2-40B4-BE49-F238E27FC236}">
                <a16:creationId xmlns:a16="http://schemas.microsoft.com/office/drawing/2014/main" id="{B7708C55-E142-DD1F-3339-367BA43F98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DFBD64B2-F2A9-10C6-8ADA-6CDBAD43ED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1E6D518-1914-DA86-7388-09DC393C4DA0}"/>
              </a:ext>
            </a:extLst>
          </p:cNvPr>
          <p:cNvSpPr txBox="1"/>
          <p:nvPr/>
        </p:nvSpPr>
        <p:spPr>
          <a:xfrm>
            <a:off x="0" y="3170499"/>
            <a:ext cx="9144000" cy="1964512"/>
          </a:xfrm>
          <a:prstGeom prst="rect">
            <a:avLst/>
          </a:prstGeom>
          <a:solidFill>
            <a:schemeClr val="bg1"/>
          </a:solidFill>
        </p:spPr>
        <p:txBody>
          <a:bodyPr wrap="square">
            <a:spAutoFit/>
          </a:bodyPr>
          <a:lstStyle/>
          <a:p>
            <a:pPr>
              <a:lnSpc>
                <a:spcPct val="150000"/>
              </a:lnSpc>
            </a:pPr>
            <a:r>
              <a:rPr lang="en-US" sz="2800" b="1" dirty="0">
                <a:latin typeface="+mn-lt"/>
              </a:rPr>
              <a:t>6. Cyber security is getting harder</a:t>
            </a:r>
          </a:p>
          <a:p>
            <a:pPr>
              <a:lnSpc>
                <a:spcPct val="150000"/>
              </a:lnSpc>
            </a:pPr>
            <a:r>
              <a:rPr lang="en-US" sz="2800" dirty="0">
                <a:latin typeface="+mn-lt"/>
              </a:rPr>
              <a:t>New technologies like AI and deepfakes make attacks more advanced and harder to stop.</a:t>
            </a:r>
          </a:p>
        </p:txBody>
      </p:sp>
    </p:spTree>
    <p:extLst>
      <p:ext uri="{BB962C8B-B14F-4D97-AF65-F5344CB8AC3E}">
        <p14:creationId xmlns:p14="http://schemas.microsoft.com/office/powerpoint/2010/main" val="27288989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CA0C0-34A6-DD67-E5A5-D1E3F65653C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E1D5CDD-B375-0717-D077-6E1D33F40F92}"/>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C19069CE-FC52-A348-D594-98EC163825BE}"/>
              </a:ext>
            </a:extLst>
          </p:cNvPr>
          <p:cNvSpPr>
            <a:spLocks noGrp="1" noChangeArrowheads="1"/>
          </p:cNvSpPr>
          <p:nvPr>
            <p:ph idx="1"/>
          </p:nvPr>
        </p:nvSpPr>
        <p:spPr>
          <a:xfrm>
            <a:off x="539750" y="1836738"/>
            <a:ext cx="8299450" cy="1263814"/>
          </a:xfrm>
        </p:spPr>
        <p:txBody>
          <a:bodyPr/>
          <a:lstStyle/>
          <a:p>
            <a:pPr algn="l"/>
            <a:r>
              <a:rPr lang="en-AU" sz="2200" dirty="0"/>
              <a:t>Do you have what it takes to get into Cybersecurity in 2024?</a:t>
            </a: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FB0C6457-96A8-CEC0-D491-3DBDDBBE5D6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B7AE225-761F-E975-DB2F-7EACD910CD4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102</a:t>
            </a:fld>
            <a:endParaRPr lang="en-US" altLang="en-US" sz="900">
              <a:solidFill>
                <a:srgbClr val="FFFFFF"/>
              </a:solidFill>
            </a:endParaRPr>
          </a:p>
        </p:txBody>
      </p:sp>
      <p:pic>
        <p:nvPicPr>
          <p:cNvPr id="20486" name="Picture 5">
            <a:extLst>
              <a:ext uri="{FF2B5EF4-FFF2-40B4-BE49-F238E27FC236}">
                <a16:creationId xmlns:a16="http://schemas.microsoft.com/office/drawing/2014/main" id="{D5C06D73-DD06-BA3A-2CB0-3192635152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E7CDBA60-0799-A376-2501-2977141962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D361FED-91F1-843E-DC79-B8E43170345D}"/>
              </a:ext>
            </a:extLst>
          </p:cNvPr>
          <p:cNvSpPr txBox="1"/>
          <p:nvPr/>
        </p:nvSpPr>
        <p:spPr>
          <a:xfrm>
            <a:off x="0" y="2957380"/>
            <a:ext cx="9144000" cy="3900620"/>
          </a:xfrm>
          <a:prstGeom prst="rect">
            <a:avLst/>
          </a:prstGeom>
          <a:solidFill>
            <a:schemeClr val="bg1"/>
          </a:solidFill>
        </p:spPr>
        <p:txBody>
          <a:bodyPr wrap="square">
            <a:spAutoFit/>
          </a:bodyPr>
          <a:lstStyle/>
          <a:p>
            <a:pPr>
              <a:lnSpc>
                <a:spcPct val="150000"/>
              </a:lnSpc>
            </a:pPr>
            <a:r>
              <a:rPr lang="en-US" sz="2800" b="1" dirty="0">
                <a:latin typeface="+mn-lt"/>
              </a:rPr>
              <a:t>7. You need curiosity and passion</a:t>
            </a:r>
          </a:p>
          <a:p>
            <a:pPr>
              <a:lnSpc>
                <a:spcPct val="150000"/>
              </a:lnSpc>
            </a:pPr>
            <a:r>
              <a:rPr lang="en-US" sz="2800" dirty="0">
                <a:latin typeface="+mn-lt"/>
              </a:rPr>
              <a:t>You should:</a:t>
            </a:r>
          </a:p>
          <a:p>
            <a:pPr>
              <a:lnSpc>
                <a:spcPct val="150000"/>
              </a:lnSpc>
            </a:pPr>
            <a:r>
              <a:rPr lang="en-US" sz="2800" dirty="0">
                <a:latin typeface="+mn-lt"/>
              </a:rPr>
              <a:t>- Ask questions </a:t>
            </a:r>
          </a:p>
          <a:p>
            <a:pPr>
              <a:lnSpc>
                <a:spcPct val="150000"/>
              </a:lnSpc>
            </a:pPr>
            <a:r>
              <a:rPr lang="en-US" sz="2800" dirty="0">
                <a:latin typeface="+mn-lt"/>
              </a:rPr>
              <a:t>- Research problems </a:t>
            </a:r>
          </a:p>
          <a:p>
            <a:pPr>
              <a:lnSpc>
                <a:spcPct val="150000"/>
              </a:lnSpc>
            </a:pPr>
            <a:r>
              <a:rPr lang="en-US" sz="2800" dirty="0">
                <a:latin typeface="+mn-lt"/>
              </a:rPr>
              <a:t>- Want to learn more on your own </a:t>
            </a:r>
          </a:p>
          <a:p>
            <a:pPr>
              <a:lnSpc>
                <a:spcPct val="150000"/>
              </a:lnSpc>
            </a:pPr>
            <a:r>
              <a:rPr lang="en-US" sz="2800" dirty="0">
                <a:latin typeface="+mn-lt"/>
              </a:rPr>
              <a:t>Curious people succeed more.</a:t>
            </a:r>
          </a:p>
        </p:txBody>
      </p:sp>
    </p:spTree>
    <p:extLst>
      <p:ext uri="{BB962C8B-B14F-4D97-AF65-F5344CB8AC3E}">
        <p14:creationId xmlns:p14="http://schemas.microsoft.com/office/powerpoint/2010/main" val="56523491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96E44-3E06-2A13-A957-28DDDDF1E69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321259C-D4E7-3426-8B92-DE12CD2FFFE5}"/>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12389A88-9BDB-41E8-3ED4-276A6DDE1226}"/>
              </a:ext>
            </a:extLst>
          </p:cNvPr>
          <p:cNvSpPr>
            <a:spLocks noGrp="1" noChangeArrowheads="1"/>
          </p:cNvSpPr>
          <p:nvPr>
            <p:ph idx="1"/>
          </p:nvPr>
        </p:nvSpPr>
        <p:spPr>
          <a:xfrm>
            <a:off x="539750" y="1836738"/>
            <a:ext cx="8299450" cy="1263814"/>
          </a:xfrm>
        </p:spPr>
        <p:txBody>
          <a:bodyPr/>
          <a:lstStyle/>
          <a:p>
            <a:pPr algn="l"/>
            <a:r>
              <a:rPr lang="en-AU" sz="2200" dirty="0"/>
              <a:t>Do you have what it takes to get into Cybersecurity in 2024?</a:t>
            </a: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5322FDE8-D834-415B-C80E-D1381A153BF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F32D19D8-67B2-D842-9AC3-4D494A58E1A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103</a:t>
            </a:fld>
            <a:endParaRPr lang="en-US" altLang="en-US" sz="900">
              <a:solidFill>
                <a:srgbClr val="FFFFFF"/>
              </a:solidFill>
            </a:endParaRPr>
          </a:p>
        </p:txBody>
      </p:sp>
      <p:pic>
        <p:nvPicPr>
          <p:cNvPr id="20486" name="Picture 5">
            <a:extLst>
              <a:ext uri="{FF2B5EF4-FFF2-40B4-BE49-F238E27FC236}">
                <a16:creationId xmlns:a16="http://schemas.microsoft.com/office/drawing/2014/main" id="{2C4E8EC3-07FA-2068-4201-90D79BA711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A91E4FB3-FFB5-FB55-B724-75832D8D50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B4D09FD-B425-9248-F424-E7BAF7733005}"/>
              </a:ext>
            </a:extLst>
          </p:cNvPr>
          <p:cNvSpPr txBox="1"/>
          <p:nvPr/>
        </p:nvSpPr>
        <p:spPr>
          <a:xfrm>
            <a:off x="0" y="2957380"/>
            <a:ext cx="9144000" cy="3257174"/>
          </a:xfrm>
          <a:prstGeom prst="rect">
            <a:avLst/>
          </a:prstGeom>
          <a:solidFill>
            <a:schemeClr val="bg1"/>
          </a:solidFill>
        </p:spPr>
        <p:txBody>
          <a:bodyPr wrap="square">
            <a:spAutoFit/>
          </a:bodyPr>
          <a:lstStyle/>
          <a:p>
            <a:pPr>
              <a:lnSpc>
                <a:spcPct val="150000"/>
              </a:lnSpc>
            </a:pPr>
            <a:r>
              <a:rPr lang="en-US" sz="2800" b="1" dirty="0">
                <a:latin typeface="+mn-lt"/>
              </a:rPr>
              <a:t>8. You must keep learning</a:t>
            </a:r>
          </a:p>
          <a:p>
            <a:pPr>
              <a:lnSpc>
                <a:spcPct val="150000"/>
              </a:lnSpc>
            </a:pPr>
            <a:r>
              <a:rPr lang="en-US" sz="2800" dirty="0">
                <a:latin typeface="+mn-lt"/>
              </a:rPr>
              <a:t>Technology changes fast, so you need to:</a:t>
            </a:r>
          </a:p>
          <a:p>
            <a:pPr>
              <a:lnSpc>
                <a:spcPct val="150000"/>
              </a:lnSpc>
            </a:pPr>
            <a:r>
              <a:rPr lang="en-US" sz="2800" dirty="0">
                <a:latin typeface="+mn-lt"/>
              </a:rPr>
              <a:t>- Learn new tools </a:t>
            </a:r>
          </a:p>
          <a:p>
            <a:pPr>
              <a:lnSpc>
                <a:spcPct val="150000"/>
              </a:lnSpc>
            </a:pPr>
            <a:r>
              <a:rPr lang="en-US" sz="2800" dirty="0">
                <a:latin typeface="+mn-lt"/>
              </a:rPr>
              <a:t>- Follow cyber security news </a:t>
            </a:r>
          </a:p>
          <a:p>
            <a:pPr>
              <a:lnSpc>
                <a:spcPct val="150000"/>
              </a:lnSpc>
            </a:pPr>
            <a:r>
              <a:rPr lang="en-US" sz="2800" dirty="0">
                <a:latin typeface="+mn-lt"/>
              </a:rPr>
              <a:t>- Improve your skills continuously</a:t>
            </a:r>
          </a:p>
        </p:txBody>
      </p:sp>
    </p:spTree>
    <p:extLst>
      <p:ext uri="{BB962C8B-B14F-4D97-AF65-F5344CB8AC3E}">
        <p14:creationId xmlns:p14="http://schemas.microsoft.com/office/powerpoint/2010/main" val="296281898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E525B-0970-36B6-892B-3492ED1FB86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2F1A635-4EA0-FE12-09D7-4A95B981B560}"/>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20FDD1A0-77A3-ADD7-1A0C-F6EC725B2CC2}"/>
              </a:ext>
            </a:extLst>
          </p:cNvPr>
          <p:cNvSpPr>
            <a:spLocks noGrp="1" noChangeArrowheads="1"/>
          </p:cNvSpPr>
          <p:nvPr>
            <p:ph idx="1"/>
          </p:nvPr>
        </p:nvSpPr>
        <p:spPr>
          <a:xfrm>
            <a:off x="539750" y="1836738"/>
            <a:ext cx="8299450" cy="1263814"/>
          </a:xfrm>
        </p:spPr>
        <p:txBody>
          <a:bodyPr/>
          <a:lstStyle/>
          <a:p>
            <a:pPr algn="l"/>
            <a:r>
              <a:rPr lang="en-AU" sz="2200" dirty="0"/>
              <a:t>Do you have what it takes to get into Cybersecurity in 2024?</a:t>
            </a: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2A65DAF7-5B8E-4F3D-AEBE-80366D74802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7319BB96-707A-1A32-DB0F-BEFB9EFF945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104</a:t>
            </a:fld>
            <a:endParaRPr lang="en-US" altLang="en-US" sz="900">
              <a:solidFill>
                <a:srgbClr val="FFFFFF"/>
              </a:solidFill>
            </a:endParaRPr>
          </a:p>
        </p:txBody>
      </p:sp>
      <p:pic>
        <p:nvPicPr>
          <p:cNvPr id="20486" name="Picture 5">
            <a:extLst>
              <a:ext uri="{FF2B5EF4-FFF2-40B4-BE49-F238E27FC236}">
                <a16:creationId xmlns:a16="http://schemas.microsoft.com/office/drawing/2014/main" id="{9CF5802B-3BB6-7EA3-267C-CC41B23ECB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B8619D55-A117-3B94-0296-083501086D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82D8131-7D4A-4344-1789-09838408D253}"/>
              </a:ext>
            </a:extLst>
          </p:cNvPr>
          <p:cNvSpPr txBox="1"/>
          <p:nvPr/>
        </p:nvSpPr>
        <p:spPr>
          <a:xfrm>
            <a:off x="0" y="2957380"/>
            <a:ext cx="9144000" cy="3257174"/>
          </a:xfrm>
          <a:prstGeom prst="rect">
            <a:avLst/>
          </a:prstGeom>
          <a:solidFill>
            <a:schemeClr val="bg1"/>
          </a:solidFill>
        </p:spPr>
        <p:txBody>
          <a:bodyPr wrap="square">
            <a:spAutoFit/>
          </a:bodyPr>
          <a:lstStyle/>
          <a:p>
            <a:pPr>
              <a:lnSpc>
                <a:spcPct val="150000"/>
              </a:lnSpc>
            </a:pPr>
            <a:r>
              <a:rPr lang="en-US" sz="2800" b="1" dirty="0">
                <a:latin typeface="+mn-lt"/>
              </a:rPr>
              <a:t>9. You need technical skills</a:t>
            </a:r>
          </a:p>
          <a:p>
            <a:pPr>
              <a:lnSpc>
                <a:spcPct val="150000"/>
              </a:lnSpc>
            </a:pPr>
            <a:r>
              <a:rPr lang="en-US" sz="2800" dirty="0">
                <a:latin typeface="+mn-lt"/>
              </a:rPr>
              <a:t>Basic skills include:</a:t>
            </a:r>
          </a:p>
          <a:p>
            <a:pPr>
              <a:lnSpc>
                <a:spcPct val="150000"/>
              </a:lnSpc>
            </a:pPr>
            <a:r>
              <a:rPr lang="en-US" sz="2800" dirty="0">
                <a:latin typeface="+mn-lt"/>
              </a:rPr>
              <a:t>- Networking </a:t>
            </a:r>
          </a:p>
          <a:p>
            <a:pPr>
              <a:lnSpc>
                <a:spcPct val="150000"/>
              </a:lnSpc>
            </a:pPr>
            <a:r>
              <a:rPr lang="en-US" sz="2800" dirty="0">
                <a:latin typeface="+mn-lt"/>
              </a:rPr>
              <a:t>- Security systems </a:t>
            </a:r>
          </a:p>
          <a:p>
            <a:pPr>
              <a:lnSpc>
                <a:spcPct val="150000"/>
              </a:lnSpc>
            </a:pPr>
            <a:r>
              <a:rPr lang="en-US" sz="2800" dirty="0">
                <a:latin typeface="+mn-lt"/>
              </a:rPr>
              <a:t>- Some coding (Python, SQL)</a:t>
            </a:r>
          </a:p>
        </p:txBody>
      </p:sp>
    </p:spTree>
    <p:extLst>
      <p:ext uri="{BB962C8B-B14F-4D97-AF65-F5344CB8AC3E}">
        <p14:creationId xmlns:p14="http://schemas.microsoft.com/office/powerpoint/2010/main" val="42184154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29232-8FC3-FFA8-666F-F26B95C1183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FAFA493-4095-EE61-10A0-41FEFFB6055F}"/>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68C8BDC7-BECE-DD35-D1A2-B93CACC09374}"/>
              </a:ext>
            </a:extLst>
          </p:cNvPr>
          <p:cNvSpPr>
            <a:spLocks noGrp="1" noChangeArrowheads="1"/>
          </p:cNvSpPr>
          <p:nvPr>
            <p:ph idx="1"/>
          </p:nvPr>
        </p:nvSpPr>
        <p:spPr>
          <a:xfrm>
            <a:off x="539750" y="1836738"/>
            <a:ext cx="8299450" cy="1263814"/>
          </a:xfrm>
        </p:spPr>
        <p:txBody>
          <a:bodyPr/>
          <a:lstStyle/>
          <a:p>
            <a:pPr algn="l"/>
            <a:r>
              <a:rPr lang="en-AU" sz="2200" dirty="0"/>
              <a:t>Do you have what it takes to get into Cybersecurity in 2024?</a:t>
            </a: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29C1EB26-0CDD-9131-F58B-EBBAD9051FB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F87DB0BD-5030-6AC0-436F-1E6CF0AC009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105</a:t>
            </a:fld>
            <a:endParaRPr lang="en-US" altLang="en-US" sz="900">
              <a:solidFill>
                <a:srgbClr val="FFFFFF"/>
              </a:solidFill>
            </a:endParaRPr>
          </a:p>
        </p:txBody>
      </p:sp>
      <p:pic>
        <p:nvPicPr>
          <p:cNvPr id="20486" name="Picture 5">
            <a:extLst>
              <a:ext uri="{FF2B5EF4-FFF2-40B4-BE49-F238E27FC236}">
                <a16:creationId xmlns:a16="http://schemas.microsoft.com/office/drawing/2014/main" id="{7E057155-1437-2178-03E7-2F097D142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AEA0DC4D-3ED6-54BE-DABB-FA1B1B9391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1CBE0A2-F05D-3757-CF7C-27919880A93B}"/>
              </a:ext>
            </a:extLst>
          </p:cNvPr>
          <p:cNvSpPr txBox="1"/>
          <p:nvPr/>
        </p:nvSpPr>
        <p:spPr>
          <a:xfrm>
            <a:off x="0" y="2957380"/>
            <a:ext cx="9144000" cy="3257174"/>
          </a:xfrm>
          <a:prstGeom prst="rect">
            <a:avLst/>
          </a:prstGeom>
          <a:solidFill>
            <a:schemeClr val="bg1"/>
          </a:solidFill>
        </p:spPr>
        <p:txBody>
          <a:bodyPr wrap="square">
            <a:spAutoFit/>
          </a:bodyPr>
          <a:lstStyle/>
          <a:p>
            <a:pPr>
              <a:lnSpc>
                <a:spcPct val="150000"/>
              </a:lnSpc>
            </a:pPr>
            <a:r>
              <a:rPr lang="en-US" sz="2800" b="1" dirty="0">
                <a:latin typeface="+mn-lt"/>
              </a:rPr>
              <a:t>10. Hard work (grind) is required</a:t>
            </a:r>
          </a:p>
          <a:p>
            <a:pPr>
              <a:lnSpc>
                <a:spcPct val="150000"/>
              </a:lnSpc>
            </a:pPr>
            <a:r>
              <a:rPr lang="en-US" sz="2800" dirty="0">
                <a:latin typeface="+mn-lt"/>
              </a:rPr>
              <a:t>At the beginning, you must:</a:t>
            </a:r>
          </a:p>
          <a:p>
            <a:pPr>
              <a:lnSpc>
                <a:spcPct val="150000"/>
              </a:lnSpc>
            </a:pPr>
            <a:r>
              <a:rPr lang="en-US" sz="2800" dirty="0">
                <a:latin typeface="+mn-lt"/>
              </a:rPr>
              <a:t>- Study regularly </a:t>
            </a:r>
          </a:p>
          <a:p>
            <a:pPr>
              <a:lnSpc>
                <a:spcPct val="150000"/>
              </a:lnSpc>
            </a:pPr>
            <a:r>
              <a:rPr lang="en-US" sz="2800" dirty="0">
                <a:latin typeface="+mn-lt"/>
              </a:rPr>
              <a:t>- Practice daily </a:t>
            </a:r>
          </a:p>
          <a:p>
            <a:pPr>
              <a:lnSpc>
                <a:spcPct val="150000"/>
              </a:lnSpc>
            </a:pPr>
            <a:r>
              <a:rPr lang="en-US" sz="2800" dirty="0">
                <a:latin typeface="+mn-lt"/>
              </a:rPr>
              <a:t>- Spend extra time learning</a:t>
            </a:r>
          </a:p>
        </p:txBody>
      </p:sp>
    </p:spTree>
    <p:extLst>
      <p:ext uri="{BB962C8B-B14F-4D97-AF65-F5344CB8AC3E}">
        <p14:creationId xmlns:p14="http://schemas.microsoft.com/office/powerpoint/2010/main" val="5313102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6DF04-9590-541D-255E-3AB07241899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A71529C-9180-AC75-BF43-C522A416B0A6}"/>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8ADD7698-2732-CAB6-D1EF-0836B28B05A8}"/>
              </a:ext>
            </a:extLst>
          </p:cNvPr>
          <p:cNvSpPr>
            <a:spLocks noGrp="1" noChangeArrowheads="1"/>
          </p:cNvSpPr>
          <p:nvPr>
            <p:ph idx="1"/>
          </p:nvPr>
        </p:nvSpPr>
        <p:spPr>
          <a:xfrm>
            <a:off x="539750" y="1836738"/>
            <a:ext cx="8299450" cy="1263814"/>
          </a:xfrm>
        </p:spPr>
        <p:txBody>
          <a:bodyPr/>
          <a:lstStyle/>
          <a:p>
            <a:pPr algn="l"/>
            <a:r>
              <a:rPr lang="en-AU" sz="2200" dirty="0"/>
              <a:t>Do you have what it takes to get into Cybersecurity in 2024?</a:t>
            </a: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8CE87FE7-DF7F-38BD-F718-1DD9DD7392C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A3282B49-50D2-9C1B-8EFC-6DF62D71C9D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106</a:t>
            </a:fld>
            <a:endParaRPr lang="en-US" altLang="en-US" sz="900">
              <a:solidFill>
                <a:srgbClr val="FFFFFF"/>
              </a:solidFill>
            </a:endParaRPr>
          </a:p>
        </p:txBody>
      </p:sp>
      <p:pic>
        <p:nvPicPr>
          <p:cNvPr id="20486" name="Picture 5">
            <a:extLst>
              <a:ext uri="{FF2B5EF4-FFF2-40B4-BE49-F238E27FC236}">
                <a16:creationId xmlns:a16="http://schemas.microsoft.com/office/drawing/2014/main" id="{6AF0926C-C927-F3C6-A495-D57E116679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919E47-9EB0-FE63-25FB-AD2F966AF2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7CACD43-55AD-9F83-DEAE-1E61396FCEC6}"/>
              </a:ext>
            </a:extLst>
          </p:cNvPr>
          <p:cNvSpPr txBox="1"/>
          <p:nvPr/>
        </p:nvSpPr>
        <p:spPr>
          <a:xfrm>
            <a:off x="0" y="2957380"/>
            <a:ext cx="9144000" cy="3254289"/>
          </a:xfrm>
          <a:prstGeom prst="rect">
            <a:avLst/>
          </a:prstGeom>
          <a:solidFill>
            <a:schemeClr val="bg1"/>
          </a:solidFill>
        </p:spPr>
        <p:txBody>
          <a:bodyPr wrap="square">
            <a:spAutoFit/>
          </a:bodyPr>
          <a:lstStyle/>
          <a:p>
            <a:pPr>
              <a:lnSpc>
                <a:spcPct val="150000"/>
              </a:lnSpc>
            </a:pPr>
            <a:r>
              <a:rPr lang="en-US" sz="2800" b="1" dirty="0">
                <a:latin typeface="+mn-lt"/>
              </a:rPr>
              <a:t>11. Practice is very important</a:t>
            </a:r>
          </a:p>
          <a:p>
            <a:pPr>
              <a:lnSpc>
                <a:spcPct val="150000"/>
              </a:lnSpc>
            </a:pPr>
            <a:r>
              <a:rPr lang="en-US" sz="2800" dirty="0">
                <a:latin typeface="+mn-lt"/>
              </a:rPr>
              <a:t>You should:</a:t>
            </a:r>
          </a:p>
          <a:p>
            <a:pPr>
              <a:lnSpc>
                <a:spcPct val="150000"/>
              </a:lnSpc>
            </a:pPr>
            <a:r>
              <a:rPr lang="en-US" sz="2800" dirty="0">
                <a:latin typeface="+mn-lt"/>
              </a:rPr>
              <a:t>- Use tools like Splunk </a:t>
            </a:r>
          </a:p>
          <a:p>
            <a:pPr>
              <a:lnSpc>
                <a:spcPct val="150000"/>
              </a:lnSpc>
            </a:pPr>
            <a:r>
              <a:rPr lang="en-US" sz="2800" dirty="0">
                <a:latin typeface="+mn-lt"/>
              </a:rPr>
              <a:t>- Build your own projects (home lab) </a:t>
            </a:r>
          </a:p>
          <a:p>
            <a:pPr>
              <a:lnSpc>
                <a:spcPct val="150000"/>
              </a:lnSpc>
            </a:pPr>
            <a:r>
              <a:rPr lang="en-US" sz="2800" dirty="0">
                <a:latin typeface="+mn-lt"/>
              </a:rPr>
              <a:t>This helps you gain real experience.</a:t>
            </a:r>
          </a:p>
        </p:txBody>
      </p:sp>
    </p:spTree>
    <p:extLst>
      <p:ext uri="{BB962C8B-B14F-4D97-AF65-F5344CB8AC3E}">
        <p14:creationId xmlns:p14="http://schemas.microsoft.com/office/powerpoint/2010/main" val="330773639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23500-3D8C-C1E4-33B4-51645461B6D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A3C267B-362E-6B69-F7F5-6E6FA803D346}"/>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Building Cybersecurity Skills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B5372983-99DE-3D4F-BBC0-E8679E8D15CA}"/>
              </a:ext>
            </a:extLst>
          </p:cNvPr>
          <p:cNvSpPr>
            <a:spLocks noGrp="1" noChangeArrowheads="1"/>
          </p:cNvSpPr>
          <p:nvPr>
            <p:ph idx="1"/>
          </p:nvPr>
        </p:nvSpPr>
        <p:spPr>
          <a:xfrm>
            <a:off x="539750" y="1836738"/>
            <a:ext cx="8299450" cy="1263814"/>
          </a:xfrm>
        </p:spPr>
        <p:txBody>
          <a:bodyPr/>
          <a:lstStyle/>
          <a:p>
            <a:pPr algn="l"/>
            <a:r>
              <a:rPr lang="en-AU" sz="2200" dirty="0"/>
              <a:t>Do you have what it takes to get into Cybersecurity in 2024?</a:t>
            </a: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https://www.youtube.com/watch?v=MuSIys2AOzw</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51F16406-5153-B6B7-D53C-04B20BE711C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DBD2CDDF-EC7F-19B2-2503-86C38A293FD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107</a:t>
            </a:fld>
            <a:endParaRPr lang="en-US" altLang="en-US" sz="900">
              <a:solidFill>
                <a:srgbClr val="FFFFFF"/>
              </a:solidFill>
            </a:endParaRPr>
          </a:p>
        </p:txBody>
      </p:sp>
      <p:pic>
        <p:nvPicPr>
          <p:cNvPr id="20486" name="Picture 5">
            <a:extLst>
              <a:ext uri="{FF2B5EF4-FFF2-40B4-BE49-F238E27FC236}">
                <a16:creationId xmlns:a16="http://schemas.microsoft.com/office/drawing/2014/main" id="{EB9A1F22-D396-5E0A-F3D5-0704693F7A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140D08A2-3008-ACB5-BAE1-55E3FDB6CD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0EF9013-E97C-C0D7-C4FC-D7B2A0DEF487}"/>
              </a:ext>
            </a:extLst>
          </p:cNvPr>
          <p:cNvSpPr txBox="1"/>
          <p:nvPr/>
        </p:nvSpPr>
        <p:spPr>
          <a:xfrm>
            <a:off x="0" y="2957380"/>
            <a:ext cx="9144000" cy="2610843"/>
          </a:xfrm>
          <a:prstGeom prst="rect">
            <a:avLst/>
          </a:prstGeom>
          <a:solidFill>
            <a:schemeClr val="bg1"/>
          </a:solidFill>
        </p:spPr>
        <p:txBody>
          <a:bodyPr wrap="square">
            <a:spAutoFit/>
          </a:bodyPr>
          <a:lstStyle/>
          <a:p>
            <a:pPr>
              <a:lnSpc>
                <a:spcPct val="150000"/>
              </a:lnSpc>
            </a:pPr>
            <a:r>
              <a:rPr lang="en-US" sz="2800" b="1" dirty="0">
                <a:latin typeface="+mn-lt"/>
              </a:rPr>
              <a:t>12. Final message</a:t>
            </a:r>
          </a:p>
          <a:p>
            <a:pPr>
              <a:lnSpc>
                <a:spcPct val="150000"/>
              </a:lnSpc>
            </a:pPr>
            <a:r>
              <a:rPr lang="en-US" sz="2800" dirty="0">
                <a:latin typeface="+mn-lt"/>
              </a:rPr>
              <a:t>Cyber security is challenging but rewarding.</a:t>
            </a:r>
            <a:br>
              <a:rPr lang="en-US" sz="2800" dirty="0">
                <a:latin typeface="+mn-lt"/>
              </a:rPr>
            </a:br>
            <a:r>
              <a:rPr lang="en-US" sz="2800" dirty="0">
                <a:latin typeface="+mn-lt"/>
              </a:rPr>
              <a:t>If you are willing to learn, work hard, and stay curious, you can succeed.</a:t>
            </a:r>
          </a:p>
        </p:txBody>
      </p:sp>
    </p:spTree>
    <p:extLst>
      <p:ext uri="{BB962C8B-B14F-4D97-AF65-F5344CB8AC3E}">
        <p14:creationId xmlns:p14="http://schemas.microsoft.com/office/powerpoint/2010/main" val="34537668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32D90-85B4-322B-AF72-E88DF7F461F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73D2783-6428-25FE-0091-ACE68D498AC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F6068D9F-B140-3531-C303-D74DE568B7F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108</a:t>
            </a:fld>
            <a:endParaRPr lang="en-US" altLang="en-US" sz="900">
              <a:solidFill>
                <a:srgbClr val="FFFFFF"/>
              </a:solidFill>
            </a:endParaRPr>
          </a:p>
        </p:txBody>
      </p:sp>
      <p:pic>
        <p:nvPicPr>
          <p:cNvPr id="20486" name="Picture 5">
            <a:extLst>
              <a:ext uri="{FF2B5EF4-FFF2-40B4-BE49-F238E27FC236}">
                <a16:creationId xmlns:a16="http://schemas.microsoft.com/office/drawing/2014/main" id="{BA597E5F-1034-96B2-E210-5BEDCA1E4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20BF4901-9015-E381-CA6F-E482E6D0D7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ECA9F6D-DF58-8958-5B72-F95FD76A8DE7}"/>
              </a:ext>
            </a:extLst>
          </p:cNvPr>
          <p:cNvSpPr txBox="1"/>
          <p:nvPr/>
        </p:nvSpPr>
        <p:spPr>
          <a:xfrm>
            <a:off x="0" y="381324"/>
            <a:ext cx="9144000" cy="6488828"/>
          </a:xfrm>
          <a:prstGeom prst="rect">
            <a:avLst/>
          </a:prstGeom>
          <a:solidFill>
            <a:schemeClr val="bg1"/>
          </a:solidFill>
        </p:spPr>
        <p:txBody>
          <a:bodyPr wrap="square">
            <a:spAutoFit/>
          </a:bodyPr>
          <a:lstStyle/>
          <a:p>
            <a:pPr>
              <a:lnSpc>
                <a:spcPct val="150000"/>
              </a:lnSpc>
            </a:pPr>
            <a:r>
              <a:rPr lang="en-US" sz="2800" dirty="0">
                <a:latin typeface="+mn-lt"/>
              </a:rPr>
              <a:t>Dear Dr. Farshid,</a:t>
            </a:r>
          </a:p>
          <a:p>
            <a:pPr>
              <a:lnSpc>
                <a:spcPct val="150000"/>
              </a:lnSpc>
            </a:pPr>
            <a:r>
              <a:rPr lang="en-US" sz="2800" dirty="0">
                <a:latin typeface="+mn-lt"/>
              </a:rPr>
              <a:t>Thank you so much for your helpful reply and guidance. I really appreciate your time and support.</a:t>
            </a:r>
          </a:p>
          <a:p>
            <a:pPr>
              <a:lnSpc>
                <a:spcPct val="150000"/>
              </a:lnSpc>
            </a:pPr>
            <a:r>
              <a:rPr lang="en-US" sz="2800" dirty="0">
                <a:latin typeface="+mn-lt"/>
              </a:rPr>
              <a:t>I would be very grateful if you could share a detailed cybersecurity roadmap tailored to my current level. I am currently studying Bachelor of Information Technology at ACU, and I have completed a Microsoft Excel certification. However, I would like to start cybersecurity from the zero/basic level and follow a clear step-by-step roadmap from now.</a:t>
            </a:r>
          </a:p>
        </p:txBody>
      </p:sp>
    </p:spTree>
    <p:extLst>
      <p:ext uri="{BB962C8B-B14F-4D97-AF65-F5344CB8AC3E}">
        <p14:creationId xmlns:p14="http://schemas.microsoft.com/office/powerpoint/2010/main" val="242490699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F7A40-E7E2-41CD-9CC0-1BA5DFF94D6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FBC3BC-1540-DA92-B643-EFCE5FDC9C2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2EF6D836-7FFD-FFDF-7208-67B17B8E7FD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109</a:t>
            </a:fld>
            <a:endParaRPr lang="en-US" altLang="en-US" sz="900">
              <a:solidFill>
                <a:srgbClr val="FFFFFF"/>
              </a:solidFill>
            </a:endParaRPr>
          </a:p>
        </p:txBody>
      </p:sp>
      <p:pic>
        <p:nvPicPr>
          <p:cNvPr id="20486" name="Picture 5">
            <a:extLst>
              <a:ext uri="{FF2B5EF4-FFF2-40B4-BE49-F238E27FC236}">
                <a16:creationId xmlns:a16="http://schemas.microsoft.com/office/drawing/2014/main" id="{D63D760C-429B-E738-B5F1-0C2F3E5C2C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28B274C-2849-5507-31CC-B6C5574EA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80541D8-2D6D-4034-93DF-D0EE84C77273}"/>
              </a:ext>
            </a:extLst>
          </p:cNvPr>
          <p:cNvSpPr txBox="1"/>
          <p:nvPr/>
        </p:nvSpPr>
        <p:spPr>
          <a:xfrm>
            <a:off x="0" y="381324"/>
            <a:ext cx="9144000" cy="6488828"/>
          </a:xfrm>
          <a:prstGeom prst="rect">
            <a:avLst/>
          </a:prstGeom>
          <a:solidFill>
            <a:schemeClr val="bg1"/>
          </a:solidFill>
        </p:spPr>
        <p:txBody>
          <a:bodyPr wrap="square">
            <a:spAutoFit/>
          </a:bodyPr>
          <a:lstStyle/>
          <a:p>
            <a:pPr>
              <a:lnSpc>
                <a:spcPct val="150000"/>
              </a:lnSpc>
            </a:pPr>
            <a:r>
              <a:rPr lang="en-US" sz="2800" dirty="0">
                <a:latin typeface="+mn-lt"/>
              </a:rPr>
              <a:t>I would also really appreciate your advice on how I should prepare from now if I want to pursue a Master’s degree with a fully funded or 50% scholarship in the future. I am currently studying my Bachelor’s degree at ACU with a 50% scholarship, and I would like to continue my Master’s study with a scholarship as well. It would be very helpful if you could guide me on what skills, certifications, academic results, projects, or other activities I should focus on from now.</a:t>
            </a:r>
          </a:p>
          <a:p>
            <a:pPr>
              <a:lnSpc>
                <a:spcPct val="150000"/>
              </a:lnSpc>
            </a:pPr>
            <a:r>
              <a:rPr lang="en-US" sz="2800" dirty="0">
                <a:latin typeface="+mn-lt"/>
              </a:rPr>
              <a:t>Thank you again for your time, support, and guidance.</a:t>
            </a:r>
          </a:p>
          <a:p>
            <a:pPr>
              <a:lnSpc>
                <a:spcPct val="150000"/>
              </a:lnSpc>
            </a:pPr>
            <a:r>
              <a:rPr lang="en-US" sz="2800" dirty="0">
                <a:latin typeface="+mn-lt"/>
              </a:rPr>
              <a:t>Kind regards,</a:t>
            </a:r>
          </a:p>
        </p:txBody>
      </p:sp>
    </p:spTree>
    <p:extLst>
      <p:ext uri="{BB962C8B-B14F-4D97-AF65-F5344CB8AC3E}">
        <p14:creationId xmlns:p14="http://schemas.microsoft.com/office/powerpoint/2010/main" val="197711840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BBAEE-A705-D1BD-7D96-7804287A04C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CA9D5BE-F68A-D1D6-0625-E5B9B40F984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1927B91E-311D-1FEB-76FA-8C8761E85C3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110</a:t>
            </a:fld>
            <a:endParaRPr lang="en-US" altLang="en-US" sz="900">
              <a:solidFill>
                <a:srgbClr val="FFFFFF"/>
              </a:solidFill>
            </a:endParaRPr>
          </a:p>
        </p:txBody>
      </p:sp>
      <p:pic>
        <p:nvPicPr>
          <p:cNvPr id="20486" name="Picture 5">
            <a:extLst>
              <a:ext uri="{FF2B5EF4-FFF2-40B4-BE49-F238E27FC236}">
                <a16:creationId xmlns:a16="http://schemas.microsoft.com/office/drawing/2014/main" id="{EF9DEA03-9BAA-0F39-8189-483EDA3FE4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CB3B514F-06EE-2FE2-D805-A315FD2818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BBB173D-81E4-6B97-7AB8-9B4712642242}"/>
              </a:ext>
            </a:extLst>
          </p:cNvPr>
          <p:cNvSpPr txBox="1"/>
          <p:nvPr/>
        </p:nvSpPr>
        <p:spPr>
          <a:xfrm>
            <a:off x="0" y="949065"/>
            <a:ext cx="9144000" cy="3903504"/>
          </a:xfrm>
          <a:prstGeom prst="rect">
            <a:avLst/>
          </a:prstGeom>
          <a:solidFill>
            <a:schemeClr val="bg1"/>
          </a:solidFill>
        </p:spPr>
        <p:txBody>
          <a:bodyPr wrap="square">
            <a:spAutoFit/>
          </a:bodyPr>
          <a:lstStyle/>
          <a:p>
            <a:pPr>
              <a:lnSpc>
                <a:spcPct val="150000"/>
              </a:lnSpc>
            </a:pPr>
            <a:r>
              <a:rPr lang="en-US" sz="2800" dirty="0">
                <a:latin typeface="+mn-lt"/>
              </a:rPr>
              <a:t>Dear </a:t>
            </a:r>
            <a:r>
              <a:rPr lang="en-US" sz="2800" dirty="0" err="1">
                <a:latin typeface="+mn-lt"/>
              </a:rPr>
              <a:t>Zihad</a:t>
            </a:r>
            <a:r>
              <a:rPr lang="en-US" sz="2800" dirty="0">
                <a:latin typeface="+mn-lt"/>
              </a:rPr>
              <a:t>,</a:t>
            </a:r>
          </a:p>
          <a:p>
            <a:pPr>
              <a:lnSpc>
                <a:spcPct val="150000"/>
              </a:lnSpc>
            </a:pPr>
            <a:r>
              <a:rPr lang="en-US" sz="2800" dirty="0">
                <a:latin typeface="+mn-lt"/>
              </a:rPr>
              <a:t>Thank you for your email — I’m very pleased to see your motivation and clear goals.</a:t>
            </a:r>
          </a:p>
          <a:p>
            <a:pPr>
              <a:lnSpc>
                <a:spcPct val="150000"/>
              </a:lnSpc>
            </a:pPr>
            <a:r>
              <a:rPr lang="en-US" sz="2800" dirty="0">
                <a:latin typeface="+mn-lt"/>
              </a:rPr>
              <a:t>Based on where you are now, I would suggest taking a gradual and structured approach rather than trying to learn everything at once.</a:t>
            </a:r>
          </a:p>
        </p:txBody>
      </p:sp>
    </p:spTree>
    <p:extLst>
      <p:ext uri="{BB962C8B-B14F-4D97-AF65-F5344CB8AC3E}">
        <p14:creationId xmlns:p14="http://schemas.microsoft.com/office/powerpoint/2010/main" val="398905243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C0C22-D727-6EA4-4BB0-EF3A0B5E304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EEB9FF8-2EC5-4908-19E5-0E0C9023CC1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49D650FC-F1F8-7F20-1A88-1B9F2BD05A4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111</a:t>
            </a:fld>
            <a:endParaRPr lang="en-US" altLang="en-US" sz="900">
              <a:solidFill>
                <a:srgbClr val="FFFFFF"/>
              </a:solidFill>
            </a:endParaRPr>
          </a:p>
        </p:txBody>
      </p:sp>
      <p:pic>
        <p:nvPicPr>
          <p:cNvPr id="20486" name="Picture 5">
            <a:extLst>
              <a:ext uri="{FF2B5EF4-FFF2-40B4-BE49-F238E27FC236}">
                <a16:creationId xmlns:a16="http://schemas.microsoft.com/office/drawing/2014/main" id="{1AA4A487-0E40-3D55-3895-80DAF4DCE0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271CDB20-BE02-E241-EFF8-0F14A61433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164DFAC-940D-2408-5DA4-1FB1DC51D243}"/>
              </a:ext>
            </a:extLst>
          </p:cNvPr>
          <p:cNvSpPr txBox="1"/>
          <p:nvPr/>
        </p:nvSpPr>
        <p:spPr>
          <a:xfrm>
            <a:off x="0" y="949065"/>
            <a:ext cx="9144000" cy="5196166"/>
          </a:xfrm>
          <a:prstGeom prst="rect">
            <a:avLst/>
          </a:prstGeom>
          <a:solidFill>
            <a:schemeClr val="bg1"/>
          </a:solidFill>
        </p:spPr>
        <p:txBody>
          <a:bodyPr wrap="square">
            <a:spAutoFit/>
          </a:bodyPr>
          <a:lstStyle/>
          <a:p>
            <a:pPr>
              <a:lnSpc>
                <a:spcPct val="150000"/>
              </a:lnSpc>
            </a:pPr>
            <a:r>
              <a:rPr lang="en-US" sz="2800" dirty="0">
                <a:latin typeface="+mn-lt"/>
              </a:rPr>
              <a:t>To begin with, focus on building your fundamentals over the next few months. Make sure you are comfortable with how computers and operating systems work (Windows and some basic Linux), and then spend time understanding networking concepts such as TCP/IP, DNS, and how the internet functions. Certifications like CompTIA A+ and Network+ can help guide your learning at this stage. At the same time, try to do some simple hands-on exercises using platforms like </a:t>
            </a:r>
            <a:r>
              <a:rPr lang="en-US" sz="2800" dirty="0" err="1">
                <a:latin typeface="+mn-lt"/>
              </a:rPr>
              <a:t>TryHackMe</a:t>
            </a:r>
            <a:r>
              <a:rPr lang="en-US" sz="2800" dirty="0">
                <a:latin typeface="+mn-lt"/>
              </a:rPr>
              <a:t>.</a:t>
            </a:r>
          </a:p>
        </p:txBody>
      </p:sp>
    </p:spTree>
    <p:extLst>
      <p:ext uri="{BB962C8B-B14F-4D97-AF65-F5344CB8AC3E}">
        <p14:creationId xmlns:p14="http://schemas.microsoft.com/office/powerpoint/2010/main" val="23680198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6B338-15CE-19F1-D6FE-25FEC6127E6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47C57A-B5C1-8118-8129-15F4454C8D1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DBCC9794-4731-0BAB-270F-C9B5D62F145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112</a:t>
            </a:fld>
            <a:endParaRPr lang="en-US" altLang="en-US" sz="900">
              <a:solidFill>
                <a:srgbClr val="FFFFFF"/>
              </a:solidFill>
            </a:endParaRPr>
          </a:p>
        </p:txBody>
      </p:sp>
      <p:pic>
        <p:nvPicPr>
          <p:cNvPr id="20486" name="Picture 5">
            <a:extLst>
              <a:ext uri="{FF2B5EF4-FFF2-40B4-BE49-F238E27FC236}">
                <a16:creationId xmlns:a16="http://schemas.microsoft.com/office/drawing/2014/main" id="{A7EE26D3-064A-BBC5-F65F-9F9DDAAD8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BCA80E63-C3CC-660B-3521-4020625EE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10317CF-B7C6-E47F-12A8-98B6A4AC312C}"/>
              </a:ext>
            </a:extLst>
          </p:cNvPr>
          <p:cNvSpPr txBox="1"/>
          <p:nvPr/>
        </p:nvSpPr>
        <p:spPr>
          <a:xfrm>
            <a:off x="0" y="949065"/>
            <a:ext cx="9144000" cy="4549835"/>
          </a:xfrm>
          <a:prstGeom prst="rect">
            <a:avLst/>
          </a:prstGeom>
          <a:solidFill>
            <a:schemeClr val="bg1"/>
          </a:solidFill>
        </p:spPr>
        <p:txBody>
          <a:bodyPr wrap="square">
            <a:spAutoFit/>
          </a:bodyPr>
          <a:lstStyle/>
          <a:p>
            <a:pPr>
              <a:lnSpc>
                <a:spcPct val="150000"/>
              </a:lnSpc>
            </a:pPr>
            <a:r>
              <a:rPr lang="en-US" sz="2800" dirty="0">
                <a:latin typeface="+mn-lt"/>
              </a:rPr>
              <a:t>Once you feel confident with the basics, you can move into core cybersecurity concepts. This includes understanding common threats, vulnerabilities, and basic security principles such as encryption. You can also start exploring tools like Wireshark and Nmap. CompTIA Security+ would be a good next step, and continuing hands-on practice will be very important.</a:t>
            </a:r>
          </a:p>
        </p:txBody>
      </p:sp>
    </p:spTree>
    <p:extLst>
      <p:ext uri="{BB962C8B-B14F-4D97-AF65-F5344CB8AC3E}">
        <p14:creationId xmlns:p14="http://schemas.microsoft.com/office/powerpoint/2010/main" val="6862204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B9EF6-88D6-F8CF-FF44-1415338CD54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883067-D32F-6336-19C0-462842EA9DE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0D83A5E5-3B16-6DE3-C52D-ACAC7C02CB0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113</a:t>
            </a:fld>
            <a:endParaRPr lang="en-US" altLang="en-US" sz="900">
              <a:solidFill>
                <a:srgbClr val="FFFFFF"/>
              </a:solidFill>
            </a:endParaRPr>
          </a:p>
        </p:txBody>
      </p:sp>
      <p:pic>
        <p:nvPicPr>
          <p:cNvPr id="20486" name="Picture 5">
            <a:extLst>
              <a:ext uri="{FF2B5EF4-FFF2-40B4-BE49-F238E27FC236}">
                <a16:creationId xmlns:a16="http://schemas.microsoft.com/office/drawing/2014/main" id="{7A0C9BD7-5102-1A34-1933-C9854E817F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939160DC-3237-3C68-56AB-FD65BAB1BF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BD7ABD9-5457-9252-C14B-54023059ED45}"/>
              </a:ext>
            </a:extLst>
          </p:cNvPr>
          <p:cNvSpPr txBox="1"/>
          <p:nvPr/>
        </p:nvSpPr>
        <p:spPr>
          <a:xfrm>
            <a:off x="0" y="949065"/>
            <a:ext cx="9144000" cy="5196166"/>
          </a:xfrm>
          <a:prstGeom prst="rect">
            <a:avLst/>
          </a:prstGeom>
          <a:solidFill>
            <a:schemeClr val="bg1"/>
          </a:solidFill>
        </p:spPr>
        <p:txBody>
          <a:bodyPr wrap="square">
            <a:spAutoFit/>
          </a:bodyPr>
          <a:lstStyle/>
          <a:p>
            <a:pPr>
              <a:lnSpc>
                <a:spcPct val="150000"/>
              </a:lnSpc>
            </a:pPr>
            <a:r>
              <a:rPr lang="en-US" sz="2800" dirty="0">
                <a:latin typeface="+mn-lt"/>
              </a:rPr>
              <a:t>After that, you can start developing more practical skills and think about which area interests you most (for example, SOC analysis, penetration testing, or cloud security). At this stage, learning some basic Python or SQL will be helpful, along with exposure to tools such as SIEM platforms (e.g., Splunk). I would also strongly encourage you to build small practical projects, such as a simple home lab or basic network monitoring setup.</a:t>
            </a:r>
          </a:p>
        </p:txBody>
      </p:sp>
    </p:spTree>
    <p:extLst>
      <p:ext uri="{BB962C8B-B14F-4D97-AF65-F5344CB8AC3E}">
        <p14:creationId xmlns:p14="http://schemas.microsoft.com/office/powerpoint/2010/main" val="167520680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DBF58-16D7-8750-1798-60F76F9331D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8D42D5-0DFB-82AA-8338-CEE7988B331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9B2DD151-AB25-9ADE-7F00-DA9F06812AD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114</a:t>
            </a:fld>
            <a:endParaRPr lang="en-US" altLang="en-US" sz="900">
              <a:solidFill>
                <a:srgbClr val="FFFFFF"/>
              </a:solidFill>
            </a:endParaRPr>
          </a:p>
        </p:txBody>
      </p:sp>
      <p:pic>
        <p:nvPicPr>
          <p:cNvPr id="20486" name="Picture 5">
            <a:extLst>
              <a:ext uri="{FF2B5EF4-FFF2-40B4-BE49-F238E27FC236}">
                <a16:creationId xmlns:a16="http://schemas.microsoft.com/office/drawing/2014/main" id="{0D7F5CF0-C5BC-D31C-EE7C-2D7DF3DAAD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3447490E-21B4-5EF8-65E3-DD8A46948F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324E035-1F05-7A95-35FF-FE04BDE26DB0}"/>
              </a:ext>
            </a:extLst>
          </p:cNvPr>
          <p:cNvSpPr txBox="1"/>
          <p:nvPr/>
        </p:nvSpPr>
        <p:spPr>
          <a:xfrm>
            <a:off x="0" y="949065"/>
            <a:ext cx="9144000" cy="3903504"/>
          </a:xfrm>
          <a:prstGeom prst="rect">
            <a:avLst/>
          </a:prstGeom>
          <a:solidFill>
            <a:schemeClr val="bg1"/>
          </a:solidFill>
        </p:spPr>
        <p:txBody>
          <a:bodyPr wrap="square">
            <a:spAutoFit/>
          </a:bodyPr>
          <a:lstStyle/>
          <a:p>
            <a:pPr>
              <a:lnSpc>
                <a:spcPct val="150000"/>
              </a:lnSpc>
            </a:pPr>
            <a:r>
              <a:rPr lang="en-US" sz="2800" dirty="0">
                <a:latin typeface="+mn-lt"/>
              </a:rPr>
              <a:t>Alongside your learning, try to build a small portfolio over time. Keep records of what you do, upload projects to GitHub, and if possible, participate in beginner Capture The Flag (CTF) challenges. These experiences will be very valuable when applying for internships or entry-level roles such as IT support or help desk.</a:t>
            </a:r>
          </a:p>
        </p:txBody>
      </p:sp>
    </p:spTree>
    <p:extLst>
      <p:ext uri="{BB962C8B-B14F-4D97-AF65-F5344CB8AC3E}">
        <p14:creationId xmlns:p14="http://schemas.microsoft.com/office/powerpoint/2010/main" val="121776576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FA404-F532-D9C8-C2AE-0DA4CE47137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A3D58C9-8A78-F0D6-47CC-FBB94496DFB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92D689BD-B511-5E50-160D-82C3BAD92D5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115</a:t>
            </a:fld>
            <a:endParaRPr lang="en-US" altLang="en-US" sz="900">
              <a:solidFill>
                <a:srgbClr val="FFFFFF"/>
              </a:solidFill>
            </a:endParaRPr>
          </a:p>
        </p:txBody>
      </p:sp>
      <p:pic>
        <p:nvPicPr>
          <p:cNvPr id="20486" name="Picture 5">
            <a:extLst>
              <a:ext uri="{FF2B5EF4-FFF2-40B4-BE49-F238E27FC236}">
                <a16:creationId xmlns:a16="http://schemas.microsoft.com/office/drawing/2014/main" id="{F6BAE4D0-8F14-A6DC-E6BC-C0E6A8538C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ABBD9301-CD0B-B5A4-03ED-01646A9803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3989930-E982-985E-DF54-3029E776D4E1}"/>
              </a:ext>
            </a:extLst>
          </p:cNvPr>
          <p:cNvSpPr txBox="1"/>
          <p:nvPr/>
        </p:nvSpPr>
        <p:spPr>
          <a:xfrm>
            <a:off x="0" y="949065"/>
            <a:ext cx="9144000" cy="5196166"/>
          </a:xfrm>
          <a:prstGeom prst="rect">
            <a:avLst/>
          </a:prstGeom>
          <a:solidFill>
            <a:schemeClr val="bg1"/>
          </a:solidFill>
        </p:spPr>
        <p:txBody>
          <a:bodyPr wrap="square">
            <a:spAutoFit/>
          </a:bodyPr>
          <a:lstStyle/>
          <a:p>
            <a:pPr>
              <a:lnSpc>
                <a:spcPct val="150000"/>
              </a:lnSpc>
            </a:pPr>
            <a:r>
              <a:rPr lang="en-US" sz="2800" dirty="0">
                <a:latin typeface="+mn-lt"/>
              </a:rPr>
              <a:t>Regarding your goal of continuing to a Master’s degree with a scholarship, there are a few key areas to focus on:</a:t>
            </a:r>
          </a:p>
          <a:p>
            <a:pPr marL="457200" indent="-457200">
              <a:lnSpc>
                <a:spcPct val="150000"/>
              </a:lnSpc>
              <a:buFont typeface="Arial" panose="020B0604020202020204" pitchFamily="34" charset="0"/>
              <a:buChar char="•"/>
            </a:pPr>
            <a:r>
              <a:rPr lang="en-US" sz="2800" dirty="0">
                <a:latin typeface="+mn-lt"/>
              </a:rPr>
              <a:t>Maintain a strong academic performance (aim for Distinction or above where possible)</a:t>
            </a:r>
          </a:p>
          <a:p>
            <a:pPr marL="457200" indent="-457200">
              <a:lnSpc>
                <a:spcPct val="150000"/>
              </a:lnSpc>
              <a:buFont typeface="Arial" panose="020B0604020202020204" pitchFamily="34" charset="0"/>
              <a:buChar char="•"/>
            </a:pPr>
            <a:r>
              <a:rPr lang="en-US" sz="2800" dirty="0">
                <a:latin typeface="+mn-lt"/>
              </a:rPr>
              <a:t>Develop practical technical skills, not just theoretical knowledge</a:t>
            </a:r>
          </a:p>
          <a:p>
            <a:pPr marL="457200" indent="-457200">
              <a:lnSpc>
                <a:spcPct val="150000"/>
              </a:lnSpc>
              <a:buFont typeface="Arial" panose="020B0604020202020204" pitchFamily="34" charset="0"/>
              <a:buChar char="•"/>
            </a:pPr>
            <a:r>
              <a:rPr lang="en-US" sz="2800" dirty="0">
                <a:latin typeface="+mn-lt"/>
              </a:rPr>
              <a:t>Complete relevant certifications gradually</a:t>
            </a:r>
          </a:p>
          <a:p>
            <a:pPr marL="457200" indent="-457200">
              <a:lnSpc>
                <a:spcPct val="150000"/>
              </a:lnSpc>
              <a:buFont typeface="Arial" panose="020B0604020202020204" pitchFamily="34" charset="0"/>
              <a:buChar char="•"/>
            </a:pPr>
            <a:r>
              <a:rPr lang="en-US" sz="2800" dirty="0">
                <a:latin typeface="+mn-lt"/>
              </a:rPr>
              <a:t>Build a clear portfolio of projects</a:t>
            </a:r>
          </a:p>
        </p:txBody>
      </p:sp>
    </p:spTree>
    <p:extLst>
      <p:ext uri="{BB962C8B-B14F-4D97-AF65-F5344CB8AC3E}">
        <p14:creationId xmlns:p14="http://schemas.microsoft.com/office/powerpoint/2010/main" val="356206713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259F6-D815-68D7-9E11-F03BB695AB2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02985C1-FADA-6362-E728-2675535BE87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76DDBC97-EA94-E40F-FFFB-BCB06CE7E70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116</a:t>
            </a:fld>
            <a:endParaRPr lang="en-US" altLang="en-US" sz="900">
              <a:solidFill>
                <a:srgbClr val="FFFFFF"/>
              </a:solidFill>
            </a:endParaRPr>
          </a:p>
        </p:txBody>
      </p:sp>
      <p:pic>
        <p:nvPicPr>
          <p:cNvPr id="20486" name="Picture 5">
            <a:extLst>
              <a:ext uri="{FF2B5EF4-FFF2-40B4-BE49-F238E27FC236}">
                <a16:creationId xmlns:a16="http://schemas.microsoft.com/office/drawing/2014/main" id="{024326C9-BE73-CBD1-F89C-C31AF5FC1B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8D57BD1D-14C7-5815-EFEE-BBB9283F0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22156FE-27C3-A8AB-8E7E-350A7D4FC583}"/>
              </a:ext>
            </a:extLst>
          </p:cNvPr>
          <p:cNvSpPr txBox="1"/>
          <p:nvPr/>
        </p:nvSpPr>
        <p:spPr>
          <a:xfrm>
            <a:off x="0" y="949065"/>
            <a:ext cx="9144000" cy="3903504"/>
          </a:xfrm>
          <a:prstGeom prst="rect">
            <a:avLst/>
          </a:prstGeom>
          <a:solidFill>
            <a:schemeClr val="bg1"/>
          </a:solidFill>
        </p:spPr>
        <p:txBody>
          <a:bodyPr wrap="square">
            <a:spAutoFit/>
          </a:bodyPr>
          <a:lstStyle/>
          <a:p>
            <a:pPr marL="457200" indent="-457200">
              <a:lnSpc>
                <a:spcPct val="150000"/>
              </a:lnSpc>
              <a:buFont typeface="Arial" panose="020B0604020202020204" pitchFamily="34" charset="0"/>
              <a:buChar char="•"/>
            </a:pPr>
            <a:r>
              <a:rPr lang="en-US" sz="2800" dirty="0">
                <a:latin typeface="+mn-lt"/>
              </a:rPr>
              <a:t>Get involved in university activities, competitions, or research if opportunities arise</a:t>
            </a:r>
          </a:p>
          <a:p>
            <a:pPr marL="457200" indent="-457200">
              <a:lnSpc>
                <a:spcPct val="150000"/>
              </a:lnSpc>
              <a:buFont typeface="Arial" panose="020B0604020202020204" pitchFamily="34" charset="0"/>
              <a:buChar char="•"/>
            </a:pPr>
            <a:r>
              <a:rPr lang="en-US" sz="2800" dirty="0">
                <a:latin typeface="+mn-lt"/>
              </a:rPr>
              <a:t>Continue developing your communication and teamwork skills</a:t>
            </a:r>
          </a:p>
          <a:p>
            <a:pPr>
              <a:lnSpc>
                <a:spcPct val="150000"/>
              </a:lnSpc>
            </a:pPr>
            <a:r>
              <a:rPr lang="en-US" sz="2800" dirty="0">
                <a:latin typeface="+mn-lt"/>
              </a:rPr>
              <a:t>These factors are usually considered together when scholarships are awarded.</a:t>
            </a:r>
          </a:p>
        </p:txBody>
      </p:sp>
    </p:spTree>
    <p:extLst>
      <p:ext uri="{BB962C8B-B14F-4D97-AF65-F5344CB8AC3E}">
        <p14:creationId xmlns:p14="http://schemas.microsoft.com/office/powerpoint/2010/main" val="383401380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5A6A4-18DE-3DAF-2236-26A11E4B83E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846396C-D0A9-5A0E-7E29-6E0CEE2F445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24462DBC-7B29-8C45-26A8-F7667634D67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117</a:t>
            </a:fld>
            <a:endParaRPr lang="en-US" altLang="en-US" sz="900">
              <a:solidFill>
                <a:srgbClr val="FFFFFF"/>
              </a:solidFill>
            </a:endParaRPr>
          </a:p>
        </p:txBody>
      </p:sp>
      <p:pic>
        <p:nvPicPr>
          <p:cNvPr id="20486" name="Picture 5">
            <a:extLst>
              <a:ext uri="{FF2B5EF4-FFF2-40B4-BE49-F238E27FC236}">
                <a16:creationId xmlns:a16="http://schemas.microsoft.com/office/drawing/2014/main" id="{048DFE0A-4934-DB00-A3EF-A5DE2A824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13E46BB7-8459-DC9A-1171-1F04B2579E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A347B84-6D33-1B80-1D29-A8DB22F9EEB0}"/>
              </a:ext>
            </a:extLst>
          </p:cNvPr>
          <p:cNvSpPr txBox="1"/>
          <p:nvPr/>
        </p:nvSpPr>
        <p:spPr>
          <a:xfrm>
            <a:off x="0" y="949065"/>
            <a:ext cx="9144000" cy="3903504"/>
          </a:xfrm>
          <a:prstGeom prst="rect">
            <a:avLst/>
          </a:prstGeom>
          <a:solidFill>
            <a:schemeClr val="bg1"/>
          </a:solidFill>
        </p:spPr>
        <p:txBody>
          <a:bodyPr wrap="square">
            <a:spAutoFit/>
          </a:bodyPr>
          <a:lstStyle/>
          <a:p>
            <a:pPr>
              <a:lnSpc>
                <a:spcPct val="150000"/>
              </a:lnSpc>
            </a:pPr>
            <a:r>
              <a:rPr lang="en-US" sz="2800" dirty="0">
                <a:latin typeface="+mn-lt"/>
              </a:rPr>
              <a:t>Overall, the key is consistency. Even a small amount of focused study each day will make a difference over time.</a:t>
            </a:r>
          </a:p>
          <a:p>
            <a:pPr>
              <a:lnSpc>
                <a:spcPct val="150000"/>
              </a:lnSpc>
            </a:pPr>
            <a:r>
              <a:rPr lang="en-US" sz="2800" dirty="0">
                <a:latin typeface="+mn-lt"/>
              </a:rPr>
              <a:t>You may also find it useful to watch a short introductory video on cybersecurity careers. It highlights some important realities of the field — particularly the need for strong fundamentals, continuous learning, and hands-on practice. </a:t>
            </a:r>
          </a:p>
        </p:txBody>
      </p:sp>
    </p:spTree>
    <p:extLst>
      <p:ext uri="{BB962C8B-B14F-4D97-AF65-F5344CB8AC3E}">
        <p14:creationId xmlns:p14="http://schemas.microsoft.com/office/powerpoint/2010/main" val="38165599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AB200-BBF1-3E34-937D-58F23B19867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AEF3D5E-88DC-FD7A-490B-C7D488D3F61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96E587AC-D0BE-0F25-3A6A-1FBD6ABA3B7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118</a:t>
            </a:fld>
            <a:endParaRPr lang="en-US" altLang="en-US" sz="900">
              <a:solidFill>
                <a:srgbClr val="FFFFFF"/>
              </a:solidFill>
            </a:endParaRPr>
          </a:p>
        </p:txBody>
      </p:sp>
      <p:pic>
        <p:nvPicPr>
          <p:cNvPr id="20486" name="Picture 5">
            <a:extLst>
              <a:ext uri="{FF2B5EF4-FFF2-40B4-BE49-F238E27FC236}">
                <a16:creationId xmlns:a16="http://schemas.microsoft.com/office/drawing/2014/main" id="{ADB2409C-C454-E60A-FBD2-02B07DB3CD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E926DE3B-43D6-B44C-5683-60F2CD930B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6507430-6C0D-BEF9-97B8-6B95768ACC43}"/>
              </a:ext>
            </a:extLst>
          </p:cNvPr>
          <p:cNvSpPr txBox="1"/>
          <p:nvPr/>
        </p:nvSpPr>
        <p:spPr>
          <a:xfrm>
            <a:off x="0" y="949065"/>
            <a:ext cx="9144000" cy="3257174"/>
          </a:xfrm>
          <a:prstGeom prst="rect">
            <a:avLst/>
          </a:prstGeom>
          <a:solidFill>
            <a:schemeClr val="bg1"/>
          </a:solidFill>
        </p:spPr>
        <p:txBody>
          <a:bodyPr wrap="square">
            <a:spAutoFit/>
          </a:bodyPr>
          <a:lstStyle/>
          <a:p>
            <a:pPr>
              <a:lnSpc>
                <a:spcPct val="150000"/>
              </a:lnSpc>
            </a:pPr>
            <a:r>
              <a:rPr lang="en-US" sz="2800" dirty="0">
                <a:latin typeface="+mn-lt"/>
              </a:rPr>
              <a:t>I’m happy to share the link if you’re interested.</a:t>
            </a:r>
          </a:p>
          <a:p>
            <a:pPr>
              <a:lnSpc>
                <a:spcPct val="150000"/>
              </a:lnSpc>
            </a:pPr>
            <a:r>
              <a:rPr lang="en-US" sz="2800" dirty="0">
                <a:latin typeface="+mn-lt"/>
                <a:hlinkClick r:id="rId4"/>
              </a:rPr>
              <a:t>https://www.youtube.com/watch?v=MuSIys2AOzw</a:t>
            </a:r>
            <a:endParaRPr lang="en-US" sz="2800" dirty="0">
              <a:latin typeface="+mn-lt"/>
            </a:endParaRPr>
          </a:p>
          <a:p>
            <a:pPr>
              <a:lnSpc>
                <a:spcPct val="150000"/>
              </a:lnSpc>
            </a:pPr>
            <a:r>
              <a:rPr lang="en-US" sz="2800" dirty="0">
                <a:latin typeface="+mn-lt"/>
              </a:rPr>
              <a:t>Feel free to reach out if you need further clarification. We can also arrange a time later in the semester to discuss your progress if that would be helpful.</a:t>
            </a:r>
          </a:p>
        </p:txBody>
      </p:sp>
    </p:spTree>
    <p:extLst>
      <p:ext uri="{BB962C8B-B14F-4D97-AF65-F5344CB8AC3E}">
        <p14:creationId xmlns:p14="http://schemas.microsoft.com/office/powerpoint/2010/main" val="323393238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1</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840295"/>
            <a:ext cx="8643668" cy="4321533"/>
          </a:xfrm>
        </p:spPr>
        <p:txBody>
          <a:bodyPr/>
          <a:lstStyle/>
          <a:p>
            <a:r>
              <a:rPr lang="en-AU" sz="2400" b="1" dirty="0">
                <a:solidFill>
                  <a:srgbClr val="00B0F0"/>
                </a:solidFill>
              </a:rPr>
              <a:t>Scenario 1:</a:t>
            </a:r>
            <a:r>
              <a:rPr lang="en-AU" sz="2400" dirty="0">
                <a:solidFill>
                  <a:srgbClr val="00B0F0"/>
                </a:solidFill>
              </a:rPr>
              <a:t> </a:t>
            </a:r>
            <a:r>
              <a:rPr lang="en-AU" sz="2400" b="1" dirty="0">
                <a:solidFill>
                  <a:srgbClr val="00B0F0"/>
                </a:solidFill>
              </a:rPr>
              <a:t>Ransomware Attack</a:t>
            </a:r>
          </a:p>
          <a:p>
            <a:r>
              <a:rPr lang="en-AU" b="1" dirty="0"/>
              <a:t>Scenario: </a:t>
            </a:r>
            <a:r>
              <a:rPr lang="en-AU" dirty="0"/>
              <a:t>During an IT project, a sophisticated ransomware attack infiltrates the project's network, encrypting critical project data stored on servers. The attackers demand a ransom payment in exchange for decrypting the data.. </a:t>
            </a:r>
          </a:p>
          <a:p>
            <a:r>
              <a:rPr lang="en-AU" b="1" dirty="0"/>
              <a:t>Discuss</a:t>
            </a:r>
            <a:r>
              <a:rPr lang="en-US" altLang="zh-CN" b="1" dirty="0"/>
              <a:t> in your groups</a:t>
            </a:r>
            <a:r>
              <a:rPr lang="en-AU" b="1" dirty="0"/>
              <a:t>:</a:t>
            </a:r>
            <a:endParaRPr lang="en-AU" dirty="0"/>
          </a:p>
          <a:p>
            <a:pPr>
              <a:buFont typeface="+mj-lt"/>
              <a:buAutoNum type="arabicPeriod"/>
            </a:pPr>
            <a:r>
              <a:rPr lang="en-AU" dirty="0"/>
              <a:t>Why is cybersecurity important in IT projects?</a:t>
            </a:r>
          </a:p>
          <a:p>
            <a:pPr>
              <a:buFont typeface="+mj-lt"/>
              <a:buAutoNum type="arabicPeriod"/>
            </a:pPr>
            <a:r>
              <a:rPr lang="en-AU" dirty="0"/>
              <a:t>How can proactive cybersecurity measures mitigate the impact of ransomware on IT projects?</a:t>
            </a:r>
          </a:p>
          <a:p>
            <a:pPr>
              <a:buFont typeface="+mj-lt"/>
              <a:buAutoNum type="arabicPeriod"/>
            </a:pPr>
            <a:r>
              <a:rPr lang="en-AU" dirty="0"/>
              <a:t>As a project manager, what should you do to prevent cyber attacks during your project implementation?</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407093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2</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r>
              <a:rPr lang="en-AU" sz="2400" b="1" dirty="0">
                <a:solidFill>
                  <a:srgbClr val="00B0F0"/>
                </a:solidFill>
              </a:rPr>
              <a:t>Scenario 2: Data Breach Incident</a:t>
            </a:r>
          </a:p>
          <a:p>
            <a:r>
              <a:rPr lang="en-AU" b="1" dirty="0"/>
              <a:t>Scenario:</a:t>
            </a:r>
            <a:r>
              <a:rPr lang="en-AU" dirty="0"/>
              <a:t> During an IT project involving sensitive client data, a data breach occurs due to a vulnerability in the project's database security. Unauthorised individuals gain access to client information, including personal details and transaction histories.</a:t>
            </a:r>
          </a:p>
          <a:p>
            <a:r>
              <a:rPr lang="en-AU" b="1" dirty="0"/>
              <a:t>Discuss</a:t>
            </a:r>
            <a:r>
              <a:rPr lang="en-US" altLang="zh-CN" b="1" dirty="0"/>
              <a:t> in your groups</a:t>
            </a:r>
            <a:r>
              <a:rPr lang="en-AU" b="1" dirty="0"/>
              <a:t>:</a:t>
            </a:r>
            <a:endParaRPr lang="en-AU" dirty="0"/>
          </a:p>
          <a:p>
            <a:pPr>
              <a:buFont typeface="+mj-lt"/>
              <a:buAutoNum type="arabicPeriod"/>
            </a:pPr>
            <a:r>
              <a:rPr lang="en-AU" dirty="0"/>
              <a:t>Why is cybersecurity crucial in protecting project data from breaches?</a:t>
            </a:r>
          </a:p>
          <a:p>
            <a:pPr>
              <a:buFont typeface="+mj-lt"/>
              <a:buAutoNum type="arabicPeriod"/>
            </a:pPr>
            <a:r>
              <a:rPr lang="en-AU" dirty="0"/>
              <a:t>How can a data breach impact the success and credibility of IT projects?</a:t>
            </a:r>
          </a:p>
          <a:p>
            <a:pPr>
              <a:buFont typeface="+mj-lt"/>
              <a:buAutoNum type="arabicPeriod"/>
            </a:pPr>
            <a:r>
              <a:rPr lang="en-AU" dirty="0"/>
              <a:t>Why is it important for IT projects to conduct regular security audits and vulnerability assessments?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010422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3: </a:t>
            </a:r>
            <a:br>
              <a:rPr lang="en-AU" sz="3600" b="1" dirty="0">
                <a:solidFill>
                  <a:schemeClr val="accent2"/>
                </a:solidFill>
              </a:rPr>
            </a:br>
            <a:r>
              <a:rPr lang="en-AU" sz="3600" b="1" dirty="0">
                <a:solidFill>
                  <a:schemeClr val="accent2"/>
                </a:solidFill>
              </a:rPr>
              <a:t>Open Questions</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630507" y="1557069"/>
            <a:ext cx="8386493" cy="4321533"/>
          </a:xfrm>
        </p:spPr>
        <p:txBody>
          <a:bodyPr/>
          <a:lstStyle/>
          <a:p>
            <a:pPr marL="0" indent="0">
              <a:buNone/>
            </a:pPr>
            <a:endParaRPr lang="en-AU" dirty="0">
              <a:solidFill>
                <a:srgbClr val="000000"/>
              </a:solidFill>
              <a:latin typeface="Arial" panose="020B0604020202020204" pitchFamily="34" charset="0"/>
            </a:endParaRPr>
          </a:p>
          <a:p>
            <a:pPr marL="0" indent="0">
              <a:buNone/>
            </a:pPr>
            <a:r>
              <a:rPr lang="en-AU" b="1" i="0" u="none" strike="noStrike" baseline="0" dirty="0">
                <a:solidFill>
                  <a:srgbClr val="00B0F0"/>
                </a:solidFill>
                <a:latin typeface="Arial" panose="020B0604020202020204" pitchFamily="34" charset="0"/>
              </a:rPr>
              <a:t>Discuss in your group with the help of an online search platform: </a:t>
            </a:r>
          </a:p>
          <a:p>
            <a:pPr>
              <a:buFont typeface="+mj-lt"/>
              <a:buAutoNum type="arabicPeriod"/>
            </a:pPr>
            <a:r>
              <a:rPr lang="en-AU" sz="1800" dirty="0"/>
              <a:t>How do you prioritise and manage technical and non-technical skills in a project team?</a:t>
            </a:r>
          </a:p>
          <a:p>
            <a:pPr>
              <a:buFont typeface="+mj-lt"/>
              <a:buAutoNum type="arabicPeriod"/>
            </a:pPr>
            <a:r>
              <a:rPr lang="en-AU" sz="1800" dirty="0"/>
              <a:t>How do you foster effective communication among team members and stakeholders?</a:t>
            </a:r>
          </a:p>
          <a:p>
            <a:pPr>
              <a:buFont typeface="+mj-lt"/>
              <a:buAutoNum type="arabicPeriod"/>
            </a:pPr>
            <a:r>
              <a:rPr lang="en-AU" sz="1800" dirty="0"/>
              <a:t>Can you describe a situation where adapting to new technologies or methodologies was crucial in achieving project objectives?</a:t>
            </a:r>
          </a:p>
          <a:p>
            <a:pPr>
              <a:buFont typeface="+mj-lt"/>
              <a:buAutoNum type="arabicPeriod"/>
            </a:pPr>
            <a:r>
              <a:rPr lang="en-AU" sz="1800" dirty="0"/>
              <a:t>How important is it for IT project managers to understand the business context and goals of their projects?</a:t>
            </a:r>
          </a:p>
          <a:p>
            <a:pPr>
              <a:buFont typeface="+mj-lt"/>
              <a:buAutoNum type="arabicPeriod"/>
            </a:pPr>
            <a:r>
              <a:rPr lang="en-AU" sz="1800" dirty="0"/>
              <a:t>How does prioritising cybersecurity contribute to the overall success and sustainability of IT projects?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249531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4: Infographic summary</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pPr marL="0" indent="0">
              <a:buNone/>
            </a:pPr>
            <a:endParaRPr lang="en-AU" sz="1800" b="0" i="0" u="none" strike="noStrike" baseline="0" dirty="0">
              <a:latin typeface="Arial" panose="020B0604020202020204" pitchFamily="34" charset="0"/>
            </a:endParaRPr>
          </a:p>
          <a:p>
            <a:pPr marL="0" indent="0">
              <a:buNone/>
            </a:pPr>
            <a:r>
              <a:rPr lang="en-AU" sz="1800" dirty="0">
                <a:solidFill>
                  <a:srgbClr val="B31165"/>
                </a:solidFill>
                <a:latin typeface="Wingdings 3" panose="05040102010807070707" pitchFamily="18" charset="2"/>
              </a:rPr>
              <a:t> </a:t>
            </a:r>
            <a:r>
              <a:rPr lang="en-AU" sz="1800" b="0" i="0" u="none" strike="noStrike" baseline="0" dirty="0">
                <a:solidFill>
                  <a:srgbClr val="B31165"/>
                </a:solidFill>
                <a:latin typeface="Wingdings 3" panose="05040102010807070707" pitchFamily="18" charset="2"/>
              </a:rPr>
              <a:t> </a:t>
            </a:r>
            <a:r>
              <a:rPr lang="en-AU" sz="1800" b="0" i="0" u="none" strike="noStrike" baseline="0" dirty="0">
                <a:solidFill>
                  <a:srgbClr val="404040"/>
                </a:solidFill>
                <a:latin typeface="Arial" panose="020B0604020202020204" pitchFamily="34" charset="0"/>
              </a:rPr>
              <a:t>Students are required to list the concepts that have been covered in the reading materials and lecture and group them by their category.  </a:t>
            </a:r>
          </a:p>
          <a:p>
            <a:r>
              <a:rPr lang="en-AU" sz="1800" b="0" i="0" u="none" strike="noStrike" baseline="0" dirty="0">
                <a:solidFill>
                  <a:srgbClr val="B31165"/>
                </a:solidFill>
                <a:latin typeface="Wingdings 3" panose="05040102010807070707" pitchFamily="18" charset="2"/>
              </a:rPr>
              <a:t> </a:t>
            </a:r>
            <a:r>
              <a:rPr lang="en-AU" sz="1800" b="0" i="0" u="none" strike="noStrike" baseline="0" dirty="0">
                <a:solidFill>
                  <a:srgbClr val="404040"/>
                </a:solidFill>
                <a:latin typeface="Arial" panose="020B0604020202020204" pitchFamily="34" charset="0"/>
              </a:rPr>
              <a:t>Use an online tool (such as https://www.canva.com/ ) to produce the infographic summary to be submitted and present to the class. </a:t>
            </a:r>
          </a:p>
          <a:p>
            <a:endParaRPr lang="en-AU" sz="1800" b="0" i="0" u="none" strike="noStrike" baseline="0" dirty="0">
              <a:solidFill>
                <a:srgbClr val="404040"/>
              </a:solidFill>
              <a:latin typeface="Arial" panose="020B0604020202020204" pitchFamily="34" charset="0"/>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47113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7.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260&quot;/&gt;&lt;/object&gt;&lt;object type=&quot;3&quot; unique_id=&quot;10005&quot;&gt;&lt;property id=&quot;20148&quot; value=&quot;5&quot;/&gt;&lt;property id=&quot;20300&quot; value=&quot;Slide 3 - &amp;quot;What is management?&amp;quot;&quot;/&gt;&lt;property id=&quot;20307&quot; value=&quot;297&quot;/&gt;&lt;/object&gt;&lt;object type=&quot;3&quot; unique_id=&quot;10006&quot;&gt;&lt;property id=&quot;20148&quot; value=&quot;5&quot;/&gt;&lt;property id=&quot;20300&quot; value=&quot;Slide 4 - &amp;quot;Management is…&amp;quot;&quot;/&gt;&lt;property id=&quot;20307&quot; value=&quot;298&quot;/&gt;&lt;/object&gt;&lt;object type=&quot;3&quot; unique_id=&quot;10007&quot;&gt;&lt;property id=&quot;20148&quot; value=&quot;5&quot;/&gt;&lt;property id=&quot;20300&quot; value=&quot;Slide 5 - &amp;quot;Management  functions&amp;quot;&quot;/&gt;&lt;property id=&quot;20307&quot; value=&quot;299&quot;/&gt;&lt;/object&gt;&lt;object type=&quot;3&quot; unique_id=&quot;10008&quot;&gt;&lt;property id=&quot;20148&quot; value=&quot;5&quot;/&gt;&lt;property id=&quot;20300&quot; value=&quot;Slide 6 - &amp;quot;Planning&amp;quot;&quot;/&gt;&lt;property id=&quot;20307&quot; value=&quot;300&quot;/&gt;&lt;/object&gt;&lt;object type=&quot;3&quot; unique_id=&quot;10009&quot;&gt;&lt;property id=&quot;20148&quot; value=&quot;5&quot;/&gt;&lt;property id=&quot;20300&quot; value=&quot;Slide 7 - &amp;quot;Organising&amp;quot;&quot;/&gt;&lt;property id=&quot;20307&quot; value=&quot;301&quot;/&gt;&lt;/object&gt;&lt;object type=&quot;3&quot; unique_id=&quot;10010&quot;&gt;&lt;property id=&quot;20148&quot; value=&quot;5&quot;/&gt;&lt;property id=&quot;20300&quot; value=&quot;Slide 8 - &amp;quot;Leading&amp;quot;&quot;/&gt;&lt;property id=&quot;20307&quot; value=&quot;302&quot;/&gt;&lt;/object&gt;&lt;object type=&quot;3&quot; unique_id=&quot;10011&quot;&gt;&lt;property id=&quot;20148&quot; value=&quot;5&quot;/&gt;&lt;property id=&quot;20300&quot; value=&quot;Slide 9 - &amp;quot;Controlling&amp;quot;&quot;/&gt;&lt;property id=&quot;20307&quot; value=&quot;303&quot;/&gt;&lt;/object&gt;&lt;object type=&quot;3&quot; unique_id=&quot;10012&quot;&gt;&lt;property id=&quot;20148&quot; value=&quot;5&quot;/&gt;&lt;property id=&quot;20300&quot; value=&quot;Slide 10 - &amp;quot;The control process&amp;quot;&quot;/&gt;&lt;property id=&quot;20307&quot; value=&quot;304&quot;/&gt;&lt;/object&gt;&lt;object type=&quot;3&quot; unique_id=&quot;10013&quot;&gt;&lt;property id=&quot;20148&quot; value=&quot;5&quot;/&gt;&lt;property id=&quot;20300&quot; value=&quot;Slide 11 - &amp;quot;What do managers do?&amp;quot;&quot;/&gt;&lt;property id=&quot;20307&quot; value=&quot;305&quot;/&gt;&lt;/object&gt;&lt;object type=&quot;3&quot; unique_id=&quot;10014&quot;&gt;&lt;property id=&quot;20148&quot; value=&quot;5&quot;/&gt;&lt;property id=&quot;20300&quot; value=&quot;Slide 12 - &amp;quot;Kinds of managers&amp;quot;&quot;/&gt;&lt;property id=&quot;20307&quot; value=&quot;306&quot;/&gt;&lt;/object&gt;&lt;object type=&quot;3&quot; unique_id=&quot;10015&quot;&gt;&lt;property id=&quot;20148&quot; value=&quot;5&quot;/&gt;&lt;property id=&quot;20300&quot; value=&quot;Slide 13 - &amp;quot;Top managers hold positions such as:&amp;quot;&quot;/&gt;&lt;property id=&quot;20307&quot; value=&quot;307&quot;/&gt;&lt;/object&gt;&lt;object type=&quot;3&quot; unique_id=&quot;10016&quot;&gt;&lt;property id=&quot;20148&quot; value=&quot;5&quot;/&gt;&lt;property id=&quot;20300&quot; value=&quot;Slide 14 - &amp;quot;Responsibilities of top managers&amp;quot;&quot;/&gt;&lt;property id=&quot;20307&quot; value=&quot;308&quot;/&gt;&lt;/object&gt;&lt;object type=&quot;3&quot; unique_id=&quot;10017&quot;&gt;&lt;property id=&quot;20148&quot; value=&quot;5&quot;/&gt;&lt;property id=&quot;20300&quot; value=&quot;Slide 15 - &amp;quot;Middle managers hold such positions as:&amp;quot;&quot;/&gt;&lt;property id=&quot;20307&quot; value=&quot;309&quot;/&gt;&lt;/object&gt;&lt;object type=&quot;3&quot; unique_id=&quot;10018&quot;&gt;&lt;property id=&quot;20148&quot; value=&quot;5&quot;/&gt;&lt;property id=&quot;20300&quot; value=&quot;Slide 16 - &amp;quot;Responsibilities of middle managers&amp;quot;&quot;/&gt;&lt;property id=&quot;20307&quot; value=&quot;310&quot;/&gt;&lt;/object&gt;&lt;object type=&quot;3&quot; unique_id=&quot;10019&quot;&gt;&lt;property id=&quot;20148&quot; value=&quot;5&quot;/&gt;&lt;property id=&quot;20300&quot; value=&quot;Slide 17 - &amp;quot;First-line managers hold such positions as:&amp;quot;&quot;/&gt;&lt;property id=&quot;20307&quot; value=&quot;311&quot;/&gt;&lt;/object&gt;&lt;object type=&quot;3&quot; unique_id=&quot;10020&quot;&gt;&lt;property id=&quot;20148&quot; value=&quot;5&quot;/&gt;&lt;property id=&quot;20300&quot; value=&quot;Slide 18 - &amp;quot;Responsibilities of first-line managers&amp;quot;&quot;/&gt;&lt;property id=&quot;20307&quot; value=&quot;312&quot;/&gt;&lt;/object&gt;&lt;object type=&quot;3&quot; unique_id=&quot;10021&quot;&gt;&lt;property id=&quot;20148&quot; value=&quot;5&quot;/&gt;&lt;property id=&quot;20300&quot; value=&quot;Slide 19 - &amp;quot;Responsibilities of team leaders&amp;quot;&quot;/&gt;&lt;property id=&quot;20307&quot; value=&quot;313&quot;/&gt;&lt;/object&gt;&lt;object type=&quot;3&quot; unique_id=&quot;10022&quot;&gt;&lt;property id=&quot;20148&quot; value=&quot;5&quot;/&gt;&lt;property id=&quot;20300&quot; value=&quot;Slide 20 - &amp;quot;Mintzberg’s managerial roles&amp;quot;&quot;/&gt;&lt;property id=&quot;20307&quot; value=&quot;314&quot;/&gt;&lt;/object&gt;&lt;object type=&quot;3&quot; unique_id=&quot;10023&quot;&gt;&lt;property id=&quot;20148&quot; value=&quot;5&quot;/&gt;&lt;property id=&quot;20300&quot; value=&quot;Slide 21 - &amp;quot;Managerial roles&amp;quot;&quot;/&gt;&lt;property id=&quot;20307&quot; value=&quot;315&quot;/&gt;&lt;/object&gt;&lt;object type=&quot;3&quot; unique_id=&quot;10024&quot;&gt;&lt;property id=&quot;20148&quot; value=&quot;5&quot;/&gt;&lt;property id=&quot;20300&quot; value=&quot;Slide 22 - &amp;quot;Managerial roles&amp;quot;&quot;/&gt;&lt;property id=&quot;20307&quot; value=&quot;316&quot;/&gt;&lt;/object&gt;&lt;object type=&quot;3&quot; unique_id=&quot;10025&quot;&gt;&lt;property id=&quot;20148&quot; value=&quot;5&quot;/&gt;&lt;property id=&quot;20300&quot; value=&quot;Slide 23 - &amp;quot;Managerial roles&amp;quot;&quot;/&gt;&lt;property id=&quot;20307&quot; value=&quot;317&quot;/&gt;&lt;/object&gt;&lt;object type=&quot;3&quot; unique_id=&quot;10026&quot;&gt;&lt;property id=&quot;20148&quot; value=&quot;5&quot;/&gt;&lt;property id=&quot;20300&quot; value=&quot;Slide 24 - &amp;quot;Manager’s quick response &amp;#x0D;&amp;#x0A;saves clients&amp;quot;&quot;/&gt;&lt;property id=&quot;20307&quot; value=&quot;318&quot;/&gt;&lt;/object&gt;&lt;object type=&quot;3&quot; unique_id=&quot;10027&quot;&gt;&lt;property id=&quot;20148&quot; value=&quot;5&quot;/&gt;&lt;property id=&quot;20300&quot; value=&quot;Slide 25 - &amp;quot;What does it take to be a manager?&amp;quot;&quot;/&gt;&lt;property id=&quot;20307&quot; value=&quot;319&quot;/&gt;&lt;/object&gt;&lt;object type=&quot;3&quot; unique_id=&quot;10028&quot;&gt;&lt;property id=&quot;20148&quot; value=&quot;5&quot;/&gt;&lt;property id=&quot;20300&quot; value=&quot;Slide 26 - &amp;quot;Skills companies look for in managers&amp;quot;&quot;/&gt;&lt;property id=&quot;20307&quot; value=&quot;320&quot;/&gt;&lt;/object&gt;&lt;object type=&quot;3&quot; unique_id=&quot;10029&quot;&gt;&lt;property id=&quot;20148&quot; value=&quot;5&quot;/&gt;&lt;property id=&quot;20300&quot; value=&quot;Slide 27 - &amp;quot;Management skills&amp;quot;&quot;/&gt;&lt;property id=&quot;20307&quot; value=&quot;321&quot;/&gt;&lt;/object&gt;&lt;object type=&quot;3&quot; unique_id=&quot;10030&quot;&gt;&lt;property id=&quot;20148&quot; value=&quot;5&quot;/&gt;&lt;property id=&quot;20300&quot; value=&quot;Slide 28 - &amp;quot;Some common mistakes managers make&amp;quot;&quot;/&gt;&lt;property id=&quot;20307&quot; value=&quot;322&quot;/&gt;&lt;/object&gt;&lt;object type=&quot;3&quot; unique_id=&quot;10031&quot;&gt;&lt;property id=&quot;20148&quot; value=&quot;5&quot;/&gt;&lt;property id=&quot;20300&quot; value=&quot;Slide 29 - &amp;quot;Transition to management (the first year)&amp;quot;&quot;/&gt;&lt;property id=&quot;20307&quot; value=&quot;323&quot;/&gt;&lt;/object&gt;&lt;object type=&quot;3&quot; unique_id=&quot;10032&quot;&gt;&lt;property id=&quot;20148&quot; value=&quot;5&quot;/&gt;&lt;property id=&quot;20300&quot; value=&quot;Slide 30 - &amp;quot;Why management matters&amp;quot;&quot;/&gt;&lt;property id=&quot;20307&quot; value=&quot;324&quot;/&gt;&lt;/object&gt;&lt;object type=&quot;3&quot; unique_id=&quot;10033&quot;&gt;&lt;property id=&quot;20148&quot; value=&quot;5&quot;/&gt;&lt;property id=&quot;20300&quot; value=&quot;Slide 31 - &amp;quot;Competitive advantage through people&amp;quot;&quot;/&gt;&lt;property id=&quot;20307&quot; value=&quot;325&quot;/&gt;&lt;/object&gt;&lt;object type=&quot;3&quot; unique_id=&quot;10034&quot;&gt;&lt;property id=&quot;20148&quot; value=&quot;5&quot;/&gt;&lt;property id=&quot;20300&quot; value=&quot;Slide 32 - &amp;quot;Competitive advantage through people&amp;quot;&quot;/&gt;&lt;property id=&quot;20307&quot; value=&quot;326&quot;/&gt;&lt;/object&gt;&lt;object type=&quot;3&quot; unique_id=&quot;10035&quot;&gt;&lt;property id=&quot;20148&quot; value=&quot;5&quot;/&gt;&lt;property id=&quot;20300&quot; value=&quot;Slide 33 - &amp;quot;Competitive advantage through people&amp;quot;&quot;/&gt;&lt;property id=&quot;20307&quot; value=&quot;327&quot;/&gt;&lt;/object&gt;&lt;/object&gt;&lt;object type=&quot;8&quot; unique_id=&quot;10070&quot;&gt;&lt;/object&gt;&lt;/object&gt;&lt;/database&gt;"/>
  <p:tag name="MMPROD_NEXTUNIQUEID" val="10009"/>
  <p:tag name="SECTOMILLISECCONVERTED" val="1"/>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3885</TotalTime>
  <Words>6481</Words>
  <Application>Microsoft Office PowerPoint</Application>
  <PresentationFormat>On-screen Show (4:3)</PresentationFormat>
  <Paragraphs>905</Paragraphs>
  <Slides>122</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122</vt:i4>
      </vt:variant>
    </vt:vector>
  </HeadingPairs>
  <TitlesOfParts>
    <vt:vector size="132" baseType="lpstr">
      <vt:lpstr>Arial</vt:lpstr>
      <vt:lpstr>Arial Narrow</vt:lpstr>
      <vt:lpstr>Calibri</vt:lpstr>
      <vt:lpstr>Calibri Light</vt:lpstr>
      <vt:lpstr>Century Gothic</vt:lpstr>
      <vt:lpstr>Roboto</vt:lpstr>
      <vt:lpstr>Symbol</vt:lpstr>
      <vt:lpstr>Times New Roman</vt:lpstr>
      <vt:lpstr>Wingdings 3</vt:lpstr>
      <vt:lpstr>Retrospect</vt:lpstr>
      <vt:lpstr>PowerPoint Presentation</vt:lpstr>
      <vt:lpstr>What we learned last week</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Preparation for Assessment 4</vt:lpstr>
      <vt:lpstr>Week 5 Topics</vt:lpstr>
      <vt:lpstr>Week 5 Pre-Class Video</vt:lpstr>
      <vt:lpstr>Week 5 Pre-Class Video</vt:lpstr>
      <vt:lpstr>Week 5 Pre-Class Video</vt:lpstr>
      <vt:lpstr>Week 5 Pre-Class Video</vt:lpstr>
      <vt:lpstr>Week 5 Pre-Class Video</vt:lpstr>
      <vt:lpstr>Week 5 Pre-Class Video</vt:lpstr>
      <vt:lpstr>Week 5 Pre-Class Video</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IT Industry Needs and Trends</vt:lpstr>
      <vt:lpstr>IT Industry Needs and Trends (Cont.)</vt:lpstr>
      <vt:lpstr>IT Industry Needs and Trends:  Artificial Intelligence</vt:lpstr>
      <vt:lpstr>IT Industry Needs and Trends:  Sustainable Construction &amp; Operation</vt:lpstr>
      <vt:lpstr>IT Industry Needs and Trends:  Advanced Digital Twins, Collaboration, and Interoperability</vt:lpstr>
      <vt:lpstr>Introduction to IT Project Skills</vt:lpstr>
      <vt:lpstr>Introduction to IT Project Skills (Cont.)</vt:lpstr>
      <vt:lpstr>Introduction to IT Project Skills (Cont.)</vt:lpstr>
      <vt:lpstr>Introduction to IT Project Skills (Cont.)</vt:lpstr>
      <vt:lpstr>Introduction to IT Project Skills (Cont.)</vt:lpstr>
      <vt:lpstr>Introduction to IT Project Skills (Cont.)</vt:lpstr>
      <vt:lpstr>Introduction to IT Project Skills (Cont.)</vt:lpstr>
      <vt:lpstr>Introduction to IT Project Skills (Cont.)</vt:lpstr>
      <vt:lpstr>Tools for Developing Sustainable Solutions</vt:lpstr>
      <vt:lpstr>Technologies for Sustainable Solutions</vt:lpstr>
      <vt:lpstr>Understanding Patents in IT Projects</vt:lpstr>
      <vt:lpstr>Understanding Patents in IT Projects (Cont.)</vt:lpstr>
      <vt:lpstr>Understanding Patents and Prior Art</vt:lpstr>
      <vt:lpstr>Understanding Prior Art in IT Projects (Cont.)</vt:lpstr>
      <vt:lpstr>Understanding Prior Art in IT Projects (Cont.)</vt:lpstr>
      <vt:lpstr>Group Discussion Case Study </vt:lpstr>
      <vt:lpstr>Group Discussion Case Study </vt:lpstr>
      <vt:lpstr>Group Discussion Case Study </vt:lpstr>
      <vt:lpstr>Group Discussion Case Study </vt:lpstr>
      <vt:lpstr>Case Study: Discussion Points</vt:lpstr>
      <vt:lpstr>Summary</vt:lpstr>
      <vt:lpstr>Q&amp;A</vt:lpstr>
      <vt:lpstr>PowerPoint Presentation</vt:lpstr>
      <vt:lpstr>IT industry needs and trends in 2024</vt:lpstr>
      <vt:lpstr>Summary of IT industry needs and trends</vt:lpstr>
      <vt:lpstr>Challenges: Building Cybersecurity Skills</vt:lpstr>
      <vt:lpstr>Video: Building Cybersecurity Skills</vt:lpstr>
      <vt:lpstr>Video: Building Cybersecurity Skills</vt:lpstr>
      <vt:lpstr>Video: Building Cybersecurity Skills</vt:lpstr>
      <vt:lpstr>Video: Building Cybersecurity Skills</vt:lpstr>
      <vt:lpstr>Video: Building Cybersecurity Skills</vt:lpstr>
      <vt:lpstr>Video: Building Cybersecurity Skills</vt:lpstr>
      <vt:lpstr>Video: Building Cybersecurity Skills</vt:lpstr>
      <vt:lpstr>Video: Building Cybersecurity Skills</vt:lpstr>
      <vt:lpstr>Video: Building Cybersecurity Skills</vt:lpstr>
      <vt:lpstr>Video: Building Cybersecurity Skills</vt:lpstr>
      <vt:lpstr>Video: Building Cybersecurity Skills</vt:lpstr>
      <vt:lpstr>Video: Building Cybersecurity Skills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Workshop Activity 1</vt:lpstr>
      <vt:lpstr>Workshop Activity 2</vt:lpstr>
      <vt:lpstr>Workshop Activity 3:  Open Questions</vt:lpstr>
      <vt:lpstr>Workshop Activity 4: Infographic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Lavecchia, Olga (CL AUS)</dc:creator>
  <cp:lastModifiedBy>Farshid Keivanian</cp:lastModifiedBy>
  <cp:revision>318</cp:revision>
  <dcterms:created xsi:type="dcterms:W3CDTF">2009-10-28T23:36:30Z</dcterms:created>
  <dcterms:modified xsi:type="dcterms:W3CDTF">2026-05-02T08:51:40Z</dcterms:modified>
</cp:coreProperties>
</file>